
<file path=[Content_Types].xml><?xml version="1.0" encoding="utf-8"?>
<Types xmlns="http://schemas.openxmlformats.org/package/2006/content-types">
  <Default Extension="gif" ContentType="image/gif"/>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78" r:id="rId3"/>
    <p:sldId id="279" r:id="rId4"/>
    <p:sldId id="262" r:id="rId5"/>
    <p:sldId id="277" r:id="rId6"/>
    <p:sldId id="264" r:id="rId7"/>
    <p:sldId id="266" r:id="rId8"/>
    <p:sldId id="276" r:id="rId9"/>
    <p:sldId id="272" r:id="rId10"/>
    <p:sldId id="281" r:id="rId11"/>
    <p:sldId id="265" r:id="rId12"/>
    <p:sldId id="273" r:id="rId13"/>
    <p:sldId id="274" r:id="rId14"/>
    <p:sldId id="275" r:id="rId15"/>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642"/>
    <a:srgbClr val="EEEEEE"/>
    <a:srgbClr val="DCDCDC"/>
    <a:srgbClr val="FF9800"/>
    <a:srgbClr val="D1D1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757" autoAdjust="0"/>
    <p:restoredTop sz="94660"/>
  </p:normalViewPr>
  <p:slideViewPr>
    <p:cSldViewPr snapToGrid="0">
      <p:cViewPr>
        <p:scale>
          <a:sx n="100" d="100"/>
          <a:sy n="100" d="100"/>
        </p:scale>
        <p:origin x="774" y="2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735539-58A2-4E94-807C-8C22373B71C8}" type="datetimeFigureOut">
              <a:rPr lang="es-PE" smtClean="0"/>
              <a:t>5/11/2024</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5F7250-28FF-473C-9AB7-5161468CB679}" type="slidenum">
              <a:rPr lang="es-PE" smtClean="0"/>
              <a:t>‹Nº›</a:t>
            </a:fld>
            <a:endParaRPr lang="es-PE"/>
          </a:p>
        </p:txBody>
      </p:sp>
    </p:spTree>
    <p:extLst>
      <p:ext uri="{BB962C8B-B14F-4D97-AF65-F5344CB8AC3E}">
        <p14:creationId xmlns:p14="http://schemas.microsoft.com/office/powerpoint/2010/main" val="2169560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DB5F7250-28FF-473C-9AB7-5161468CB679}" type="slidenum">
              <a:rPr lang="es-PE" smtClean="0"/>
              <a:t>1</a:t>
            </a:fld>
            <a:endParaRPr lang="es-PE"/>
          </a:p>
        </p:txBody>
      </p:sp>
    </p:spTree>
    <p:extLst>
      <p:ext uri="{BB962C8B-B14F-4D97-AF65-F5344CB8AC3E}">
        <p14:creationId xmlns:p14="http://schemas.microsoft.com/office/powerpoint/2010/main" val="6469651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F5FB77-DE36-FD68-A10A-06510BEF3FD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PE"/>
          </a:p>
        </p:txBody>
      </p:sp>
      <p:sp>
        <p:nvSpPr>
          <p:cNvPr id="3" name="Subtítulo 2">
            <a:extLst>
              <a:ext uri="{FF2B5EF4-FFF2-40B4-BE49-F238E27FC236}">
                <a16:creationId xmlns:a16="http://schemas.microsoft.com/office/drawing/2014/main" id="{449547EF-1BAA-71C6-111D-926F80513E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PE"/>
          </a:p>
        </p:txBody>
      </p:sp>
      <p:sp>
        <p:nvSpPr>
          <p:cNvPr id="4" name="Marcador de fecha 3">
            <a:extLst>
              <a:ext uri="{FF2B5EF4-FFF2-40B4-BE49-F238E27FC236}">
                <a16:creationId xmlns:a16="http://schemas.microsoft.com/office/drawing/2014/main" id="{0616AC3D-85A5-8AC1-367E-F6013CD22C05}"/>
              </a:ext>
            </a:extLst>
          </p:cNvPr>
          <p:cNvSpPr>
            <a:spLocks noGrp="1"/>
          </p:cNvSpPr>
          <p:nvPr>
            <p:ph type="dt" sz="half" idx="10"/>
          </p:nvPr>
        </p:nvSpPr>
        <p:spPr/>
        <p:txBody>
          <a:bodyPr/>
          <a:lstStyle/>
          <a:p>
            <a:fld id="{A60987DF-C1F8-4F0F-81CB-FC15FBDFB39A}" type="datetimeFigureOut">
              <a:rPr lang="es-PE" smtClean="0"/>
              <a:t>5/11/2024</a:t>
            </a:fld>
            <a:endParaRPr lang="es-PE"/>
          </a:p>
        </p:txBody>
      </p:sp>
      <p:sp>
        <p:nvSpPr>
          <p:cNvPr id="5" name="Marcador de pie de página 4">
            <a:extLst>
              <a:ext uri="{FF2B5EF4-FFF2-40B4-BE49-F238E27FC236}">
                <a16:creationId xmlns:a16="http://schemas.microsoft.com/office/drawing/2014/main" id="{E4FA7F4F-2AA4-ACF6-6D90-D0E4F9D548AC}"/>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23DF1314-D4D0-CCF9-643D-F7A7E71D8F44}"/>
              </a:ext>
            </a:extLst>
          </p:cNvPr>
          <p:cNvSpPr>
            <a:spLocks noGrp="1"/>
          </p:cNvSpPr>
          <p:nvPr>
            <p:ph type="sldNum" sz="quarter" idx="12"/>
          </p:nvPr>
        </p:nvSpPr>
        <p:spPr/>
        <p:txBody>
          <a:bodyPr/>
          <a:lstStyle/>
          <a:p>
            <a:fld id="{1CA19646-611F-411B-88E9-43477F61A45E}" type="slidenum">
              <a:rPr lang="es-PE" smtClean="0"/>
              <a:t>‹Nº›</a:t>
            </a:fld>
            <a:endParaRPr lang="es-PE"/>
          </a:p>
        </p:txBody>
      </p:sp>
    </p:spTree>
    <p:extLst>
      <p:ext uri="{BB962C8B-B14F-4D97-AF65-F5344CB8AC3E}">
        <p14:creationId xmlns:p14="http://schemas.microsoft.com/office/powerpoint/2010/main" val="11583153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17BF2D-75FD-B264-33FD-46D2BB6EF6E5}"/>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8B76B4F0-3BF1-2B32-BD0D-B02BB23BDF7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C7DAE320-4440-4D85-3CC7-85C6D896BDC3}"/>
              </a:ext>
            </a:extLst>
          </p:cNvPr>
          <p:cNvSpPr>
            <a:spLocks noGrp="1"/>
          </p:cNvSpPr>
          <p:nvPr>
            <p:ph type="dt" sz="half" idx="10"/>
          </p:nvPr>
        </p:nvSpPr>
        <p:spPr/>
        <p:txBody>
          <a:bodyPr/>
          <a:lstStyle/>
          <a:p>
            <a:fld id="{A60987DF-C1F8-4F0F-81CB-FC15FBDFB39A}" type="datetimeFigureOut">
              <a:rPr lang="es-PE" smtClean="0"/>
              <a:t>5/11/2024</a:t>
            </a:fld>
            <a:endParaRPr lang="es-PE"/>
          </a:p>
        </p:txBody>
      </p:sp>
      <p:sp>
        <p:nvSpPr>
          <p:cNvPr id="5" name="Marcador de pie de página 4">
            <a:extLst>
              <a:ext uri="{FF2B5EF4-FFF2-40B4-BE49-F238E27FC236}">
                <a16:creationId xmlns:a16="http://schemas.microsoft.com/office/drawing/2014/main" id="{326DC303-8396-3EDD-F1E3-CC33FEF4BE14}"/>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CD8C7835-3039-AAB9-EC86-4A3FFD2AA6AB}"/>
              </a:ext>
            </a:extLst>
          </p:cNvPr>
          <p:cNvSpPr>
            <a:spLocks noGrp="1"/>
          </p:cNvSpPr>
          <p:nvPr>
            <p:ph type="sldNum" sz="quarter" idx="12"/>
          </p:nvPr>
        </p:nvSpPr>
        <p:spPr/>
        <p:txBody>
          <a:bodyPr/>
          <a:lstStyle/>
          <a:p>
            <a:fld id="{1CA19646-611F-411B-88E9-43477F61A45E}" type="slidenum">
              <a:rPr lang="es-PE" smtClean="0"/>
              <a:t>‹Nº›</a:t>
            </a:fld>
            <a:endParaRPr lang="es-PE"/>
          </a:p>
        </p:txBody>
      </p:sp>
    </p:spTree>
    <p:extLst>
      <p:ext uri="{BB962C8B-B14F-4D97-AF65-F5344CB8AC3E}">
        <p14:creationId xmlns:p14="http://schemas.microsoft.com/office/powerpoint/2010/main" val="4092897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417C1E-CB97-C843-8867-6C29A391704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69ABB959-3594-ADA7-AC0A-98DC19236E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45460F23-32E2-09F3-8A52-1A045A87CB1E}"/>
              </a:ext>
            </a:extLst>
          </p:cNvPr>
          <p:cNvSpPr>
            <a:spLocks noGrp="1"/>
          </p:cNvSpPr>
          <p:nvPr>
            <p:ph type="dt" sz="half" idx="10"/>
          </p:nvPr>
        </p:nvSpPr>
        <p:spPr/>
        <p:txBody>
          <a:bodyPr/>
          <a:lstStyle/>
          <a:p>
            <a:fld id="{A60987DF-C1F8-4F0F-81CB-FC15FBDFB39A}" type="datetimeFigureOut">
              <a:rPr lang="es-PE" smtClean="0"/>
              <a:t>5/11/2024</a:t>
            </a:fld>
            <a:endParaRPr lang="es-PE"/>
          </a:p>
        </p:txBody>
      </p:sp>
      <p:sp>
        <p:nvSpPr>
          <p:cNvPr id="5" name="Marcador de pie de página 4">
            <a:extLst>
              <a:ext uri="{FF2B5EF4-FFF2-40B4-BE49-F238E27FC236}">
                <a16:creationId xmlns:a16="http://schemas.microsoft.com/office/drawing/2014/main" id="{FDEBA816-D96D-3A58-FCA3-5958E63A19F2}"/>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022416F4-B5D5-30C8-88D8-98D2CA8E1FD0}"/>
              </a:ext>
            </a:extLst>
          </p:cNvPr>
          <p:cNvSpPr>
            <a:spLocks noGrp="1"/>
          </p:cNvSpPr>
          <p:nvPr>
            <p:ph type="sldNum" sz="quarter" idx="12"/>
          </p:nvPr>
        </p:nvSpPr>
        <p:spPr/>
        <p:txBody>
          <a:bodyPr/>
          <a:lstStyle/>
          <a:p>
            <a:fld id="{1CA19646-611F-411B-88E9-43477F61A45E}" type="slidenum">
              <a:rPr lang="es-PE" smtClean="0"/>
              <a:t>‹Nº›</a:t>
            </a:fld>
            <a:endParaRPr lang="es-PE"/>
          </a:p>
        </p:txBody>
      </p:sp>
    </p:spTree>
    <p:extLst>
      <p:ext uri="{BB962C8B-B14F-4D97-AF65-F5344CB8AC3E}">
        <p14:creationId xmlns:p14="http://schemas.microsoft.com/office/powerpoint/2010/main" val="3800841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D48B3E-29C7-7F39-9FDA-AA6E4782FAEC}"/>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45BA42AF-2075-F169-B1AC-F09516206DC1}"/>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a:extLst>
              <a:ext uri="{FF2B5EF4-FFF2-40B4-BE49-F238E27FC236}">
                <a16:creationId xmlns:a16="http://schemas.microsoft.com/office/drawing/2014/main" id="{C9848690-304F-8743-3AC0-62D38AC857E4}"/>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a:extLst>
              <a:ext uri="{FF2B5EF4-FFF2-40B4-BE49-F238E27FC236}">
                <a16:creationId xmlns:a16="http://schemas.microsoft.com/office/drawing/2014/main" id="{3606C5A5-6826-56B0-D460-26ED0CA116C1}"/>
              </a:ext>
            </a:extLst>
          </p:cNvPr>
          <p:cNvSpPr>
            <a:spLocks noGrp="1"/>
          </p:cNvSpPr>
          <p:nvPr>
            <p:ph type="dt" sz="half" idx="10"/>
          </p:nvPr>
        </p:nvSpPr>
        <p:spPr/>
        <p:txBody>
          <a:bodyPr/>
          <a:lstStyle/>
          <a:p>
            <a:fld id="{A60987DF-C1F8-4F0F-81CB-FC15FBDFB39A}" type="datetimeFigureOut">
              <a:rPr lang="es-PE" smtClean="0"/>
              <a:t>5/11/2024</a:t>
            </a:fld>
            <a:endParaRPr lang="es-PE"/>
          </a:p>
        </p:txBody>
      </p:sp>
      <p:sp>
        <p:nvSpPr>
          <p:cNvPr id="6" name="Marcador de pie de página 5">
            <a:extLst>
              <a:ext uri="{FF2B5EF4-FFF2-40B4-BE49-F238E27FC236}">
                <a16:creationId xmlns:a16="http://schemas.microsoft.com/office/drawing/2014/main" id="{C6481F09-5776-CF63-9640-C24C635DB6DE}"/>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6260FBEE-134A-89E8-2F5A-4BFF909822A1}"/>
              </a:ext>
            </a:extLst>
          </p:cNvPr>
          <p:cNvSpPr>
            <a:spLocks noGrp="1"/>
          </p:cNvSpPr>
          <p:nvPr>
            <p:ph type="sldNum" sz="quarter" idx="12"/>
          </p:nvPr>
        </p:nvSpPr>
        <p:spPr/>
        <p:txBody>
          <a:bodyPr/>
          <a:lstStyle/>
          <a:p>
            <a:fld id="{1CA19646-611F-411B-88E9-43477F61A45E}" type="slidenum">
              <a:rPr lang="es-PE" smtClean="0"/>
              <a:t>‹Nº›</a:t>
            </a:fld>
            <a:endParaRPr lang="es-PE"/>
          </a:p>
        </p:txBody>
      </p:sp>
    </p:spTree>
    <p:extLst>
      <p:ext uri="{BB962C8B-B14F-4D97-AF65-F5344CB8AC3E}">
        <p14:creationId xmlns:p14="http://schemas.microsoft.com/office/powerpoint/2010/main" val="4245409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848E22-3D7D-14E0-9C34-31B66F66CA49}"/>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BD38FFA6-8DDC-B212-8CFF-B680D26775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BE285D7F-D353-4975-4BBE-A39CE4842283}"/>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a:extLst>
              <a:ext uri="{FF2B5EF4-FFF2-40B4-BE49-F238E27FC236}">
                <a16:creationId xmlns:a16="http://schemas.microsoft.com/office/drawing/2014/main" id="{C0BE961C-6239-44F1-82A6-059932455F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6C6AC253-09CF-96C6-071E-E4683ED90BF1}"/>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a:extLst>
              <a:ext uri="{FF2B5EF4-FFF2-40B4-BE49-F238E27FC236}">
                <a16:creationId xmlns:a16="http://schemas.microsoft.com/office/drawing/2014/main" id="{C3B0F897-AFCF-469B-6E47-75F7C8885BD0}"/>
              </a:ext>
            </a:extLst>
          </p:cNvPr>
          <p:cNvSpPr>
            <a:spLocks noGrp="1"/>
          </p:cNvSpPr>
          <p:nvPr>
            <p:ph type="dt" sz="half" idx="10"/>
          </p:nvPr>
        </p:nvSpPr>
        <p:spPr/>
        <p:txBody>
          <a:bodyPr/>
          <a:lstStyle/>
          <a:p>
            <a:fld id="{A60987DF-C1F8-4F0F-81CB-FC15FBDFB39A}" type="datetimeFigureOut">
              <a:rPr lang="es-PE" smtClean="0"/>
              <a:t>5/11/2024</a:t>
            </a:fld>
            <a:endParaRPr lang="es-PE"/>
          </a:p>
        </p:txBody>
      </p:sp>
      <p:sp>
        <p:nvSpPr>
          <p:cNvPr id="8" name="Marcador de pie de página 7">
            <a:extLst>
              <a:ext uri="{FF2B5EF4-FFF2-40B4-BE49-F238E27FC236}">
                <a16:creationId xmlns:a16="http://schemas.microsoft.com/office/drawing/2014/main" id="{B739B62C-CF1B-7653-16B1-1C5051B23623}"/>
              </a:ext>
            </a:extLst>
          </p:cNvPr>
          <p:cNvSpPr>
            <a:spLocks noGrp="1"/>
          </p:cNvSpPr>
          <p:nvPr>
            <p:ph type="ftr" sz="quarter" idx="11"/>
          </p:nvPr>
        </p:nvSpPr>
        <p:spPr/>
        <p:txBody>
          <a:bodyPr/>
          <a:lstStyle/>
          <a:p>
            <a:endParaRPr lang="es-PE"/>
          </a:p>
        </p:txBody>
      </p:sp>
      <p:sp>
        <p:nvSpPr>
          <p:cNvPr id="9" name="Marcador de número de diapositiva 8">
            <a:extLst>
              <a:ext uri="{FF2B5EF4-FFF2-40B4-BE49-F238E27FC236}">
                <a16:creationId xmlns:a16="http://schemas.microsoft.com/office/drawing/2014/main" id="{6740D05A-3C3B-C6D1-5805-5B274FFC3093}"/>
              </a:ext>
            </a:extLst>
          </p:cNvPr>
          <p:cNvSpPr>
            <a:spLocks noGrp="1"/>
          </p:cNvSpPr>
          <p:nvPr>
            <p:ph type="sldNum" sz="quarter" idx="12"/>
          </p:nvPr>
        </p:nvSpPr>
        <p:spPr/>
        <p:txBody>
          <a:bodyPr/>
          <a:lstStyle/>
          <a:p>
            <a:fld id="{1CA19646-611F-411B-88E9-43477F61A45E}" type="slidenum">
              <a:rPr lang="es-PE" smtClean="0"/>
              <a:t>‹Nº›</a:t>
            </a:fld>
            <a:endParaRPr lang="es-PE"/>
          </a:p>
        </p:txBody>
      </p:sp>
    </p:spTree>
    <p:extLst>
      <p:ext uri="{BB962C8B-B14F-4D97-AF65-F5344CB8AC3E}">
        <p14:creationId xmlns:p14="http://schemas.microsoft.com/office/powerpoint/2010/main" val="8037162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629B24-F2E4-0016-340F-5B554DF11222}"/>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fecha 2">
            <a:extLst>
              <a:ext uri="{FF2B5EF4-FFF2-40B4-BE49-F238E27FC236}">
                <a16:creationId xmlns:a16="http://schemas.microsoft.com/office/drawing/2014/main" id="{CB2AF7AD-5696-346A-39FB-DBC2C518EBB4}"/>
              </a:ext>
            </a:extLst>
          </p:cNvPr>
          <p:cNvSpPr>
            <a:spLocks noGrp="1"/>
          </p:cNvSpPr>
          <p:nvPr>
            <p:ph type="dt" sz="half" idx="10"/>
          </p:nvPr>
        </p:nvSpPr>
        <p:spPr/>
        <p:txBody>
          <a:bodyPr/>
          <a:lstStyle/>
          <a:p>
            <a:fld id="{A60987DF-C1F8-4F0F-81CB-FC15FBDFB39A}" type="datetimeFigureOut">
              <a:rPr lang="es-PE" smtClean="0"/>
              <a:t>5/11/2024</a:t>
            </a:fld>
            <a:endParaRPr lang="es-PE"/>
          </a:p>
        </p:txBody>
      </p:sp>
      <p:sp>
        <p:nvSpPr>
          <p:cNvPr id="4" name="Marcador de pie de página 3">
            <a:extLst>
              <a:ext uri="{FF2B5EF4-FFF2-40B4-BE49-F238E27FC236}">
                <a16:creationId xmlns:a16="http://schemas.microsoft.com/office/drawing/2014/main" id="{3C16089B-1ED6-5977-267B-4A60C575F928}"/>
              </a:ext>
            </a:extLst>
          </p:cNvPr>
          <p:cNvSpPr>
            <a:spLocks noGrp="1"/>
          </p:cNvSpPr>
          <p:nvPr>
            <p:ph type="ftr" sz="quarter" idx="11"/>
          </p:nvPr>
        </p:nvSpPr>
        <p:spPr/>
        <p:txBody>
          <a:bodyPr/>
          <a:lstStyle/>
          <a:p>
            <a:endParaRPr lang="es-PE"/>
          </a:p>
        </p:txBody>
      </p:sp>
      <p:sp>
        <p:nvSpPr>
          <p:cNvPr id="5" name="Marcador de número de diapositiva 4">
            <a:extLst>
              <a:ext uri="{FF2B5EF4-FFF2-40B4-BE49-F238E27FC236}">
                <a16:creationId xmlns:a16="http://schemas.microsoft.com/office/drawing/2014/main" id="{1383469C-F40D-CDC5-A999-F15C4959D3BE}"/>
              </a:ext>
            </a:extLst>
          </p:cNvPr>
          <p:cNvSpPr>
            <a:spLocks noGrp="1"/>
          </p:cNvSpPr>
          <p:nvPr>
            <p:ph type="sldNum" sz="quarter" idx="12"/>
          </p:nvPr>
        </p:nvSpPr>
        <p:spPr/>
        <p:txBody>
          <a:bodyPr/>
          <a:lstStyle/>
          <a:p>
            <a:fld id="{1CA19646-611F-411B-88E9-43477F61A45E}" type="slidenum">
              <a:rPr lang="es-PE" smtClean="0"/>
              <a:t>‹Nº›</a:t>
            </a:fld>
            <a:endParaRPr lang="es-PE"/>
          </a:p>
        </p:txBody>
      </p:sp>
    </p:spTree>
    <p:extLst>
      <p:ext uri="{BB962C8B-B14F-4D97-AF65-F5344CB8AC3E}">
        <p14:creationId xmlns:p14="http://schemas.microsoft.com/office/powerpoint/2010/main" val="4183107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3846C3F-0767-E765-A119-E5C7CAA2730C}"/>
              </a:ext>
            </a:extLst>
          </p:cNvPr>
          <p:cNvSpPr>
            <a:spLocks noGrp="1"/>
          </p:cNvSpPr>
          <p:nvPr>
            <p:ph type="dt" sz="half" idx="10"/>
          </p:nvPr>
        </p:nvSpPr>
        <p:spPr/>
        <p:txBody>
          <a:bodyPr/>
          <a:lstStyle/>
          <a:p>
            <a:fld id="{A60987DF-C1F8-4F0F-81CB-FC15FBDFB39A}" type="datetimeFigureOut">
              <a:rPr lang="es-PE" smtClean="0"/>
              <a:t>5/11/2024</a:t>
            </a:fld>
            <a:endParaRPr lang="es-PE"/>
          </a:p>
        </p:txBody>
      </p:sp>
      <p:sp>
        <p:nvSpPr>
          <p:cNvPr id="3" name="Marcador de pie de página 2">
            <a:extLst>
              <a:ext uri="{FF2B5EF4-FFF2-40B4-BE49-F238E27FC236}">
                <a16:creationId xmlns:a16="http://schemas.microsoft.com/office/drawing/2014/main" id="{5DED8181-6BEC-1408-B61C-26F2C27E7BAB}"/>
              </a:ext>
            </a:extLst>
          </p:cNvPr>
          <p:cNvSpPr>
            <a:spLocks noGrp="1"/>
          </p:cNvSpPr>
          <p:nvPr>
            <p:ph type="ftr" sz="quarter" idx="11"/>
          </p:nvPr>
        </p:nvSpPr>
        <p:spPr/>
        <p:txBody>
          <a:bodyPr/>
          <a:lstStyle/>
          <a:p>
            <a:endParaRPr lang="es-PE"/>
          </a:p>
        </p:txBody>
      </p:sp>
      <p:sp>
        <p:nvSpPr>
          <p:cNvPr id="4" name="Marcador de número de diapositiva 3">
            <a:extLst>
              <a:ext uri="{FF2B5EF4-FFF2-40B4-BE49-F238E27FC236}">
                <a16:creationId xmlns:a16="http://schemas.microsoft.com/office/drawing/2014/main" id="{0BB5CF68-8575-F382-AF83-76E7BB073237}"/>
              </a:ext>
            </a:extLst>
          </p:cNvPr>
          <p:cNvSpPr>
            <a:spLocks noGrp="1"/>
          </p:cNvSpPr>
          <p:nvPr>
            <p:ph type="sldNum" sz="quarter" idx="12"/>
          </p:nvPr>
        </p:nvSpPr>
        <p:spPr/>
        <p:txBody>
          <a:bodyPr/>
          <a:lstStyle/>
          <a:p>
            <a:fld id="{1CA19646-611F-411B-88E9-43477F61A45E}" type="slidenum">
              <a:rPr lang="es-PE" smtClean="0"/>
              <a:t>‹Nº›</a:t>
            </a:fld>
            <a:endParaRPr lang="es-PE"/>
          </a:p>
        </p:txBody>
      </p:sp>
    </p:spTree>
    <p:extLst>
      <p:ext uri="{BB962C8B-B14F-4D97-AF65-F5344CB8AC3E}">
        <p14:creationId xmlns:p14="http://schemas.microsoft.com/office/powerpoint/2010/main" val="8164173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F9E5E3-76F0-ED85-1CFF-C10648F5A34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FE1C9E72-A07E-4C80-59BA-EAB0A29B09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a:extLst>
              <a:ext uri="{FF2B5EF4-FFF2-40B4-BE49-F238E27FC236}">
                <a16:creationId xmlns:a16="http://schemas.microsoft.com/office/drawing/2014/main" id="{891972D3-29A6-9DC1-820B-04A7112E38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A73D1B0-1549-8BDA-856B-DAA2880F369B}"/>
              </a:ext>
            </a:extLst>
          </p:cNvPr>
          <p:cNvSpPr>
            <a:spLocks noGrp="1"/>
          </p:cNvSpPr>
          <p:nvPr>
            <p:ph type="dt" sz="half" idx="10"/>
          </p:nvPr>
        </p:nvSpPr>
        <p:spPr/>
        <p:txBody>
          <a:bodyPr/>
          <a:lstStyle/>
          <a:p>
            <a:fld id="{A60987DF-C1F8-4F0F-81CB-FC15FBDFB39A}" type="datetimeFigureOut">
              <a:rPr lang="es-PE" smtClean="0"/>
              <a:t>5/11/2024</a:t>
            </a:fld>
            <a:endParaRPr lang="es-PE"/>
          </a:p>
        </p:txBody>
      </p:sp>
      <p:sp>
        <p:nvSpPr>
          <p:cNvPr id="6" name="Marcador de pie de página 5">
            <a:extLst>
              <a:ext uri="{FF2B5EF4-FFF2-40B4-BE49-F238E27FC236}">
                <a16:creationId xmlns:a16="http://schemas.microsoft.com/office/drawing/2014/main" id="{941A05D8-4459-BB8C-7F84-5E02DFE68105}"/>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91E6F5B0-AB68-FD86-42EC-179CF2120973}"/>
              </a:ext>
            </a:extLst>
          </p:cNvPr>
          <p:cNvSpPr>
            <a:spLocks noGrp="1"/>
          </p:cNvSpPr>
          <p:nvPr>
            <p:ph type="sldNum" sz="quarter" idx="12"/>
          </p:nvPr>
        </p:nvSpPr>
        <p:spPr/>
        <p:txBody>
          <a:bodyPr/>
          <a:lstStyle/>
          <a:p>
            <a:fld id="{1CA19646-611F-411B-88E9-43477F61A45E}" type="slidenum">
              <a:rPr lang="es-PE" smtClean="0"/>
              <a:t>‹Nº›</a:t>
            </a:fld>
            <a:endParaRPr lang="es-PE"/>
          </a:p>
        </p:txBody>
      </p:sp>
    </p:spTree>
    <p:extLst>
      <p:ext uri="{BB962C8B-B14F-4D97-AF65-F5344CB8AC3E}">
        <p14:creationId xmlns:p14="http://schemas.microsoft.com/office/powerpoint/2010/main" val="1806494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129AAA-F9DD-95A3-DDBF-5D64A86A4D3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posición de imagen 2">
            <a:extLst>
              <a:ext uri="{FF2B5EF4-FFF2-40B4-BE49-F238E27FC236}">
                <a16:creationId xmlns:a16="http://schemas.microsoft.com/office/drawing/2014/main" id="{1FD074CB-D5A1-7AEE-F518-3C5BB48A77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a:extLst>
              <a:ext uri="{FF2B5EF4-FFF2-40B4-BE49-F238E27FC236}">
                <a16:creationId xmlns:a16="http://schemas.microsoft.com/office/drawing/2014/main" id="{B1732236-261F-8599-A522-A902A04696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6050660-DBAB-D75F-818F-07F5FF7D4027}"/>
              </a:ext>
            </a:extLst>
          </p:cNvPr>
          <p:cNvSpPr>
            <a:spLocks noGrp="1"/>
          </p:cNvSpPr>
          <p:nvPr>
            <p:ph type="dt" sz="half" idx="10"/>
          </p:nvPr>
        </p:nvSpPr>
        <p:spPr/>
        <p:txBody>
          <a:bodyPr/>
          <a:lstStyle/>
          <a:p>
            <a:fld id="{A60987DF-C1F8-4F0F-81CB-FC15FBDFB39A}" type="datetimeFigureOut">
              <a:rPr lang="es-PE" smtClean="0"/>
              <a:t>5/11/2024</a:t>
            </a:fld>
            <a:endParaRPr lang="es-PE"/>
          </a:p>
        </p:txBody>
      </p:sp>
      <p:sp>
        <p:nvSpPr>
          <p:cNvPr id="6" name="Marcador de pie de página 5">
            <a:extLst>
              <a:ext uri="{FF2B5EF4-FFF2-40B4-BE49-F238E27FC236}">
                <a16:creationId xmlns:a16="http://schemas.microsoft.com/office/drawing/2014/main" id="{0FBDBD03-C50C-2615-E5F3-5A16267555B8}"/>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200AFEFC-D2FE-9CCA-B433-A380DC26BB49}"/>
              </a:ext>
            </a:extLst>
          </p:cNvPr>
          <p:cNvSpPr>
            <a:spLocks noGrp="1"/>
          </p:cNvSpPr>
          <p:nvPr>
            <p:ph type="sldNum" sz="quarter" idx="12"/>
          </p:nvPr>
        </p:nvSpPr>
        <p:spPr/>
        <p:txBody>
          <a:bodyPr/>
          <a:lstStyle/>
          <a:p>
            <a:fld id="{1CA19646-611F-411B-88E9-43477F61A45E}" type="slidenum">
              <a:rPr lang="es-PE" smtClean="0"/>
              <a:t>‹Nº›</a:t>
            </a:fld>
            <a:endParaRPr lang="es-PE"/>
          </a:p>
        </p:txBody>
      </p:sp>
    </p:spTree>
    <p:extLst>
      <p:ext uri="{BB962C8B-B14F-4D97-AF65-F5344CB8AC3E}">
        <p14:creationId xmlns:p14="http://schemas.microsoft.com/office/powerpoint/2010/main" val="4353665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99C3D0-6012-1DFE-ACF6-C7739CB081E7}"/>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9D2E2D86-0CFE-D9C9-026B-54A3689EB4A9}"/>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97889543-66F5-C683-AC20-4F76F2A38E4F}"/>
              </a:ext>
            </a:extLst>
          </p:cNvPr>
          <p:cNvSpPr>
            <a:spLocks noGrp="1"/>
          </p:cNvSpPr>
          <p:nvPr>
            <p:ph type="dt" sz="half" idx="10"/>
          </p:nvPr>
        </p:nvSpPr>
        <p:spPr/>
        <p:txBody>
          <a:bodyPr/>
          <a:lstStyle/>
          <a:p>
            <a:fld id="{A60987DF-C1F8-4F0F-81CB-FC15FBDFB39A}" type="datetimeFigureOut">
              <a:rPr lang="es-PE" smtClean="0"/>
              <a:t>5/11/2024</a:t>
            </a:fld>
            <a:endParaRPr lang="es-PE"/>
          </a:p>
        </p:txBody>
      </p:sp>
      <p:sp>
        <p:nvSpPr>
          <p:cNvPr id="5" name="Marcador de pie de página 4">
            <a:extLst>
              <a:ext uri="{FF2B5EF4-FFF2-40B4-BE49-F238E27FC236}">
                <a16:creationId xmlns:a16="http://schemas.microsoft.com/office/drawing/2014/main" id="{30E59C74-2AC3-E795-480C-7CEA9592F0B9}"/>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2D53F95D-C957-09FF-0A64-9F8E6DE3E92B}"/>
              </a:ext>
            </a:extLst>
          </p:cNvPr>
          <p:cNvSpPr>
            <a:spLocks noGrp="1"/>
          </p:cNvSpPr>
          <p:nvPr>
            <p:ph type="sldNum" sz="quarter" idx="12"/>
          </p:nvPr>
        </p:nvSpPr>
        <p:spPr/>
        <p:txBody>
          <a:bodyPr/>
          <a:lstStyle/>
          <a:p>
            <a:fld id="{1CA19646-611F-411B-88E9-43477F61A45E}" type="slidenum">
              <a:rPr lang="es-PE" smtClean="0"/>
              <a:t>‹Nº›</a:t>
            </a:fld>
            <a:endParaRPr lang="es-PE"/>
          </a:p>
        </p:txBody>
      </p:sp>
    </p:spTree>
    <p:extLst>
      <p:ext uri="{BB962C8B-B14F-4D97-AF65-F5344CB8AC3E}">
        <p14:creationId xmlns:p14="http://schemas.microsoft.com/office/powerpoint/2010/main" val="13001377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BDF4338A-B6D8-1DC2-B16A-7C2BD51EC2CC}"/>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966D899D-0CBE-43B4-EFE3-65629F25746F}"/>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FE72D0A3-C0A0-38EF-DC25-49C3DA767466}"/>
              </a:ext>
            </a:extLst>
          </p:cNvPr>
          <p:cNvSpPr>
            <a:spLocks noGrp="1"/>
          </p:cNvSpPr>
          <p:nvPr>
            <p:ph type="dt" sz="half" idx="10"/>
          </p:nvPr>
        </p:nvSpPr>
        <p:spPr/>
        <p:txBody>
          <a:bodyPr/>
          <a:lstStyle/>
          <a:p>
            <a:fld id="{A60987DF-C1F8-4F0F-81CB-FC15FBDFB39A}" type="datetimeFigureOut">
              <a:rPr lang="es-PE" smtClean="0"/>
              <a:t>5/11/2024</a:t>
            </a:fld>
            <a:endParaRPr lang="es-PE"/>
          </a:p>
        </p:txBody>
      </p:sp>
      <p:sp>
        <p:nvSpPr>
          <p:cNvPr id="5" name="Marcador de pie de página 4">
            <a:extLst>
              <a:ext uri="{FF2B5EF4-FFF2-40B4-BE49-F238E27FC236}">
                <a16:creationId xmlns:a16="http://schemas.microsoft.com/office/drawing/2014/main" id="{374E82E8-2732-2024-598A-0116639DE3B2}"/>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7F3A8127-91C5-DA92-5F8D-DE57AA6477B0}"/>
              </a:ext>
            </a:extLst>
          </p:cNvPr>
          <p:cNvSpPr>
            <a:spLocks noGrp="1"/>
          </p:cNvSpPr>
          <p:nvPr>
            <p:ph type="sldNum" sz="quarter" idx="12"/>
          </p:nvPr>
        </p:nvSpPr>
        <p:spPr/>
        <p:txBody>
          <a:bodyPr/>
          <a:lstStyle/>
          <a:p>
            <a:fld id="{1CA19646-611F-411B-88E9-43477F61A45E}" type="slidenum">
              <a:rPr lang="es-PE" smtClean="0"/>
              <a:t>‹Nº›</a:t>
            </a:fld>
            <a:endParaRPr lang="es-PE"/>
          </a:p>
        </p:txBody>
      </p:sp>
    </p:spTree>
    <p:extLst>
      <p:ext uri="{BB962C8B-B14F-4D97-AF65-F5344CB8AC3E}">
        <p14:creationId xmlns:p14="http://schemas.microsoft.com/office/powerpoint/2010/main" val="164868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6448CDA-FFF9-5699-BD3F-89C2EBB7BD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62BE8BDA-4F74-B2A5-65F2-0F2CC86773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F6D90FB1-2115-7191-FF0F-24E2527D9B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60987DF-C1F8-4F0F-81CB-FC15FBDFB39A}" type="datetimeFigureOut">
              <a:rPr lang="es-PE" smtClean="0"/>
              <a:t>5/11/2024</a:t>
            </a:fld>
            <a:endParaRPr lang="es-PE"/>
          </a:p>
        </p:txBody>
      </p:sp>
      <p:sp>
        <p:nvSpPr>
          <p:cNvPr id="5" name="Marcador de pie de página 4">
            <a:extLst>
              <a:ext uri="{FF2B5EF4-FFF2-40B4-BE49-F238E27FC236}">
                <a16:creationId xmlns:a16="http://schemas.microsoft.com/office/drawing/2014/main" id="{31023750-8B4F-30B6-FAA5-F89645B90F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PE"/>
          </a:p>
        </p:txBody>
      </p:sp>
      <p:sp>
        <p:nvSpPr>
          <p:cNvPr id="6" name="Marcador de número de diapositiva 5">
            <a:extLst>
              <a:ext uri="{FF2B5EF4-FFF2-40B4-BE49-F238E27FC236}">
                <a16:creationId xmlns:a16="http://schemas.microsoft.com/office/drawing/2014/main" id="{F228562B-E413-0D34-9ACF-C6A6D2362C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CA19646-611F-411B-88E9-43477F61A45E}" type="slidenum">
              <a:rPr lang="es-PE" smtClean="0"/>
              <a:t>‹Nº›</a:t>
            </a:fld>
            <a:endParaRPr lang="es-PE"/>
          </a:p>
        </p:txBody>
      </p:sp>
    </p:spTree>
    <p:extLst>
      <p:ext uri="{BB962C8B-B14F-4D97-AF65-F5344CB8AC3E}">
        <p14:creationId xmlns:p14="http://schemas.microsoft.com/office/powerpoint/2010/main" val="31308170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hemeOverride" Target="../theme/themeOverride1.xml"/><Relationship Id="rId6" Type="http://schemas.openxmlformats.org/officeDocument/2006/relationships/image" Target="../media/image6.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46D23D3E-3A7A-51CF-3930-08C1B4259908}"/>
              </a:ext>
            </a:extLst>
          </p:cNvPr>
          <p:cNvSpPr>
            <a:spLocks/>
          </p:cNvSpPr>
          <p:nvPr/>
        </p:nvSpPr>
        <p:spPr>
          <a:xfrm>
            <a:off x="0" y="1524661"/>
            <a:ext cx="12502835" cy="5333340"/>
          </a:xfrm>
          <a:prstGeom prst="rect">
            <a:avLst/>
          </a:prstGeom>
          <a:solidFill>
            <a:srgbClr val="EEEEEE"/>
          </a:solidFill>
          <a:ln>
            <a:solidFill>
              <a:srgbClr val="DCDCDC"/>
            </a:solidFill>
          </a:ln>
        </p:spPr>
        <p:style>
          <a:lnRef idx="2">
            <a:schemeClr val="accent1">
              <a:shade val="15000"/>
            </a:schemeClr>
          </a:lnRef>
          <a:fillRef idx="1001">
            <a:schemeClr val="lt2"/>
          </a:fillRef>
          <a:effectRef idx="0">
            <a:schemeClr val="accent1"/>
          </a:effectRef>
          <a:fontRef idx="minor">
            <a:schemeClr val="lt1"/>
          </a:fontRef>
        </p:style>
        <p:txBody>
          <a:bodyPr rtlCol="0" anchor="ctr"/>
          <a:lstStyle/>
          <a:p>
            <a:pPr algn="ctr"/>
            <a:endParaRPr lang="es-PE" dirty="0"/>
          </a:p>
        </p:txBody>
      </p:sp>
      <p:sp>
        <p:nvSpPr>
          <p:cNvPr id="4" name="Rectángulo 3">
            <a:extLst>
              <a:ext uri="{FF2B5EF4-FFF2-40B4-BE49-F238E27FC236}">
                <a16:creationId xmlns:a16="http://schemas.microsoft.com/office/drawing/2014/main" id="{C97374DA-16D4-B576-A2DE-28F55FB74CCA}"/>
              </a:ext>
            </a:extLst>
          </p:cNvPr>
          <p:cNvSpPr/>
          <p:nvPr/>
        </p:nvSpPr>
        <p:spPr>
          <a:xfrm>
            <a:off x="0" y="0"/>
            <a:ext cx="12502836" cy="156371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tx1"/>
              </a:solidFill>
            </a:endParaRPr>
          </a:p>
        </p:txBody>
      </p:sp>
      <p:pic>
        <p:nvPicPr>
          <p:cNvPr id="6" name="Imagen 5" descr="Interfaz de usuario gráfica, Texto, Aplicación&#10;&#10;Descripción generada automáticamente">
            <a:extLst>
              <a:ext uri="{FF2B5EF4-FFF2-40B4-BE49-F238E27FC236}">
                <a16:creationId xmlns:a16="http://schemas.microsoft.com/office/drawing/2014/main" id="{5E577465-3935-1906-737B-16FF47875F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488" y="143944"/>
            <a:ext cx="3203286" cy="1295079"/>
          </a:xfrm>
          <a:prstGeom prst="rect">
            <a:avLst/>
          </a:prstGeom>
        </p:spPr>
      </p:pic>
      <p:sp>
        <p:nvSpPr>
          <p:cNvPr id="7" name="Rectángulo 6">
            <a:extLst>
              <a:ext uri="{FF2B5EF4-FFF2-40B4-BE49-F238E27FC236}">
                <a16:creationId xmlns:a16="http://schemas.microsoft.com/office/drawing/2014/main" id="{31FC0448-17FD-5020-ABE7-2C46FC0F83F2}"/>
              </a:ext>
            </a:extLst>
          </p:cNvPr>
          <p:cNvSpPr/>
          <p:nvPr/>
        </p:nvSpPr>
        <p:spPr>
          <a:xfrm>
            <a:off x="588653" y="2646134"/>
            <a:ext cx="1494320" cy="461665"/>
          </a:xfrm>
          <a:prstGeom prst="rect">
            <a:avLst/>
          </a:prstGeom>
          <a:noFill/>
        </p:spPr>
        <p:txBody>
          <a:bodyPr wrap="none" lIns="91440" tIns="45720" rIns="91440" bIns="45720">
            <a:spAutoFit/>
          </a:bodyPr>
          <a:lstStyle/>
          <a:p>
            <a:pPr algn="ctr"/>
            <a:r>
              <a:rPr lang="es-ES" sz="2400" dirty="0">
                <a:ln w="0">
                  <a:noFill/>
                </a:ln>
                <a:latin typeface="Poppins" panose="00000500000000000000" pitchFamily="2" charset="0"/>
                <a:cs typeface="Poppins" panose="00000500000000000000" pitchFamily="2" charset="0"/>
              </a:rPr>
              <a:t>USUARIO</a:t>
            </a:r>
            <a:endParaRPr lang="es-ES" sz="2400" b="0" cap="none" spc="0" dirty="0">
              <a:ln w="0">
                <a:noFill/>
              </a:ln>
              <a:latin typeface="Poppins" panose="00000500000000000000" pitchFamily="2" charset="0"/>
              <a:cs typeface="Poppins" panose="00000500000000000000" pitchFamily="2" charset="0"/>
            </a:endParaRPr>
          </a:p>
        </p:txBody>
      </p:sp>
      <p:sp>
        <p:nvSpPr>
          <p:cNvPr id="3" name="Rectángulo 2">
            <a:extLst>
              <a:ext uri="{FF2B5EF4-FFF2-40B4-BE49-F238E27FC236}">
                <a16:creationId xmlns:a16="http://schemas.microsoft.com/office/drawing/2014/main" id="{9C9F6D16-E1CF-B4E3-13E4-26934883B3D4}"/>
              </a:ext>
            </a:extLst>
          </p:cNvPr>
          <p:cNvSpPr/>
          <p:nvPr/>
        </p:nvSpPr>
        <p:spPr>
          <a:xfrm>
            <a:off x="706846" y="3193437"/>
            <a:ext cx="2752254" cy="46166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PE"/>
          </a:p>
        </p:txBody>
      </p:sp>
      <p:sp>
        <p:nvSpPr>
          <p:cNvPr id="8" name="Rectángulo 7">
            <a:extLst>
              <a:ext uri="{FF2B5EF4-FFF2-40B4-BE49-F238E27FC236}">
                <a16:creationId xmlns:a16="http://schemas.microsoft.com/office/drawing/2014/main" id="{657083C8-44F1-EE14-CAAA-07A4399B45A2}"/>
              </a:ext>
            </a:extLst>
          </p:cNvPr>
          <p:cNvSpPr/>
          <p:nvPr/>
        </p:nvSpPr>
        <p:spPr>
          <a:xfrm>
            <a:off x="588653" y="3780770"/>
            <a:ext cx="2202847" cy="461665"/>
          </a:xfrm>
          <a:prstGeom prst="rect">
            <a:avLst/>
          </a:prstGeom>
          <a:noFill/>
        </p:spPr>
        <p:txBody>
          <a:bodyPr wrap="none" lIns="91440" tIns="45720" rIns="91440" bIns="45720">
            <a:spAutoFit/>
          </a:bodyPr>
          <a:lstStyle/>
          <a:p>
            <a:pPr algn="ctr"/>
            <a:r>
              <a:rPr lang="es-ES" sz="2400" dirty="0">
                <a:ln w="0">
                  <a:noFill/>
                </a:ln>
                <a:latin typeface="Poppins" panose="00000500000000000000" pitchFamily="2" charset="0"/>
                <a:cs typeface="Poppins" panose="00000500000000000000" pitchFamily="2" charset="0"/>
              </a:rPr>
              <a:t>CONTRASEÑA</a:t>
            </a:r>
            <a:endParaRPr lang="es-ES" sz="2400" b="0" cap="none" spc="0" dirty="0">
              <a:ln w="0">
                <a:noFill/>
              </a:ln>
              <a:latin typeface="Poppins" panose="00000500000000000000" pitchFamily="2" charset="0"/>
              <a:cs typeface="Poppins" panose="00000500000000000000" pitchFamily="2" charset="0"/>
            </a:endParaRPr>
          </a:p>
        </p:txBody>
      </p:sp>
      <p:sp>
        <p:nvSpPr>
          <p:cNvPr id="10" name="Rectángulo 9">
            <a:extLst>
              <a:ext uri="{FF2B5EF4-FFF2-40B4-BE49-F238E27FC236}">
                <a16:creationId xmlns:a16="http://schemas.microsoft.com/office/drawing/2014/main" id="{354A477B-259D-7F6C-90BC-F1CA161E47B4}"/>
              </a:ext>
            </a:extLst>
          </p:cNvPr>
          <p:cNvSpPr/>
          <p:nvPr/>
        </p:nvSpPr>
        <p:spPr>
          <a:xfrm>
            <a:off x="706846" y="4284507"/>
            <a:ext cx="2752254" cy="46166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PE"/>
          </a:p>
        </p:txBody>
      </p:sp>
      <p:sp>
        <p:nvSpPr>
          <p:cNvPr id="11" name="Rectángulo 10">
            <a:extLst>
              <a:ext uri="{FF2B5EF4-FFF2-40B4-BE49-F238E27FC236}">
                <a16:creationId xmlns:a16="http://schemas.microsoft.com/office/drawing/2014/main" id="{79B7F96B-A864-5B1F-4AB8-DE6B805EFC05}"/>
              </a:ext>
            </a:extLst>
          </p:cNvPr>
          <p:cNvSpPr/>
          <p:nvPr/>
        </p:nvSpPr>
        <p:spPr>
          <a:xfrm>
            <a:off x="706846" y="5070326"/>
            <a:ext cx="1901953" cy="73176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ENTRAR</a:t>
            </a:r>
          </a:p>
        </p:txBody>
      </p:sp>
      <p:pic>
        <p:nvPicPr>
          <p:cNvPr id="13" name="Imagen 12" descr="Un edificio de ladrillo&#10;&#10;Descripción generada automáticamente">
            <a:extLst>
              <a:ext uri="{FF2B5EF4-FFF2-40B4-BE49-F238E27FC236}">
                <a16:creationId xmlns:a16="http://schemas.microsoft.com/office/drawing/2014/main" id="{199B66FD-9D6A-0CD4-912A-FF0592BA1E80}"/>
              </a:ext>
            </a:extLst>
          </p:cNvPr>
          <p:cNvPicPr>
            <a:picLocks noChangeAspect="1"/>
          </p:cNvPicPr>
          <p:nvPr/>
        </p:nvPicPr>
        <p:blipFill>
          <a:blip r:embed="rId4">
            <a:extLst>
              <a:ext uri="{28A0092B-C50C-407E-A947-70E740481C1C}">
                <a14:useLocalDpi xmlns:a14="http://schemas.microsoft.com/office/drawing/2010/main" val="0"/>
              </a:ext>
            </a:extLst>
          </a:blip>
          <a:srcRect l="34972" r="32611"/>
          <a:stretch/>
        </p:blipFill>
        <p:spPr>
          <a:xfrm>
            <a:off x="8873227" y="0"/>
            <a:ext cx="3629608" cy="6858000"/>
          </a:xfrm>
          <a:prstGeom prst="rect">
            <a:avLst/>
          </a:prstGeom>
        </p:spPr>
      </p:pic>
      <p:sp>
        <p:nvSpPr>
          <p:cNvPr id="14" name="Rectángulo 13">
            <a:extLst>
              <a:ext uri="{FF2B5EF4-FFF2-40B4-BE49-F238E27FC236}">
                <a16:creationId xmlns:a16="http://schemas.microsoft.com/office/drawing/2014/main" id="{669CF5FF-042C-B2B5-0476-6B891678220E}"/>
              </a:ext>
            </a:extLst>
          </p:cNvPr>
          <p:cNvSpPr/>
          <p:nvPr/>
        </p:nvSpPr>
        <p:spPr>
          <a:xfrm>
            <a:off x="551671" y="2047868"/>
            <a:ext cx="2767103" cy="523220"/>
          </a:xfrm>
          <a:prstGeom prst="rect">
            <a:avLst/>
          </a:prstGeom>
          <a:noFill/>
        </p:spPr>
        <p:txBody>
          <a:bodyPr wrap="none" lIns="91440" tIns="45720" rIns="91440" bIns="45720">
            <a:spAutoFit/>
          </a:bodyPr>
          <a:lstStyle/>
          <a:p>
            <a:pPr algn="ctr"/>
            <a:r>
              <a:rPr lang="es-ES" sz="2800" b="1" cap="none" spc="0" dirty="0">
                <a:ln w="0">
                  <a:noFill/>
                </a:ln>
                <a:latin typeface="Poppins" panose="00000500000000000000" pitchFamily="2" charset="0"/>
                <a:cs typeface="Poppins" panose="00000500000000000000" pitchFamily="2" charset="0"/>
              </a:rPr>
              <a:t>INICIAR SESIÓ</a:t>
            </a:r>
            <a:r>
              <a:rPr lang="es-ES" sz="2800" b="1" dirty="0">
                <a:ln w="0">
                  <a:noFill/>
                </a:ln>
                <a:latin typeface="Poppins" panose="00000500000000000000" pitchFamily="2" charset="0"/>
                <a:cs typeface="Poppins" panose="00000500000000000000" pitchFamily="2" charset="0"/>
              </a:rPr>
              <a:t>N</a:t>
            </a:r>
            <a:endParaRPr lang="es-ES" sz="2800" b="1" cap="none" spc="0" dirty="0">
              <a:ln w="0">
                <a:noFill/>
              </a:ln>
              <a:latin typeface="Poppins" panose="00000500000000000000" pitchFamily="2" charset="0"/>
              <a:cs typeface="Poppins" panose="00000500000000000000" pitchFamily="2" charset="0"/>
            </a:endParaRPr>
          </a:p>
        </p:txBody>
      </p:sp>
      <p:sp>
        <p:nvSpPr>
          <p:cNvPr id="2" name="Rectángulo 1">
            <a:extLst>
              <a:ext uri="{FF2B5EF4-FFF2-40B4-BE49-F238E27FC236}">
                <a16:creationId xmlns:a16="http://schemas.microsoft.com/office/drawing/2014/main" id="{C3A5D6BA-BE34-13E6-9BBF-CC74D53466F2}"/>
              </a:ext>
            </a:extLst>
          </p:cNvPr>
          <p:cNvSpPr/>
          <p:nvPr/>
        </p:nvSpPr>
        <p:spPr>
          <a:xfrm>
            <a:off x="2888083" y="5070326"/>
            <a:ext cx="1901953" cy="73176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SALIR</a:t>
            </a:r>
          </a:p>
        </p:txBody>
      </p:sp>
    </p:spTree>
    <p:extLst>
      <p:ext uri="{BB962C8B-B14F-4D97-AF65-F5344CB8AC3E}">
        <p14:creationId xmlns:p14="http://schemas.microsoft.com/office/powerpoint/2010/main" val="40537723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95338D-9CC8-61AD-9018-A1632756CB87}"/>
              </a:ext>
            </a:extLst>
          </p:cNvPr>
          <p:cNvSpPr>
            <a:spLocks noGrp="1"/>
          </p:cNvSpPr>
          <p:nvPr>
            <p:ph type="title"/>
          </p:nvPr>
        </p:nvSpPr>
        <p:spPr/>
        <p:txBody>
          <a:bodyPr/>
          <a:lstStyle/>
          <a:p>
            <a:pPr algn="ctr"/>
            <a:r>
              <a:rPr lang="es-PE" dirty="0"/>
              <a:t>Ventanas de Errores del Login</a:t>
            </a:r>
          </a:p>
        </p:txBody>
      </p:sp>
      <p:sp>
        <p:nvSpPr>
          <p:cNvPr id="4" name="Rectángulo 3">
            <a:extLst>
              <a:ext uri="{FF2B5EF4-FFF2-40B4-BE49-F238E27FC236}">
                <a16:creationId xmlns:a16="http://schemas.microsoft.com/office/drawing/2014/main" id="{695785B0-7505-2BBF-35A7-D2ED5C0EB2D9}"/>
              </a:ext>
            </a:extLst>
          </p:cNvPr>
          <p:cNvSpPr/>
          <p:nvPr/>
        </p:nvSpPr>
        <p:spPr>
          <a:xfrm>
            <a:off x="704712" y="2030498"/>
            <a:ext cx="4799795" cy="3193352"/>
          </a:xfrm>
          <a:prstGeom prst="rect">
            <a:avLst/>
          </a:prstGeom>
          <a:solidFill>
            <a:schemeClr val="bg1"/>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tx1"/>
              </a:solidFill>
            </a:endParaRPr>
          </a:p>
        </p:txBody>
      </p:sp>
      <p:sp>
        <p:nvSpPr>
          <p:cNvPr id="5" name="Rectángulo 4">
            <a:extLst>
              <a:ext uri="{FF2B5EF4-FFF2-40B4-BE49-F238E27FC236}">
                <a16:creationId xmlns:a16="http://schemas.microsoft.com/office/drawing/2014/main" id="{2DD1A75C-2D5E-E414-3DFB-E778B8DAF0B7}"/>
              </a:ext>
            </a:extLst>
          </p:cNvPr>
          <p:cNvSpPr/>
          <p:nvPr/>
        </p:nvSpPr>
        <p:spPr>
          <a:xfrm>
            <a:off x="1494344" y="2575110"/>
            <a:ext cx="1305165" cy="523220"/>
          </a:xfrm>
          <a:prstGeom prst="rect">
            <a:avLst/>
          </a:prstGeom>
          <a:noFill/>
        </p:spPr>
        <p:txBody>
          <a:bodyPr wrap="none" lIns="91440" tIns="45720" rIns="91440" bIns="45720">
            <a:spAutoFit/>
          </a:bodyPr>
          <a:lstStyle/>
          <a:p>
            <a:pPr algn="ctr"/>
            <a:r>
              <a:rPr lang="es-ES" sz="2800" b="1" dirty="0">
                <a:ln w="0">
                  <a:noFill/>
                </a:ln>
                <a:solidFill>
                  <a:srgbClr val="FF0000"/>
                </a:solidFill>
                <a:latin typeface="Poppins" panose="00000500000000000000" pitchFamily="2" charset="0"/>
                <a:cs typeface="Poppins" panose="00000500000000000000" pitchFamily="2" charset="0"/>
              </a:rPr>
              <a:t>ERROR</a:t>
            </a:r>
            <a:endParaRPr lang="es-ES" sz="2800" b="1" cap="none" spc="0" dirty="0">
              <a:ln w="0">
                <a:noFill/>
              </a:ln>
              <a:solidFill>
                <a:srgbClr val="FF0000"/>
              </a:solidFill>
              <a:latin typeface="Poppins" panose="00000500000000000000" pitchFamily="2" charset="0"/>
              <a:cs typeface="Poppins" panose="00000500000000000000" pitchFamily="2" charset="0"/>
            </a:endParaRPr>
          </a:p>
        </p:txBody>
      </p:sp>
      <p:sp>
        <p:nvSpPr>
          <p:cNvPr id="6" name="Rectángulo 5">
            <a:extLst>
              <a:ext uri="{FF2B5EF4-FFF2-40B4-BE49-F238E27FC236}">
                <a16:creationId xmlns:a16="http://schemas.microsoft.com/office/drawing/2014/main" id="{28028C42-12B3-DC84-B712-53E316425A5B}"/>
              </a:ext>
            </a:extLst>
          </p:cNvPr>
          <p:cNvSpPr/>
          <p:nvPr/>
        </p:nvSpPr>
        <p:spPr>
          <a:xfrm>
            <a:off x="904170" y="3141149"/>
            <a:ext cx="2485514" cy="738664"/>
          </a:xfrm>
          <a:prstGeom prst="rect">
            <a:avLst/>
          </a:prstGeom>
          <a:noFill/>
        </p:spPr>
        <p:txBody>
          <a:bodyPr wrap="square" lIns="91440" tIns="45720" rIns="91440" bIns="45720">
            <a:spAutoFit/>
          </a:bodyPr>
          <a:lstStyle/>
          <a:p>
            <a:pPr algn="ctr"/>
            <a:r>
              <a:rPr lang="es-ES" sz="1400" b="0" cap="none" spc="0" dirty="0">
                <a:ln w="0">
                  <a:noFill/>
                </a:ln>
                <a:latin typeface="Poppins" panose="00000500000000000000" pitchFamily="2" charset="0"/>
                <a:cs typeface="Poppins" panose="00000500000000000000" pitchFamily="2" charset="0"/>
              </a:rPr>
              <a:t>“Usuario o Contraseña” “incorrectos</a:t>
            </a:r>
            <a:r>
              <a:rPr lang="es-ES" sz="1400" dirty="0">
                <a:ln w="0">
                  <a:noFill/>
                </a:ln>
                <a:latin typeface="Poppins" panose="00000500000000000000" pitchFamily="2" charset="0"/>
                <a:cs typeface="Poppins" panose="00000500000000000000" pitchFamily="2" charset="0"/>
              </a:rPr>
              <a:t>”</a:t>
            </a:r>
            <a:endParaRPr lang="es-ES" sz="1400" b="0" cap="none" spc="0" dirty="0">
              <a:ln w="0">
                <a:noFill/>
              </a:ln>
              <a:latin typeface="Poppins" panose="00000500000000000000" pitchFamily="2" charset="0"/>
              <a:cs typeface="Poppins" panose="00000500000000000000" pitchFamily="2" charset="0"/>
            </a:endParaRPr>
          </a:p>
          <a:p>
            <a:pPr algn="ctr"/>
            <a:r>
              <a:rPr lang="es-ES" sz="1400" dirty="0">
                <a:ln w="0">
                  <a:noFill/>
                </a:ln>
                <a:latin typeface="Poppins" panose="00000500000000000000" pitchFamily="2" charset="0"/>
                <a:cs typeface="Poppins" panose="00000500000000000000" pitchFamily="2" charset="0"/>
              </a:rPr>
              <a:t>Volver a digitar datos.</a:t>
            </a:r>
            <a:endParaRPr lang="es-ES" sz="1400" b="0" cap="none" spc="0" dirty="0">
              <a:ln w="0">
                <a:noFill/>
              </a:ln>
              <a:latin typeface="Poppins" panose="00000500000000000000" pitchFamily="2" charset="0"/>
              <a:cs typeface="Poppins" panose="00000500000000000000" pitchFamily="2" charset="0"/>
            </a:endParaRPr>
          </a:p>
        </p:txBody>
      </p:sp>
      <p:pic>
        <p:nvPicPr>
          <p:cNvPr id="8" name="Imagen 7" descr="Una caricatura de una persona&#10;&#10;Descripción generada automáticamente con confianza media">
            <a:extLst>
              <a:ext uri="{FF2B5EF4-FFF2-40B4-BE49-F238E27FC236}">
                <a16:creationId xmlns:a16="http://schemas.microsoft.com/office/drawing/2014/main" id="{C7991AD2-702B-8DA7-141A-5F67E65F48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9142" y="2167129"/>
            <a:ext cx="1563283" cy="2045956"/>
          </a:xfrm>
          <a:prstGeom prst="rect">
            <a:avLst/>
          </a:prstGeom>
        </p:spPr>
      </p:pic>
      <p:sp>
        <p:nvSpPr>
          <p:cNvPr id="9" name="Rectángulo 8">
            <a:extLst>
              <a:ext uri="{FF2B5EF4-FFF2-40B4-BE49-F238E27FC236}">
                <a16:creationId xmlns:a16="http://schemas.microsoft.com/office/drawing/2014/main" id="{31BD02E1-1847-0BD5-154F-D904AFAD40EC}"/>
              </a:ext>
            </a:extLst>
          </p:cNvPr>
          <p:cNvSpPr/>
          <p:nvPr/>
        </p:nvSpPr>
        <p:spPr>
          <a:xfrm>
            <a:off x="6765956" y="2030498"/>
            <a:ext cx="4799795" cy="3193352"/>
          </a:xfrm>
          <a:prstGeom prst="rect">
            <a:avLst/>
          </a:prstGeom>
          <a:solidFill>
            <a:schemeClr val="bg1"/>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tx1"/>
              </a:solidFill>
            </a:endParaRPr>
          </a:p>
        </p:txBody>
      </p:sp>
      <p:sp>
        <p:nvSpPr>
          <p:cNvPr id="10" name="Rectángulo 9">
            <a:extLst>
              <a:ext uri="{FF2B5EF4-FFF2-40B4-BE49-F238E27FC236}">
                <a16:creationId xmlns:a16="http://schemas.microsoft.com/office/drawing/2014/main" id="{D9E7D5E8-E25B-8FAC-F83D-E160F27F6736}"/>
              </a:ext>
            </a:extLst>
          </p:cNvPr>
          <p:cNvSpPr/>
          <p:nvPr/>
        </p:nvSpPr>
        <p:spPr>
          <a:xfrm>
            <a:off x="7555588" y="2575110"/>
            <a:ext cx="1305165" cy="523220"/>
          </a:xfrm>
          <a:prstGeom prst="rect">
            <a:avLst/>
          </a:prstGeom>
          <a:noFill/>
        </p:spPr>
        <p:txBody>
          <a:bodyPr wrap="none" lIns="91440" tIns="45720" rIns="91440" bIns="45720">
            <a:spAutoFit/>
          </a:bodyPr>
          <a:lstStyle/>
          <a:p>
            <a:pPr algn="ctr"/>
            <a:r>
              <a:rPr lang="es-ES" sz="2800" b="1" dirty="0">
                <a:ln w="0">
                  <a:noFill/>
                </a:ln>
                <a:solidFill>
                  <a:srgbClr val="FF0000"/>
                </a:solidFill>
                <a:latin typeface="Poppins" panose="00000500000000000000" pitchFamily="2" charset="0"/>
                <a:cs typeface="Poppins" panose="00000500000000000000" pitchFamily="2" charset="0"/>
              </a:rPr>
              <a:t>ERROR</a:t>
            </a:r>
            <a:endParaRPr lang="es-ES" sz="2800" b="1" cap="none" spc="0" dirty="0">
              <a:ln w="0">
                <a:noFill/>
              </a:ln>
              <a:solidFill>
                <a:srgbClr val="FF0000"/>
              </a:solidFill>
              <a:latin typeface="Poppins" panose="00000500000000000000" pitchFamily="2" charset="0"/>
              <a:cs typeface="Poppins" panose="00000500000000000000" pitchFamily="2" charset="0"/>
            </a:endParaRPr>
          </a:p>
        </p:txBody>
      </p:sp>
      <p:sp>
        <p:nvSpPr>
          <p:cNvPr id="11" name="Rectángulo 10">
            <a:extLst>
              <a:ext uri="{FF2B5EF4-FFF2-40B4-BE49-F238E27FC236}">
                <a16:creationId xmlns:a16="http://schemas.microsoft.com/office/drawing/2014/main" id="{D58EB0FE-0AF1-E3F5-FC8D-EA993DE90722}"/>
              </a:ext>
            </a:extLst>
          </p:cNvPr>
          <p:cNvSpPr/>
          <p:nvPr/>
        </p:nvSpPr>
        <p:spPr>
          <a:xfrm>
            <a:off x="6965414" y="3141149"/>
            <a:ext cx="2485514" cy="738664"/>
          </a:xfrm>
          <a:prstGeom prst="rect">
            <a:avLst/>
          </a:prstGeom>
          <a:noFill/>
        </p:spPr>
        <p:txBody>
          <a:bodyPr wrap="square" lIns="91440" tIns="45720" rIns="91440" bIns="45720">
            <a:spAutoFit/>
          </a:bodyPr>
          <a:lstStyle/>
          <a:p>
            <a:pPr algn="ctr"/>
            <a:r>
              <a:rPr lang="es-ES" sz="1400" b="0" cap="none" spc="0" dirty="0">
                <a:ln w="0">
                  <a:noFill/>
                </a:ln>
                <a:latin typeface="Poppins" panose="00000500000000000000" pitchFamily="2" charset="0"/>
                <a:cs typeface="Poppins" panose="00000500000000000000" pitchFamily="2" charset="0"/>
              </a:rPr>
              <a:t>“Campos en Blanco”</a:t>
            </a:r>
          </a:p>
          <a:p>
            <a:pPr algn="ctr"/>
            <a:r>
              <a:rPr lang="es-ES" sz="1400" dirty="0">
                <a:ln w="0">
                  <a:noFill/>
                </a:ln>
                <a:latin typeface="Poppins" panose="00000500000000000000" pitchFamily="2" charset="0"/>
                <a:cs typeface="Poppins" panose="00000500000000000000" pitchFamily="2" charset="0"/>
              </a:rPr>
              <a:t>No puedes dejar campos en blanco.</a:t>
            </a:r>
            <a:endParaRPr lang="es-ES" sz="1400" b="0" cap="none" spc="0" dirty="0">
              <a:ln w="0">
                <a:noFill/>
              </a:ln>
              <a:latin typeface="Poppins" panose="00000500000000000000" pitchFamily="2" charset="0"/>
              <a:cs typeface="Poppins" panose="00000500000000000000" pitchFamily="2" charset="0"/>
            </a:endParaRPr>
          </a:p>
        </p:txBody>
      </p:sp>
      <p:pic>
        <p:nvPicPr>
          <p:cNvPr id="12" name="Imagen 11" descr="Una caricatura de una persona&#10;&#10;Descripción generada automáticamente con confianza media">
            <a:extLst>
              <a:ext uri="{FF2B5EF4-FFF2-40B4-BE49-F238E27FC236}">
                <a16:creationId xmlns:a16="http://schemas.microsoft.com/office/drawing/2014/main" id="{D0861A0A-87E6-A508-D12C-892FD0003F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50386" y="2167129"/>
            <a:ext cx="1563283" cy="2045956"/>
          </a:xfrm>
          <a:prstGeom prst="rect">
            <a:avLst/>
          </a:prstGeom>
        </p:spPr>
      </p:pic>
      <p:sp>
        <p:nvSpPr>
          <p:cNvPr id="13" name="Rectángulo 12">
            <a:extLst>
              <a:ext uri="{FF2B5EF4-FFF2-40B4-BE49-F238E27FC236}">
                <a16:creationId xmlns:a16="http://schemas.microsoft.com/office/drawing/2014/main" id="{6B13BDE4-57CA-2FAC-9786-D79BE0618072}"/>
              </a:ext>
            </a:extLst>
          </p:cNvPr>
          <p:cNvSpPr/>
          <p:nvPr/>
        </p:nvSpPr>
        <p:spPr>
          <a:xfrm>
            <a:off x="2281371" y="4481337"/>
            <a:ext cx="1646476" cy="47426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Continuar</a:t>
            </a:r>
          </a:p>
        </p:txBody>
      </p:sp>
      <p:sp>
        <p:nvSpPr>
          <p:cNvPr id="14" name="Rectángulo 13">
            <a:extLst>
              <a:ext uri="{FF2B5EF4-FFF2-40B4-BE49-F238E27FC236}">
                <a16:creationId xmlns:a16="http://schemas.microsoft.com/office/drawing/2014/main" id="{2E595256-9821-22AC-29E9-B8244E58DE13}"/>
              </a:ext>
            </a:extLst>
          </p:cNvPr>
          <p:cNvSpPr/>
          <p:nvPr/>
        </p:nvSpPr>
        <p:spPr>
          <a:xfrm>
            <a:off x="8627690" y="4479927"/>
            <a:ext cx="1646476" cy="47426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Continuar</a:t>
            </a:r>
          </a:p>
        </p:txBody>
      </p:sp>
    </p:spTree>
    <p:extLst>
      <p:ext uri="{BB962C8B-B14F-4D97-AF65-F5344CB8AC3E}">
        <p14:creationId xmlns:p14="http://schemas.microsoft.com/office/powerpoint/2010/main" val="39255868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1A326-02FC-4F59-3CF2-6154C28C10F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0666DBE-7F3D-43D8-8970-75F59E7A97B6}"/>
              </a:ext>
            </a:extLst>
          </p:cNvPr>
          <p:cNvSpPr>
            <a:spLocks noGrp="1"/>
          </p:cNvSpPr>
          <p:nvPr>
            <p:ph type="title"/>
          </p:nvPr>
        </p:nvSpPr>
        <p:spPr/>
        <p:txBody>
          <a:bodyPr/>
          <a:lstStyle/>
          <a:p>
            <a:pPr algn="ctr"/>
            <a:r>
              <a:rPr lang="es-PE" dirty="0"/>
              <a:t>Ventanas de Cierre</a:t>
            </a:r>
          </a:p>
        </p:txBody>
      </p:sp>
      <p:sp>
        <p:nvSpPr>
          <p:cNvPr id="4" name="Rectángulo 3">
            <a:extLst>
              <a:ext uri="{FF2B5EF4-FFF2-40B4-BE49-F238E27FC236}">
                <a16:creationId xmlns:a16="http://schemas.microsoft.com/office/drawing/2014/main" id="{74CBFDE0-3D9B-690A-AA35-A53850F74FC7}"/>
              </a:ext>
            </a:extLst>
          </p:cNvPr>
          <p:cNvSpPr/>
          <p:nvPr/>
        </p:nvSpPr>
        <p:spPr>
          <a:xfrm>
            <a:off x="704712" y="2030497"/>
            <a:ext cx="4799795" cy="3510224"/>
          </a:xfrm>
          <a:prstGeom prst="rect">
            <a:avLst/>
          </a:prstGeom>
          <a:solidFill>
            <a:srgbClr val="EEEEEE"/>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tx1"/>
              </a:solidFill>
            </a:endParaRPr>
          </a:p>
        </p:txBody>
      </p:sp>
      <p:sp>
        <p:nvSpPr>
          <p:cNvPr id="6" name="Rectángulo 5">
            <a:extLst>
              <a:ext uri="{FF2B5EF4-FFF2-40B4-BE49-F238E27FC236}">
                <a16:creationId xmlns:a16="http://schemas.microsoft.com/office/drawing/2014/main" id="{45C3CDC0-5B33-5744-119E-A5D1ED9B6E72}"/>
              </a:ext>
            </a:extLst>
          </p:cNvPr>
          <p:cNvSpPr/>
          <p:nvPr/>
        </p:nvSpPr>
        <p:spPr>
          <a:xfrm>
            <a:off x="952424" y="2421221"/>
            <a:ext cx="4292519" cy="307777"/>
          </a:xfrm>
          <a:prstGeom prst="rect">
            <a:avLst/>
          </a:prstGeom>
          <a:noFill/>
        </p:spPr>
        <p:txBody>
          <a:bodyPr wrap="square" lIns="91440" tIns="45720" rIns="91440" bIns="45720">
            <a:spAutoFit/>
          </a:bodyPr>
          <a:lstStyle/>
          <a:p>
            <a:pPr algn="ctr"/>
            <a:r>
              <a:rPr lang="es-ES" sz="1400" dirty="0">
                <a:ln w="0">
                  <a:noFill/>
                </a:ln>
                <a:latin typeface="Poppins" panose="00000500000000000000" pitchFamily="2" charset="0"/>
                <a:cs typeface="Poppins" panose="00000500000000000000" pitchFamily="2" charset="0"/>
              </a:rPr>
              <a:t>¿Realmente Quieres Salir del Programa?</a:t>
            </a:r>
            <a:endParaRPr lang="es-ES" sz="1400" b="0" cap="none" spc="0" dirty="0">
              <a:ln w="0">
                <a:noFill/>
              </a:ln>
              <a:latin typeface="Poppins" panose="00000500000000000000" pitchFamily="2" charset="0"/>
              <a:cs typeface="Poppins" panose="00000500000000000000" pitchFamily="2" charset="0"/>
            </a:endParaRPr>
          </a:p>
        </p:txBody>
      </p:sp>
      <p:sp>
        <p:nvSpPr>
          <p:cNvPr id="13" name="Rectángulo 12">
            <a:extLst>
              <a:ext uri="{FF2B5EF4-FFF2-40B4-BE49-F238E27FC236}">
                <a16:creationId xmlns:a16="http://schemas.microsoft.com/office/drawing/2014/main" id="{68FC3076-1917-850B-CB2A-77C3A229BE8F}"/>
              </a:ext>
            </a:extLst>
          </p:cNvPr>
          <p:cNvSpPr/>
          <p:nvPr/>
        </p:nvSpPr>
        <p:spPr>
          <a:xfrm>
            <a:off x="1452207" y="4916072"/>
            <a:ext cx="1354367" cy="307778"/>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SI</a:t>
            </a:r>
          </a:p>
        </p:txBody>
      </p:sp>
      <p:pic>
        <p:nvPicPr>
          <p:cNvPr id="7" name="Imagen 6">
            <a:extLst>
              <a:ext uri="{FF2B5EF4-FFF2-40B4-BE49-F238E27FC236}">
                <a16:creationId xmlns:a16="http://schemas.microsoft.com/office/drawing/2014/main" id="{1987B7DA-5599-5B1E-35B3-469EA61522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1370" y="2905839"/>
            <a:ext cx="1646476" cy="1759540"/>
          </a:xfrm>
          <a:prstGeom prst="rect">
            <a:avLst/>
          </a:prstGeom>
        </p:spPr>
      </p:pic>
      <p:sp>
        <p:nvSpPr>
          <p:cNvPr id="15" name="Rectángulo 14">
            <a:extLst>
              <a:ext uri="{FF2B5EF4-FFF2-40B4-BE49-F238E27FC236}">
                <a16:creationId xmlns:a16="http://schemas.microsoft.com/office/drawing/2014/main" id="{71932E3B-D809-A765-925A-F185A032A82D}"/>
              </a:ext>
            </a:extLst>
          </p:cNvPr>
          <p:cNvSpPr/>
          <p:nvPr/>
        </p:nvSpPr>
        <p:spPr>
          <a:xfrm>
            <a:off x="3250663" y="4916072"/>
            <a:ext cx="1354367" cy="307778"/>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sz="1600" dirty="0">
                <a:solidFill>
                  <a:schemeClr val="bg1"/>
                </a:solidFill>
              </a:rPr>
              <a:t>NO</a:t>
            </a:r>
          </a:p>
        </p:txBody>
      </p:sp>
      <p:sp>
        <p:nvSpPr>
          <p:cNvPr id="16" name="Rectángulo 15">
            <a:extLst>
              <a:ext uri="{FF2B5EF4-FFF2-40B4-BE49-F238E27FC236}">
                <a16:creationId xmlns:a16="http://schemas.microsoft.com/office/drawing/2014/main" id="{BC0E35C9-E601-FD10-EC85-E1E2C6AF619D}"/>
              </a:ext>
            </a:extLst>
          </p:cNvPr>
          <p:cNvSpPr/>
          <p:nvPr/>
        </p:nvSpPr>
        <p:spPr>
          <a:xfrm>
            <a:off x="6687493" y="2030497"/>
            <a:ext cx="4799795" cy="3510224"/>
          </a:xfrm>
          <a:prstGeom prst="rect">
            <a:avLst/>
          </a:prstGeom>
          <a:solidFill>
            <a:srgbClr val="EEEEEE"/>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tx1"/>
              </a:solidFill>
            </a:endParaRPr>
          </a:p>
        </p:txBody>
      </p:sp>
      <p:sp>
        <p:nvSpPr>
          <p:cNvPr id="17" name="Rectángulo 16">
            <a:extLst>
              <a:ext uri="{FF2B5EF4-FFF2-40B4-BE49-F238E27FC236}">
                <a16:creationId xmlns:a16="http://schemas.microsoft.com/office/drawing/2014/main" id="{4EC847B3-E6AB-A194-641C-EEA04974646A}"/>
              </a:ext>
            </a:extLst>
          </p:cNvPr>
          <p:cNvSpPr/>
          <p:nvPr/>
        </p:nvSpPr>
        <p:spPr>
          <a:xfrm>
            <a:off x="6935205" y="2421221"/>
            <a:ext cx="4292519" cy="307777"/>
          </a:xfrm>
          <a:prstGeom prst="rect">
            <a:avLst/>
          </a:prstGeom>
          <a:noFill/>
        </p:spPr>
        <p:txBody>
          <a:bodyPr wrap="square" lIns="91440" tIns="45720" rIns="91440" bIns="45720">
            <a:spAutoFit/>
          </a:bodyPr>
          <a:lstStyle/>
          <a:p>
            <a:pPr algn="ctr"/>
            <a:r>
              <a:rPr lang="es-ES" sz="1400" dirty="0">
                <a:ln w="0">
                  <a:noFill/>
                </a:ln>
                <a:latin typeface="Poppins" panose="00000500000000000000" pitchFamily="2" charset="0"/>
                <a:cs typeface="Poppins" panose="00000500000000000000" pitchFamily="2" charset="0"/>
              </a:rPr>
              <a:t>¿Realmente Quieres Cerrar Sesión?</a:t>
            </a:r>
            <a:endParaRPr lang="es-ES" sz="1400" b="0" cap="none" spc="0" dirty="0">
              <a:ln w="0">
                <a:noFill/>
              </a:ln>
              <a:latin typeface="Poppins" panose="00000500000000000000" pitchFamily="2" charset="0"/>
              <a:cs typeface="Poppins" panose="00000500000000000000" pitchFamily="2" charset="0"/>
            </a:endParaRPr>
          </a:p>
        </p:txBody>
      </p:sp>
      <p:sp>
        <p:nvSpPr>
          <p:cNvPr id="18" name="Rectángulo 17">
            <a:extLst>
              <a:ext uri="{FF2B5EF4-FFF2-40B4-BE49-F238E27FC236}">
                <a16:creationId xmlns:a16="http://schemas.microsoft.com/office/drawing/2014/main" id="{271BE6B7-0618-0F0F-82D2-6BFDB3545C56}"/>
              </a:ext>
            </a:extLst>
          </p:cNvPr>
          <p:cNvSpPr/>
          <p:nvPr/>
        </p:nvSpPr>
        <p:spPr>
          <a:xfrm>
            <a:off x="7586967" y="4916072"/>
            <a:ext cx="1354367" cy="307778"/>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SI</a:t>
            </a:r>
          </a:p>
        </p:txBody>
      </p:sp>
      <p:sp>
        <p:nvSpPr>
          <p:cNvPr id="20" name="Rectángulo 19">
            <a:extLst>
              <a:ext uri="{FF2B5EF4-FFF2-40B4-BE49-F238E27FC236}">
                <a16:creationId xmlns:a16="http://schemas.microsoft.com/office/drawing/2014/main" id="{2ED07F41-AB85-C717-CE77-A6C5C9EED23D}"/>
              </a:ext>
            </a:extLst>
          </p:cNvPr>
          <p:cNvSpPr/>
          <p:nvPr/>
        </p:nvSpPr>
        <p:spPr>
          <a:xfrm>
            <a:off x="9385426" y="4916072"/>
            <a:ext cx="1354367" cy="307778"/>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sz="1600" dirty="0">
                <a:solidFill>
                  <a:schemeClr val="bg1"/>
                </a:solidFill>
              </a:rPr>
              <a:t>NO</a:t>
            </a:r>
          </a:p>
        </p:txBody>
      </p:sp>
      <p:pic>
        <p:nvPicPr>
          <p:cNvPr id="22" name="Imagen 21" descr="Imagen que contiene gabinete, interior, persona, parado&#10;&#10;Descripción generada automáticamente">
            <a:extLst>
              <a:ext uri="{FF2B5EF4-FFF2-40B4-BE49-F238E27FC236}">
                <a16:creationId xmlns:a16="http://schemas.microsoft.com/office/drawing/2014/main" id="{B659317B-9D5A-8232-081A-8F211E72DA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47347" y="2905840"/>
            <a:ext cx="1693362" cy="1693362"/>
          </a:xfrm>
          <a:prstGeom prst="rect">
            <a:avLst/>
          </a:prstGeom>
        </p:spPr>
      </p:pic>
    </p:spTree>
    <p:extLst>
      <p:ext uri="{BB962C8B-B14F-4D97-AF65-F5344CB8AC3E}">
        <p14:creationId xmlns:p14="http://schemas.microsoft.com/office/powerpoint/2010/main" val="33345003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1F32CDA-FFB5-6E7D-6BD8-F85FFEA91E91}"/>
              </a:ext>
            </a:extLst>
          </p:cNvPr>
          <p:cNvSpPr/>
          <p:nvPr/>
        </p:nvSpPr>
        <p:spPr>
          <a:xfrm>
            <a:off x="0" y="0"/>
            <a:ext cx="2616740" cy="116731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pic>
        <p:nvPicPr>
          <p:cNvPr id="5" name="Imagen 4" descr="Interfaz de usuario gráfica, Texto, Aplicación&#10;&#10;Descripción generada automáticamente">
            <a:extLst>
              <a:ext uri="{FF2B5EF4-FFF2-40B4-BE49-F238E27FC236}">
                <a16:creationId xmlns:a16="http://schemas.microsoft.com/office/drawing/2014/main" id="{8E422B7E-940B-4B59-8E84-BA16C9F2AE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671" y="134217"/>
            <a:ext cx="2194397" cy="887188"/>
          </a:xfrm>
          <a:prstGeom prst="rect">
            <a:avLst/>
          </a:prstGeom>
        </p:spPr>
      </p:pic>
      <p:sp>
        <p:nvSpPr>
          <p:cNvPr id="6" name="Rectángulo 5">
            <a:extLst>
              <a:ext uri="{FF2B5EF4-FFF2-40B4-BE49-F238E27FC236}">
                <a16:creationId xmlns:a16="http://schemas.microsoft.com/office/drawing/2014/main" id="{702B1F61-A951-93FE-EE48-E128E6EDC769}"/>
              </a:ext>
            </a:extLst>
          </p:cNvPr>
          <p:cNvSpPr>
            <a:spLocks noGrp="1" noRot="1" noMove="1" noResize="1" noEditPoints="1" noAdjustHandles="1" noChangeArrowheads="1" noChangeShapeType="1"/>
          </p:cNvSpPr>
          <p:nvPr/>
        </p:nvSpPr>
        <p:spPr>
          <a:xfrm>
            <a:off x="1" y="1155622"/>
            <a:ext cx="2616740" cy="5702378"/>
          </a:xfrm>
          <a:prstGeom prst="rect">
            <a:avLst/>
          </a:prstGeom>
          <a:solidFill>
            <a:srgbClr val="FF9800"/>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7" name="Rectángulo 6">
            <a:extLst>
              <a:ext uri="{FF2B5EF4-FFF2-40B4-BE49-F238E27FC236}">
                <a16:creationId xmlns:a16="http://schemas.microsoft.com/office/drawing/2014/main" id="{28E1129F-969D-8E7B-485E-F72C8E2ED915}"/>
              </a:ext>
            </a:extLst>
          </p:cNvPr>
          <p:cNvSpPr>
            <a:spLocks noGrp="1" noRot="1" noMove="1" noResize="1" noEditPoints="1" noAdjustHandles="1" noChangeArrowheads="1" noChangeShapeType="1"/>
          </p:cNvSpPr>
          <p:nvPr/>
        </p:nvSpPr>
        <p:spPr>
          <a:xfrm>
            <a:off x="2616740" y="0"/>
            <a:ext cx="9575260" cy="6858000"/>
          </a:xfrm>
          <a:prstGeom prst="rect">
            <a:avLst/>
          </a:prstGeom>
          <a:solidFill>
            <a:srgbClr val="EEEEEE"/>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9" name="Rectángulo 8">
            <a:extLst>
              <a:ext uri="{FF2B5EF4-FFF2-40B4-BE49-F238E27FC236}">
                <a16:creationId xmlns:a16="http://schemas.microsoft.com/office/drawing/2014/main" id="{7E1D6AD2-0514-7278-374D-11A9B4F7E598}"/>
              </a:ext>
            </a:extLst>
          </p:cNvPr>
          <p:cNvSpPr/>
          <p:nvPr/>
        </p:nvSpPr>
        <p:spPr>
          <a:xfrm>
            <a:off x="2894412" y="316201"/>
            <a:ext cx="4229043" cy="523220"/>
          </a:xfrm>
          <a:prstGeom prst="rect">
            <a:avLst/>
          </a:prstGeom>
          <a:noFill/>
        </p:spPr>
        <p:txBody>
          <a:bodyPr wrap="none" lIns="91440" tIns="45720" rIns="91440" bIns="45720">
            <a:spAutoFit/>
          </a:bodyPr>
          <a:lstStyle/>
          <a:p>
            <a:pPr algn="ctr"/>
            <a:r>
              <a:rPr lang="es-ES" sz="2800" b="1" dirty="0">
                <a:ln w="0">
                  <a:noFill/>
                </a:ln>
                <a:latin typeface="Poppins" panose="00000500000000000000" pitchFamily="2" charset="0"/>
                <a:cs typeface="Poppins" panose="00000500000000000000" pitchFamily="2" charset="0"/>
              </a:rPr>
              <a:t>REGISTRO DE USUARIOS</a:t>
            </a:r>
            <a:endParaRPr lang="es-ES" sz="2800" b="1" cap="none" spc="0" dirty="0">
              <a:ln w="0">
                <a:noFill/>
              </a:ln>
              <a:latin typeface="Poppins" panose="00000500000000000000" pitchFamily="2" charset="0"/>
              <a:cs typeface="Poppins" panose="00000500000000000000" pitchFamily="2" charset="0"/>
            </a:endParaRPr>
          </a:p>
        </p:txBody>
      </p:sp>
      <p:sp>
        <p:nvSpPr>
          <p:cNvPr id="10" name="Rectángulo 9">
            <a:extLst>
              <a:ext uri="{FF2B5EF4-FFF2-40B4-BE49-F238E27FC236}">
                <a16:creationId xmlns:a16="http://schemas.microsoft.com/office/drawing/2014/main" id="{93593EA5-E513-AB1E-867F-556B9CE19BB8}"/>
              </a:ext>
            </a:extLst>
          </p:cNvPr>
          <p:cNvSpPr/>
          <p:nvPr/>
        </p:nvSpPr>
        <p:spPr>
          <a:xfrm>
            <a:off x="3189052" y="4394819"/>
            <a:ext cx="8737058" cy="1996253"/>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11" name="Rectángulo 10">
            <a:extLst>
              <a:ext uri="{FF2B5EF4-FFF2-40B4-BE49-F238E27FC236}">
                <a16:creationId xmlns:a16="http://schemas.microsoft.com/office/drawing/2014/main" id="{B06C1672-9759-9896-34A1-76FB74F8F108}"/>
              </a:ext>
            </a:extLst>
          </p:cNvPr>
          <p:cNvSpPr/>
          <p:nvPr/>
        </p:nvSpPr>
        <p:spPr>
          <a:xfrm>
            <a:off x="-230" y="3158709"/>
            <a:ext cx="2616740" cy="608472"/>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sp>
        <p:nvSpPr>
          <p:cNvPr id="12" name="Rectángulo: esquinas redondeadas 11">
            <a:extLst>
              <a:ext uri="{FF2B5EF4-FFF2-40B4-BE49-F238E27FC236}">
                <a16:creationId xmlns:a16="http://schemas.microsoft.com/office/drawing/2014/main" id="{BFF866AC-8F2A-35D6-4074-DB71B8C6E7AD}"/>
              </a:ext>
            </a:extLst>
          </p:cNvPr>
          <p:cNvSpPr/>
          <p:nvPr/>
        </p:nvSpPr>
        <p:spPr>
          <a:xfrm>
            <a:off x="3339829" y="4077552"/>
            <a:ext cx="3804138" cy="416628"/>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bg1"/>
                </a:solidFill>
              </a:rPr>
              <a:t>LISTA DE USUARIOS REGISTRADOS</a:t>
            </a:r>
          </a:p>
        </p:txBody>
      </p:sp>
      <p:sp>
        <p:nvSpPr>
          <p:cNvPr id="15" name="Rectángulo 14">
            <a:extLst>
              <a:ext uri="{FF2B5EF4-FFF2-40B4-BE49-F238E27FC236}">
                <a16:creationId xmlns:a16="http://schemas.microsoft.com/office/drawing/2014/main" id="{A7E31D33-3343-C272-E602-519EB8179B91}"/>
              </a:ext>
            </a:extLst>
          </p:cNvPr>
          <p:cNvSpPr>
            <a:spLocks noGrp="1" noRot="1" noMove="1" noResize="1" noEditPoints="1" noAdjustHandles="1" noChangeArrowheads="1" noChangeShapeType="1"/>
          </p:cNvSpPr>
          <p:nvPr/>
        </p:nvSpPr>
        <p:spPr>
          <a:xfrm>
            <a:off x="3189053" y="1302014"/>
            <a:ext cx="8737058" cy="246804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14" name="Rectángulo 13">
            <a:extLst>
              <a:ext uri="{FF2B5EF4-FFF2-40B4-BE49-F238E27FC236}">
                <a16:creationId xmlns:a16="http://schemas.microsoft.com/office/drawing/2014/main" id="{F17F8443-2BE1-ED58-9BFD-8556CABD39FE}"/>
              </a:ext>
            </a:extLst>
          </p:cNvPr>
          <p:cNvSpPr/>
          <p:nvPr/>
        </p:nvSpPr>
        <p:spPr>
          <a:xfrm>
            <a:off x="3336163" y="1623704"/>
            <a:ext cx="1007006" cy="307777"/>
          </a:xfrm>
          <a:prstGeom prst="rect">
            <a:avLst/>
          </a:prstGeom>
          <a:noFill/>
        </p:spPr>
        <p:txBody>
          <a:bodyPr wrap="none" lIns="91440" tIns="45720" rIns="91440" bIns="45720">
            <a:spAutoFit/>
          </a:bodyPr>
          <a:lstStyle/>
          <a:p>
            <a:pPr algn="ctr"/>
            <a:r>
              <a:rPr lang="es-ES" sz="1400" b="1" dirty="0">
                <a:ln w="0">
                  <a:noFill/>
                </a:ln>
                <a:solidFill>
                  <a:schemeClr val="accent2"/>
                </a:solidFill>
                <a:latin typeface="Poppins" panose="00000500000000000000" pitchFamily="2" charset="0"/>
                <a:cs typeface="Poppins" panose="00000500000000000000" pitchFamily="2" charset="0"/>
              </a:rPr>
              <a:t>Nombres</a:t>
            </a:r>
            <a:endParaRPr lang="es-ES" sz="1400" b="1" cap="none" spc="0" dirty="0">
              <a:ln w="0">
                <a:noFill/>
              </a:ln>
              <a:solidFill>
                <a:schemeClr val="accent2"/>
              </a:solidFill>
              <a:latin typeface="Poppins" panose="00000500000000000000" pitchFamily="2" charset="0"/>
              <a:cs typeface="Poppins" panose="00000500000000000000" pitchFamily="2" charset="0"/>
            </a:endParaRPr>
          </a:p>
        </p:txBody>
      </p:sp>
      <p:sp>
        <p:nvSpPr>
          <p:cNvPr id="16" name="Rectángulo: esquinas redondeadas 15">
            <a:extLst>
              <a:ext uri="{FF2B5EF4-FFF2-40B4-BE49-F238E27FC236}">
                <a16:creationId xmlns:a16="http://schemas.microsoft.com/office/drawing/2014/main" id="{2FF510BB-C4F2-A6C2-F64D-F3C1A20BAB2C}"/>
              </a:ext>
            </a:extLst>
          </p:cNvPr>
          <p:cNvSpPr/>
          <p:nvPr/>
        </p:nvSpPr>
        <p:spPr>
          <a:xfrm>
            <a:off x="3442969" y="1047557"/>
            <a:ext cx="2812058" cy="416628"/>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bg1"/>
                </a:solidFill>
              </a:rPr>
              <a:t>DATOS DEL REGISTRO</a:t>
            </a:r>
          </a:p>
        </p:txBody>
      </p:sp>
      <p:sp>
        <p:nvSpPr>
          <p:cNvPr id="17" name="Rectángulo 16">
            <a:extLst>
              <a:ext uri="{FF2B5EF4-FFF2-40B4-BE49-F238E27FC236}">
                <a16:creationId xmlns:a16="http://schemas.microsoft.com/office/drawing/2014/main" id="{829036EA-8307-2DD6-8C19-B6829EEF00F0}"/>
              </a:ext>
            </a:extLst>
          </p:cNvPr>
          <p:cNvSpPr/>
          <p:nvPr/>
        </p:nvSpPr>
        <p:spPr>
          <a:xfrm>
            <a:off x="10480894" y="615541"/>
            <a:ext cx="1465634" cy="440525"/>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ELIMINAR</a:t>
            </a:r>
          </a:p>
        </p:txBody>
      </p:sp>
      <p:sp>
        <p:nvSpPr>
          <p:cNvPr id="18" name="Rectángulo 17">
            <a:extLst>
              <a:ext uri="{FF2B5EF4-FFF2-40B4-BE49-F238E27FC236}">
                <a16:creationId xmlns:a16="http://schemas.microsoft.com/office/drawing/2014/main" id="{F86BA8E0-F62F-15B7-3888-62C3764B4215}"/>
              </a:ext>
            </a:extLst>
          </p:cNvPr>
          <p:cNvSpPr/>
          <p:nvPr/>
        </p:nvSpPr>
        <p:spPr>
          <a:xfrm>
            <a:off x="3439302" y="1940181"/>
            <a:ext cx="3161490" cy="237248"/>
          </a:xfrm>
          <a:prstGeom prst="rect">
            <a:avLst/>
          </a:prstGeom>
          <a:solidFill>
            <a:schemeClr val="bg1"/>
          </a:solidFill>
          <a:ln>
            <a:solidFill>
              <a:schemeClr val="accent2"/>
            </a:solid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19" name="Rectángulo 18">
            <a:extLst>
              <a:ext uri="{FF2B5EF4-FFF2-40B4-BE49-F238E27FC236}">
                <a16:creationId xmlns:a16="http://schemas.microsoft.com/office/drawing/2014/main" id="{3B84EDD1-C5C5-CC6A-8B9D-1FD9DCD4C43C}"/>
              </a:ext>
            </a:extLst>
          </p:cNvPr>
          <p:cNvSpPr/>
          <p:nvPr/>
        </p:nvSpPr>
        <p:spPr>
          <a:xfrm>
            <a:off x="3336163" y="2259256"/>
            <a:ext cx="1007007" cy="307777"/>
          </a:xfrm>
          <a:prstGeom prst="rect">
            <a:avLst/>
          </a:prstGeom>
          <a:noFill/>
        </p:spPr>
        <p:txBody>
          <a:bodyPr wrap="none" lIns="91440" tIns="45720" rIns="91440" bIns="45720">
            <a:spAutoFit/>
          </a:bodyPr>
          <a:lstStyle/>
          <a:p>
            <a:pPr algn="ctr"/>
            <a:r>
              <a:rPr lang="es-ES" sz="1400" b="1" dirty="0">
                <a:ln w="0">
                  <a:noFill/>
                </a:ln>
                <a:solidFill>
                  <a:schemeClr val="accent2"/>
                </a:solidFill>
                <a:latin typeface="Poppins" panose="00000500000000000000" pitchFamily="2" charset="0"/>
                <a:cs typeface="Poppins" panose="00000500000000000000" pitchFamily="2" charset="0"/>
              </a:rPr>
              <a:t>Apellidos</a:t>
            </a:r>
            <a:endParaRPr lang="es-ES" sz="1400" b="1" cap="none" spc="0" dirty="0">
              <a:ln w="0">
                <a:noFill/>
              </a:ln>
              <a:solidFill>
                <a:schemeClr val="accent2"/>
              </a:solidFill>
              <a:latin typeface="Poppins" panose="00000500000000000000" pitchFamily="2" charset="0"/>
              <a:cs typeface="Poppins" panose="00000500000000000000" pitchFamily="2" charset="0"/>
            </a:endParaRPr>
          </a:p>
        </p:txBody>
      </p:sp>
      <p:sp>
        <p:nvSpPr>
          <p:cNvPr id="23" name="Rectángulo 22">
            <a:extLst>
              <a:ext uri="{FF2B5EF4-FFF2-40B4-BE49-F238E27FC236}">
                <a16:creationId xmlns:a16="http://schemas.microsoft.com/office/drawing/2014/main" id="{3119EF95-4EEF-B014-1460-F83B1AC7451B}"/>
              </a:ext>
            </a:extLst>
          </p:cNvPr>
          <p:cNvSpPr/>
          <p:nvPr/>
        </p:nvSpPr>
        <p:spPr>
          <a:xfrm>
            <a:off x="6985874" y="1622024"/>
            <a:ext cx="1954381" cy="307777"/>
          </a:xfrm>
          <a:prstGeom prst="rect">
            <a:avLst/>
          </a:prstGeom>
          <a:noFill/>
        </p:spPr>
        <p:txBody>
          <a:bodyPr wrap="none" lIns="91440" tIns="45720" rIns="91440" bIns="45720">
            <a:spAutoFit/>
          </a:bodyPr>
          <a:lstStyle/>
          <a:p>
            <a:pPr algn="ctr"/>
            <a:r>
              <a:rPr lang="es-ES" sz="1400" b="1" dirty="0">
                <a:ln w="0">
                  <a:noFill/>
                </a:ln>
                <a:solidFill>
                  <a:schemeClr val="accent2"/>
                </a:solidFill>
                <a:latin typeface="Poppins" panose="00000500000000000000" pitchFamily="2" charset="0"/>
                <a:cs typeface="Poppins" panose="00000500000000000000" pitchFamily="2" charset="0"/>
              </a:rPr>
              <a:t>Tipo de Documento</a:t>
            </a:r>
            <a:endParaRPr lang="es-ES" sz="1400" b="1" cap="none" spc="0" dirty="0">
              <a:ln w="0">
                <a:noFill/>
              </a:ln>
              <a:solidFill>
                <a:schemeClr val="accent2"/>
              </a:solidFill>
              <a:latin typeface="Poppins" panose="00000500000000000000" pitchFamily="2" charset="0"/>
              <a:cs typeface="Poppins" panose="00000500000000000000" pitchFamily="2" charset="0"/>
            </a:endParaRPr>
          </a:p>
        </p:txBody>
      </p:sp>
      <p:sp>
        <p:nvSpPr>
          <p:cNvPr id="24" name="Rectángulo 23">
            <a:extLst>
              <a:ext uri="{FF2B5EF4-FFF2-40B4-BE49-F238E27FC236}">
                <a16:creationId xmlns:a16="http://schemas.microsoft.com/office/drawing/2014/main" id="{3FE1D5F9-B13F-2575-8E8D-22DBB776C53E}"/>
              </a:ext>
            </a:extLst>
          </p:cNvPr>
          <p:cNvSpPr/>
          <p:nvPr/>
        </p:nvSpPr>
        <p:spPr>
          <a:xfrm>
            <a:off x="9320764" y="1630781"/>
            <a:ext cx="1922321" cy="307777"/>
          </a:xfrm>
          <a:prstGeom prst="rect">
            <a:avLst/>
          </a:prstGeom>
          <a:noFill/>
        </p:spPr>
        <p:txBody>
          <a:bodyPr wrap="none" lIns="91440" tIns="45720" rIns="91440" bIns="45720">
            <a:spAutoFit/>
          </a:bodyPr>
          <a:lstStyle/>
          <a:p>
            <a:pPr algn="ctr"/>
            <a:r>
              <a:rPr lang="es-ES" sz="1400" b="1" dirty="0">
                <a:ln w="0">
                  <a:noFill/>
                </a:ln>
                <a:solidFill>
                  <a:schemeClr val="accent2"/>
                </a:solidFill>
                <a:latin typeface="Poppins" panose="00000500000000000000" pitchFamily="2" charset="0"/>
                <a:cs typeface="Poppins" panose="00000500000000000000" pitchFamily="2" charset="0"/>
              </a:rPr>
              <a:t>N	ro. de Documento</a:t>
            </a:r>
            <a:endParaRPr lang="es-ES" sz="1400" b="1" cap="none" spc="0" dirty="0">
              <a:ln w="0">
                <a:noFill/>
              </a:ln>
              <a:solidFill>
                <a:schemeClr val="accent2"/>
              </a:solidFill>
              <a:latin typeface="Poppins" panose="00000500000000000000" pitchFamily="2" charset="0"/>
              <a:cs typeface="Poppins" panose="00000500000000000000" pitchFamily="2" charset="0"/>
            </a:endParaRPr>
          </a:p>
        </p:txBody>
      </p:sp>
      <p:sp>
        <p:nvSpPr>
          <p:cNvPr id="25" name="Rectángulo 24">
            <a:extLst>
              <a:ext uri="{FF2B5EF4-FFF2-40B4-BE49-F238E27FC236}">
                <a16:creationId xmlns:a16="http://schemas.microsoft.com/office/drawing/2014/main" id="{6A803A3F-57DC-12C8-63D4-0EAACD7EA035}"/>
              </a:ext>
            </a:extLst>
          </p:cNvPr>
          <p:cNvSpPr/>
          <p:nvPr/>
        </p:nvSpPr>
        <p:spPr>
          <a:xfrm>
            <a:off x="7102665" y="3212465"/>
            <a:ext cx="1709138" cy="246206"/>
          </a:xfrm>
          <a:prstGeom prst="rect">
            <a:avLst/>
          </a:prstGeom>
          <a:solidFill>
            <a:schemeClr val="bg1"/>
          </a:solidFill>
          <a:ln>
            <a:solidFill>
              <a:schemeClr val="accent2"/>
            </a:solid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26" name="Rectángulo 25">
            <a:extLst>
              <a:ext uri="{FF2B5EF4-FFF2-40B4-BE49-F238E27FC236}">
                <a16:creationId xmlns:a16="http://schemas.microsoft.com/office/drawing/2014/main" id="{BA06A834-216F-4E99-8560-AFA03AA619E4}"/>
              </a:ext>
            </a:extLst>
          </p:cNvPr>
          <p:cNvSpPr/>
          <p:nvPr/>
        </p:nvSpPr>
        <p:spPr>
          <a:xfrm>
            <a:off x="7004580" y="2255729"/>
            <a:ext cx="1680268" cy="307777"/>
          </a:xfrm>
          <a:prstGeom prst="rect">
            <a:avLst/>
          </a:prstGeom>
          <a:noFill/>
        </p:spPr>
        <p:txBody>
          <a:bodyPr wrap="none" lIns="91440" tIns="45720" rIns="91440" bIns="45720">
            <a:spAutoFit/>
          </a:bodyPr>
          <a:lstStyle/>
          <a:p>
            <a:pPr algn="ctr"/>
            <a:r>
              <a:rPr lang="es-ES" sz="1400" b="1" dirty="0">
                <a:ln w="0">
                  <a:noFill/>
                </a:ln>
                <a:solidFill>
                  <a:schemeClr val="accent2"/>
                </a:solidFill>
                <a:latin typeface="Poppins" panose="00000500000000000000" pitchFamily="2" charset="0"/>
                <a:cs typeface="Poppins" panose="00000500000000000000" pitchFamily="2" charset="0"/>
              </a:rPr>
              <a:t>Nro. de contacto</a:t>
            </a:r>
            <a:endParaRPr lang="es-ES" sz="1400" b="1" cap="none" spc="0" dirty="0">
              <a:ln w="0">
                <a:noFill/>
              </a:ln>
              <a:solidFill>
                <a:schemeClr val="accent2"/>
              </a:solidFill>
              <a:latin typeface="Poppins" panose="00000500000000000000" pitchFamily="2" charset="0"/>
              <a:cs typeface="Poppins" panose="00000500000000000000" pitchFamily="2" charset="0"/>
            </a:endParaRPr>
          </a:p>
        </p:txBody>
      </p:sp>
      <p:sp>
        <p:nvSpPr>
          <p:cNvPr id="28" name="Rectángulo 27">
            <a:extLst>
              <a:ext uri="{FF2B5EF4-FFF2-40B4-BE49-F238E27FC236}">
                <a16:creationId xmlns:a16="http://schemas.microsoft.com/office/drawing/2014/main" id="{A26EBC30-DF69-4DA3-8F0A-0780FA189C7C}"/>
              </a:ext>
            </a:extLst>
          </p:cNvPr>
          <p:cNvSpPr/>
          <p:nvPr/>
        </p:nvSpPr>
        <p:spPr>
          <a:xfrm>
            <a:off x="9423862" y="2255728"/>
            <a:ext cx="750526" cy="307777"/>
          </a:xfrm>
          <a:prstGeom prst="rect">
            <a:avLst/>
          </a:prstGeom>
          <a:noFill/>
        </p:spPr>
        <p:txBody>
          <a:bodyPr wrap="none" lIns="91440" tIns="45720" rIns="91440" bIns="45720">
            <a:spAutoFit/>
          </a:bodyPr>
          <a:lstStyle/>
          <a:p>
            <a:pPr algn="ctr"/>
            <a:r>
              <a:rPr lang="es-ES" sz="1400" b="1" dirty="0">
                <a:ln w="0">
                  <a:noFill/>
                </a:ln>
                <a:solidFill>
                  <a:schemeClr val="accent2"/>
                </a:solidFill>
                <a:latin typeface="Poppins" panose="00000500000000000000" pitchFamily="2" charset="0"/>
                <a:cs typeface="Poppins" panose="00000500000000000000" pitchFamily="2" charset="0"/>
              </a:rPr>
              <a:t>Cargo</a:t>
            </a:r>
            <a:endParaRPr lang="es-ES" sz="1400" b="1" cap="none" spc="0" dirty="0">
              <a:ln w="0">
                <a:noFill/>
              </a:ln>
              <a:solidFill>
                <a:schemeClr val="accent2"/>
              </a:solidFill>
              <a:latin typeface="Poppins" panose="00000500000000000000" pitchFamily="2" charset="0"/>
              <a:cs typeface="Poppins" panose="00000500000000000000" pitchFamily="2" charset="0"/>
            </a:endParaRPr>
          </a:p>
        </p:txBody>
      </p:sp>
      <p:sp>
        <p:nvSpPr>
          <p:cNvPr id="29" name="Rectángulo 28">
            <a:extLst>
              <a:ext uri="{FF2B5EF4-FFF2-40B4-BE49-F238E27FC236}">
                <a16:creationId xmlns:a16="http://schemas.microsoft.com/office/drawing/2014/main" id="{7355AAD9-7939-2EBE-7E60-DB418298A0D2}"/>
              </a:ext>
            </a:extLst>
          </p:cNvPr>
          <p:cNvSpPr/>
          <p:nvPr/>
        </p:nvSpPr>
        <p:spPr>
          <a:xfrm>
            <a:off x="3248464" y="4612414"/>
            <a:ext cx="8737059" cy="276999"/>
          </a:xfrm>
          <a:prstGeom prst="rect">
            <a:avLst/>
          </a:prstGeom>
          <a:noFill/>
        </p:spPr>
        <p:txBody>
          <a:bodyPr wrap="square" lIns="91440" tIns="45720" rIns="91440" bIns="45720">
            <a:spAutoFit/>
          </a:bodyPr>
          <a:lstStyle/>
          <a:p>
            <a:pPr algn="just"/>
            <a:r>
              <a:rPr lang="es-ES" sz="1200" b="1" cap="none" spc="0" dirty="0">
                <a:ln w="0">
                  <a:noFill/>
                </a:ln>
                <a:latin typeface="Poppins" panose="00000500000000000000" pitchFamily="2" charset="0"/>
                <a:cs typeface="Poppins" panose="00000500000000000000" pitchFamily="2" charset="0"/>
              </a:rPr>
              <a:t>Id    Nombres        A</a:t>
            </a:r>
            <a:r>
              <a:rPr lang="es-ES" sz="1200" b="1" dirty="0">
                <a:ln w="0">
                  <a:noFill/>
                </a:ln>
                <a:latin typeface="Poppins" panose="00000500000000000000" pitchFamily="2" charset="0"/>
                <a:cs typeface="Poppins" panose="00000500000000000000" pitchFamily="2" charset="0"/>
              </a:rPr>
              <a:t>pellidos         Tipo Doc.         Nro. Doc.         Número Cargo        Usuario        Contraseña     Email</a:t>
            </a:r>
            <a:endParaRPr lang="es-ES" sz="1200" b="1" cap="none" spc="0" dirty="0">
              <a:ln w="0">
                <a:noFill/>
              </a:ln>
              <a:latin typeface="Poppins" panose="00000500000000000000" pitchFamily="2" charset="0"/>
              <a:cs typeface="Poppins" panose="00000500000000000000" pitchFamily="2" charset="0"/>
            </a:endParaRPr>
          </a:p>
        </p:txBody>
      </p:sp>
      <p:cxnSp>
        <p:nvCxnSpPr>
          <p:cNvPr id="31" name="Conector recto 30">
            <a:extLst>
              <a:ext uri="{FF2B5EF4-FFF2-40B4-BE49-F238E27FC236}">
                <a16:creationId xmlns:a16="http://schemas.microsoft.com/office/drawing/2014/main" id="{A484B0AC-C37F-5B39-75A2-E06B16CDEA0D}"/>
              </a:ext>
            </a:extLst>
          </p:cNvPr>
          <p:cNvCxnSpPr>
            <a:cxnSpLocks/>
          </p:cNvCxnSpPr>
          <p:nvPr/>
        </p:nvCxnSpPr>
        <p:spPr>
          <a:xfrm>
            <a:off x="3189051" y="4965064"/>
            <a:ext cx="8737059" cy="0"/>
          </a:xfrm>
          <a:prstGeom prst="line">
            <a:avLst/>
          </a:prstGeom>
        </p:spPr>
        <p:style>
          <a:lnRef idx="2">
            <a:schemeClr val="dk1"/>
          </a:lnRef>
          <a:fillRef idx="0">
            <a:schemeClr val="dk1"/>
          </a:fillRef>
          <a:effectRef idx="1">
            <a:schemeClr val="dk1"/>
          </a:effectRef>
          <a:fontRef idx="minor">
            <a:schemeClr val="tx1"/>
          </a:fontRef>
        </p:style>
      </p:cxnSp>
      <p:sp>
        <p:nvSpPr>
          <p:cNvPr id="34" name="Rectángulo 33">
            <a:extLst>
              <a:ext uri="{FF2B5EF4-FFF2-40B4-BE49-F238E27FC236}">
                <a16:creationId xmlns:a16="http://schemas.microsoft.com/office/drawing/2014/main" id="{7F3C3F0F-103B-CD02-28B8-6CD52EEB1E1F}"/>
              </a:ext>
            </a:extLst>
          </p:cNvPr>
          <p:cNvSpPr/>
          <p:nvPr/>
        </p:nvSpPr>
        <p:spPr>
          <a:xfrm>
            <a:off x="385267" y="5842870"/>
            <a:ext cx="1901953" cy="731760"/>
          </a:xfrm>
          <a:prstGeom prst="rect">
            <a:avLst/>
          </a:prstGeom>
          <a:solidFill>
            <a:srgbClr val="FFC64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tx1"/>
                </a:solidFill>
              </a:rPr>
              <a:t>CERRAR SESIÓN</a:t>
            </a:r>
          </a:p>
        </p:txBody>
      </p:sp>
      <p:sp>
        <p:nvSpPr>
          <p:cNvPr id="35" name="Rectángulo 34">
            <a:extLst>
              <a:ext uri="{FF2B5EF4-FFF2-40B4-BE49-F238E27FC236}">
                <a16:creationId xmlns:a16="http://schemas.microsoft.com/office/drawing/2014/main" id="{4FA7E3D1-95ED-DF9A-E7E3-EA3A4E73F223}"/>
              </a:ext>
            </a:extLst>
          </p:cNvPr>
          <p:cNvSpPr/>
          <p:nvPr/>
        </p:nvSpPr>
        <p:spPr>
          <a:xfrm>
            <a:off x="298270" y="3322996"/>
            <a:ext cx="1919115" cy="276999"/>
          </a:xfrm>
          <a:prstGeom prst="rect">
            <a:avLst/>
          </a:prstGeom>
          <a:noFill/>
          <a:effectLst/>
        </p:spPr>
        <p:txBody>
          <a:bodyPr wrap="none" lIns="91440" tIns="45720" rIns="91440" bIns="45720">
            <a:spAutoFit/>
          </a:bodyPr>
          <a:lstStyle/>
          <a:p>
            <a:pPr algn="ctr"/>
            <a:r>
              <a:rPr lang="es-ES" sz="1200" b="1" dirty="0">
                <a:ln w="0">
                  <a:noFill/>
                </a:ln>
                <a:solidFill>
                  <a:schemeClr val="bg1"/>
                </a:solidFill>
                <a:latin typeface="Poppins" panose="00000500000000000000" pitchFamily="2" charset="0"/>
                <a:cs typeface="Poppins" panose="00000500000000000000" pitchFamily="2" charset="0"/>
              </a:rPr>
              <a:t>REGISTRO DE USUARIOS</a:t>
            </a:r>
            <a:endParaRPr lang="es-ES" sz="1200" b="1" cap="none" spc="0" dirty="0">
              <a:ln w="0">
                <a:noFill/>
              </a:ln>
              <a:solidFill>
                <a:schemeClr val="bg1"/>
              </a:solidFill>
              <a:latin typeface="Poppins" panose="00000500000000000000" pitchFamily="2" charset="0"/>
              <a:cs typeface="Poppins" panose="00000500000000000000" pitchFamily="2" charset="0"/>
            </a:endParaRPr>
          </a:p>
        </p:txBody>
      </p:sp>
      <p:pic>
        <p:nvPicPr>
          <p:cNvPr id="37" name="Imagen 36" descr="Icono&#10;&#10;Descripción generada automáticamente">
            <a:extLst>
              <a:ext uri="{FF2B5EF4-FFF2-40B4-BE49-F238E27FC236}">
                <a16:creationId xmlns:a16="http://schemas.microsoft.com/office/drawing/2014/main" id="{B880996A-40DD-95CA-800A-25098378AB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67746" y="4498588"/>
            <a:ext cx="438100" cy="438100"/>
          </a:xfrm>
          <a:prstGeom prst="rect">
            <a:avLst/>
          </a:prstGeom>
        </p:spPr>
      </p:pic>
      <p:sp>
        <p:nvSpPr>
          <p:cNvPr id="42" name="Rectángulo 41">
            <a:extLst>
              <a:ext uri="{FF2B5EF4-FFF2-40B4-BE49-F238E27FC236}">
                <a16:creationId xmlns:a16="http://schemas.microsoft.com/office/drawing/2014/main" id="{C110189E-69DE-84E4-11EE-5AC4056AEAED}"/>
              </a:ext>
            </a:extLst>
          </p:cNvPr>
          <p:cNvSpPr/>
          <p:nvPr/>
        </p:nvSpPr>
        <p:spPr>
          <a:xfrm>
            <a:off x="287106" y="3932200"/>
            <a:ext cx="2024914" cy="276999"/>
          </a:xfrm>
          <a:prstGeom prst="rect">
            <a:avLst/>
          </a:prstGeom>
          <a:noFill/>
        </p:spPr>
        <p:txBody>
          <a:bodyPr wrap="none" lIns="91440" tIns="45720" rIns="91440" bIns="45720">
            <a:spAutoFit/>
          </a:bodyPr>
          <a:lstStyle/>
          <a:p>
            <a:pPr algn="ctr"/>
            <a:r>
              <a:rPr lang="es-ES" sz="1200" cap="none" spc="0" dirty="0">
                <a:ln w="0">
                  <a:noFill/>
                </a:ln>
                <a:latin typeface="Poppins" panose="00000500000000000000" pitchFamily="2" charset="0"/>
                <a:cs typeface="Poppins" panose="00000500000000000000" pitchFamily="2" charset="0"/>
              </a:rPr>
              <a:t>CONTROL DE ASISTENCIA</a:t>
            </a:r>
          </a:p>
        </p:txBody>
      </p:sp>
      <p:sp>
        <p:nvSpPr>
          <p:cNvPr id="43" name="Rectángulo 42">
            <a:extLst>
              <a:ext uri="{FF2B5EF4-FFF2-40B4-BE49-F238E27FC236}">
                <a16:creationId xmlns:a16="http://schemas.microsoft.com/office/drawing/2014/main" id="{F7DE01E2-2941-6E03-E774-F3AC10E2C6BF}"/>
              </a:ext>
            </a:extLst>
          </p:cNvPr>
          <p:cNvSpPr/>
          <p:nvPr/>
        </p:nvSpPr>
        <p:spPr>
          <a:xfrm>
            <a:off x="393524" y="4543643"/>
            <a:ext cx="1806906" cy="276999"/>
          </a:xfrm>
          <a:prstGeom prst="rect">
            <a:avLst/>
          </a:prstGeom>
          <a:noFill/>
        </p:spPr>
        <p:txBody>
          <a:bodyPr wrap="none" lIns="91440" tIns="45720" rIns="91440" bIns="45720">
            <a:spAutoFit/>
          </a:bodyPr>
          <a:lstStyle/>
          <a:p>
            <a:pPr algn="ctr"/>
            <a:r>
              <a:rPr lang="es-ES" sz="1200" dirty="0">
                <a:ln w="0">
                  <a:noFill/>
                </a:ln>
                <a:latin typeface="Poppins" panose="00000500000000000000" pitchFamily="2" charset="0"/>
                <a:cs typeface="Poppins" panose="00000500000000000000" pitchFamily="2" charset="0"/>
              </a:rPr>
              <a:t>CONTROL DE EQUIPOS</a:t>
            </a:r>
            <a:endParaRPr lang="es-ES" sz="1200" cap="none" spc="0" dirty="0">
              <a:ln w="0">
                <a:noFill/>
              </a:ln>
              <a:latin typeface="Poppins" panose="00000500000000000000" pitchFamily="2" charset="0"/>
              <a:cs typeface="Poppins" panose="00000500000000000000" pitchFamily="2" charset="0"/>
            </a:endParaRPr>
          </a:p>
        </p:txBody>
      </p:sp>
      <p:sp>
        <p:nvSpPr>
          <p:cNvPr id="45" name="Rectángulo 44">
            <a:extLst>
              <a:ext uri="{FF2B5EF4-FFF2-40B4-BE49-F238E27FC236}">
                <a16:creationId xmlns:a16="http://schemas.microsoft.com/office/drawing/2014/main" id="{6CF3DCDB-07E0-2F40-FB4F-83AA983AF5AE}"/>
              </a:ext>
            </a:extLst>
          </p:cNvPr>
          <p:cNvSpPr/>
          <p:nvPr/>
        </p:nvSpPr>
        <p:spPr>
          <a:xfrm>
            <a:off x="201728" y="5057432"/>
            <a:ext cx="2268571" cy="276999"/>
          </a:xfrm>
          <a:prstGeom prst="rect">
            <a:avLst/>
          </a:prstGeom>
          <a:noFill/>
        </p:spPr>
        <p:txBody>
          <a:bodyPr wrap="none" lIns="91440" tIns="45720" rIns="91440" bIns="45720">
            <a:spAutoFit/>
          </a:bodyPr>
          <a:lstStyle/>
          <a:p>
            <a:pPr algn="ctr"/>
            <a:r>
              <a:rPr lang="es-ES" sz="1200" dirty="0">
                <a:ln w="0">
                  <a:noFill/>
                </a:ln>
                <a:latin typeface="Poppins" panose="00000500000000000000" pitchFamily="2" charset="0"/>
                <a:cs typeface="Poppins" panose="00000500000000000000" pitchFamily="2" charset="0"/>
              </a:rPr>
              <a:t>HORARIOS DE LABORATORIO</a:t>
            </a:r>
            <a:endParaRPr lang="es-ES" sz="1200" cap="none" spc="0" dirty="0">
              <a:ln w="0">
                <a:noFill/>
              </a:ln>
              <a:latin typeface="Poppins" panose="00000500000000000000" pitchFamily="2" charset="0"/>
              <a:cs typeface="Poppins" panose="00000500000000000000" pitchFamily="2" charset="0"/>
            </a:endParaRPr>
          </a:p>
        </p:txBody>
      </p:sp>
      <p:pic>
        <p:nvPicPr>
          <p:cNvPr id="3" name="Imagen 2" descr="Forma&#10;&#10;Descripción generada automáticamente con confianza baja">
            <a:extLst>
              <a:ext uri="{FF2B5EF4-FFF2-40B4-BE49-F238E27FC236}">
                <a16:creationId xmlns:a16="http://schemas.microsoft.com/office/drawing/2014/main" id="{DBEFD411-AA1D-8936-2EBD-4106784573A7}"/>
              </a:ext>
            </a:extLst>
          </p:cNvPr>
          <p:cNvPicPr>
            <a:picLocks noChangeAspect="1"/>
          </p:cNvPicPr>
          <p:nvPr/>
        </p:nvPicPr>
        <p:blipFill>
          <a:blip r:embed="rId4">
            <a:extLst>
              <a:ext uri="{28A0092B-C50C-407E-A947-70E740481C1C}">
                <a14:useLocalDpi xmlns:a14="http://schemas.microsoft.com/office/drawing/2010/main" val="0"/>
              </a:ext>
            </a:extLst>
          </a:blip>
          <a:srcRect t="47106" b="47244"/>
          <a:stretch/>
        </p:blipFill>
        <p:spPr>
          <a:xfrm flipV="1">
            <a:off x="3133524" y="6313512"/>
            <a:ext cx="8737059" cy="136703"/>
          </a:xfrm>
          <a:prstGeom prst="rect">
            <a:avLst/>
          </a:prstGeom>
        </p:spPr>
      </p:pic>
      <p:sp>
        <p:nvSpPr>
          <p:cNvPr id="33" name="Rectángulo 32">
            <a:extLst>
              <a:ext uri="{FF2B5EF4-FFF2-40B4-BE49-F238E27FC236}">
                <a16:creationId xmlns:a16="http://schemas.microsoft.com/office/drawing/2014/main" id="{B283E606-63E2-463C-AA50-9EFEE7143AE3}"/>
              </a:ext>
            </a:extLst>
          </p:cNvPr>
          <p:cNvSpPr/>
          <p:nvPr/>
        </p:nvSpPr>
        <p:spPr>
          <a:xfrm>
            <a:off x="288750" y="2722803"/>
            <a:ext cx="2149779" cy="338554"/>
          </a:xfrm>
          <a:prstGeom prst="rect">
            <a:avLst/>
          </a:prstGeom>
          <a:noFill/>
        </p:spPr>
        <p:txBody>
          <a:bodyPr wrap="square" lIns="91440" tIns="45720" rIns="91440" bIns="45720">
            <a:spAutoFit/>
          </a:bodyPr>
          <a:lstStyle/>
          <a:p>
            <a:r>
              <a:rPr lang="es-ES" sz="1600" b="1" dirty="0">
                <a:ln w="0">
                  <a:noFill/>
                </a:ln>
                <a:latin typeface="Poppins" panose="00000500000000000000" pitchFamily="2" charset="0"/>
                <a:cs typeface="Poppins" panose="00000500000000000000" pitchFamily="2" charset="0"/>
              </a:rPr>
              <a:t>Nombre de Usuario</a:t>
            </a:r>
            <a:endParaRPr lang="es-ES" sz="1600" b="1" cap="none" spc="0" dirty="0">
              <a:ln w="0">
                <a:noFill/>
              </a:ln>
              <a:latin typeface="Poppins" panose="00000500000000000000" pitchFamily="2" charset="0"/>
              <a:cs typeface="Poppins" panose="00000500000000000000" pitchFamily="2" charset="0"/>
            </a:endParaRPr>
          </a:p>
        </p:txBody>
      </p:sp>
      <p:sp>
        <p:nvSpPr>
          <p:cNvPr id="36" name="Rectángulo 35">
            <a:extLst>
              <a:ext uri="{FF2B5EF4-FFF2-40B4-BE49-F238E27FC236}">
                <a16:creationId xmlns:a16="http://schemas.microsoft.com/office/drawing/2014/main" id="{F79E3F54-A31A-99D1-209F-C7BC4620C549}"/>
              </a:ext>
            </a:extLst>
          </p:cNvPr>
          <p:cNvSpPr/>
          <p:nvPr/>
        </p:nvSpPr>
        <p:spPr>
          <a:xfrm>
            <a:off x="8929463" y="607032"/>
            <a:ext cx="1465634" cy="440525"/>
          </a:xfrm>
          <a:prstGeom prst="rect">
            <a:avLst/>
          </a:prstGeom>
          <a:solidFill>
            <a:srgbClr val="FFC64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tx1"/>
                </a:solidFill>
              </a:rPr>
              <a:t>MODIFICAR</a:t>
            </a:r>
          </a:p>
        </p:txBody>
      </p:sp>
      <p:sp>
        <p:nvSpPr>
          <p:cNvPr id="8" name="Rectángulo 7">
            <a:extLst>
              <a:ext uri="{FF2B5EF4-FFF2-40B4-BE49-F238E27FC236}">
                <a16:creationId xmlns:a16="http://schemas.microsoft.com/office/drawing/2014/main" id="{F3D37575-2D15-D427-95D1-478363E5AC03}"/>
              </a:ext>
            </a:extLst>
          </p:cNvPr>
          <p:cNvSpPr/>
          <p:nvPr/>
        </p:nvSpPr>
        <p:spPr>
          <a:xfrm>
            <a:off x="7374629" y="607031"/>
            <a:ext cx="1465634" cy="440525"/>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AGREGAR</a:t>
            </a:r>
          </a:p>
        </p:txBody>
      </p:sp>
      <p:sp>
        <p:nvSpPr>
          <p:cNvPr id="13" name="Rectángulo 12">
            <a:extLst>
              <a:ext uri="{FF2B5EF4-FFF2-40B4-BE49-F238E27FC236}">
                <a16:creationId xmlns:a16="http://schemas.microsoft.com/office/drawing/2014/main" id="{015254FF-983D-1FF7-8116-E68114F5C62B}"/>
              </a:ext>
            </a:extLst>
          </p:cNvPr>
          <p:cNvSpPr/>
          <p:nvPr/>
        </p:nvSpPr>
        <p:spPr>
          <a:xfrm>
            <a:off x="9312675" y="3919664"/>
            <a:ext cx="2616740" cy="370819"/>
          </a:xfrm>
          <a:prstGeom prst="rect">
            <a:avLst/>
          </a:prstGeom>
          <a:solidFill>
            <a:schemeClr val="bg1"/>
          </a:solidFill>
          <a:ln>
            <a:solidFill>
              <a:schemeClr val="accent2"/>
            </a:solid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38" name="Rectángulo 37">
            <a:extLst>
              <a:ext uri="{FF2B5EF4-FFF2-40B4-BE49-F238E27FC236}">
                <a16:creationId xmlns:a16="http://schemas.microsoft.com/office/drawing/2014/main" id="{9BAF8C85-9DB5-B0F6-78C6-0FEBF0A97128}"/>
              </a:ext>
            </a:extLst>
          </p:cNvPr>
          <p:cNvSpPr/>
          <p:nvPr/>
        </p:nvSpPr>
        <p:spPr>
          <a:xfrm>
            <a:off x="7996058" y="3919664"/>
            <a:ext cx="1316387" cy="400110"/>
          </a:xfrm>
          <a:prstGeom prst="rect">
            <a:avLst/>
          </a:prstGeom>
          <a:noFill/>
        </p:spPr>
        <p:txBody>
          <a:bodyPr wrap="none" lIns="91440" tIns="45720" rIns="91440" bIns="45720">
            <a:spAutoFit/>
          </a:bodyPr>
          <a:lstStyle/>
          <a:p>
            <a:pPr algn="ctr"/>
            <a:r>
              <a:rPr lang="es-ES" sz="2000" b="1" cap="none" spc="0" dirty="0">
                <a:ln w="0">
                  <a:noFill/>
                </a:ln>
                <a:latin typeface="Poppins" panose="00000500000000000000" pitchFamily="2" charset="0"/>
                <a:cs typeface="Poppins" panose="00000500000000000000" pitchFamily="2" charset="0"/>
              </a:rPr>
              <a:t>BUSCAR :</a:t>
            </a:r>
          </a:p>
        </p:txBody>
      </p:sp>
      <p:pic>
        <p:nvPicPr>
          <p:cNvPr id="39" name="Imagen 38" descr="Dibujo de un animal con la boca abierta&#10;&#10;Descripción generada automáticamente con confianza baja">
            <a:extLst>
              <a:ext uri="{FF2B5EF4-FFF2-40B4-BE49-F238E27FC236}">
                <a16:creationId xmlns:a16="http://schemas.microsoft.com/office/drawing/2014/main" id="{34AC5971-8E6A-AA2B-2C3F-59083478BD8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5392" y="1331606"/>
            <a:ext cx="1373057" cy="1362177"/>
          </a:xfrm>
          <a:prstGeom prst="rect">
            <a:avLst/>
          </a:prstGeom>
        </p:spPr>
      </p:pic>
      <p:pic>
        <p:nvPicPr>
          <p:cNvPr id="40" name="Imagen 39" descr="Icono&#10;&#10;Descripción generada automáticamente">
            <a:extLst>
              <a:ext uri="{FF2B5EF4-FFF2-40B4-BE49-F238E27FC236}">
                <a16:creationId xmlns:a16="http://schemas.microsoft.com/office/drawing/2014/main" id="{21067051-8469-A039-C66F-BAFDAF153E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51533" y="802355"/>
            <a:ext cx="438100" cy="438100"/>
          </a:xfrm>
          <a:prstGeom prst="rect">
            <a:avLst/>
          </a:prstGeom>
        </p:spPr>
      </p:pic>
      <p:pic>
        <p:nvPicPr>
          <p:cNvPr id="44" name="Imagen 43" descr="Icono&#10;&#10;Descripción generada automáticamente">
            <a:extLst>
              <a:ext uri="{FF2B5EF4-FFF2-40B4-BE49-F238E27FC236}">
                <a16:creationId xmlns:a16="http://schemas.microsoft.com/office/drawing/2014/main" id="{4F88CFF4-34B8-E3C9-10FE-11EA94164E8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158723" y="3487721"/>
            <a:ext cx="361970" cy="361970"/>
          </a:xfrm>
          <a:prstGeom prst="rect">
            <a:avLst/>
          </a:prstGeom>
        </p:spPr>
      </p:pic>
      <p:pic>
        <p:nvPicPr>
          <p:cNvPr id="46" name="Imagen 45" descr="Icono&#10;&#10;Descripción generada automáticamente">
            <a:extLst>
              <a:ext uri="{FF2B5EF4-FFF2-40B4-BE49-F238E27FC236}">
                <a16:creationId xmlns:a16="http://schemas.microsoft.com/office/drawing/2014/main" id="{1F292B1B-A339-A376-9AC6-131E78688BE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140031" y="872282"/>
            <a:ext cx="361970" cy="361970"/>
          </a:xfrm>
          <a:prstGeom prst="rect">
            <a:avLst/>
          </a:prstGeom>
        </p:spPr>
      </p:pic>
      <p:pic>
        <p:nvPicPr>
          <p:cNvPr id="47" name="Imagen 46" descr="Icono&#10;&#10;Descripción generada automáticamente">
            <a:extLst>
              <a:ext uri="{FF2B5EF4-FFF2-40B4-BE49-F238E27FC236}">
                <a16:creationId xmlns:a16="http://schemas.microsoft.com/office/drawing/2014/main" id="{1035942C-4C35-7BC3-54BD-7A6A829CE8A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90512" y="6373375"/>
            <a:ext cx="361970" cy="361970"/>
          </a:xfrm>
          <a:prstGeom prst="rect">
            <a:avLst/>
          </a:prstGeom>
        </p:spPr>
      </p:pic>
      <p:sp>
        <p:nvSpPr>
          <p:cNvPr id="48" name="Rectángulo 47">
            <a:extLst>
              <a:ext uri="{FF2B5EF4-FFF2-40B4-BE49-F238E27FC236}">
                <a16:creationId xmlns:a16="http://schemas.microsoft.com/office/drawing/2014/main" id="{E72F0CAC-D9A0-6A0E-68F7-99E474AEAA94}"/>
              </a:ext>
            </a:extLst>
          </p:cNvPr>
          <p:cNvSpPr/>
          <p:nvPr/>
        </p:nvSpPr>
        <p:spPr>
          <a:xfrm>
            <a:off x="3409192" y="1919266"/>
            <a:ext cx="131161" cy="307776"/>
          </a:xfrm>
          <a:prstGeom prst="rect">
            <a:avLst/>
          </a:prstGeom>
          <a:noFill/>
        </p:spPr>
        <p:txBody>
          <a:bodyPr wrap="square" lIns="91440" tIns="45720" rIns="91440" bIns="45720">
            <a:spAutoFit/>
          </a:bodyPr>
          <a:lstStyle/>
          <a:p>
            <a:pPr algn="just"/>
            <a:r>
              <a:rPr lang="es-ES" sz="1400" b="1" dirty="0">
                <a:ln w="0">
                  <a:noFill/>
                </a:ln>
                <a:latin typeface="Poppins" panose="00000500000000000000" pitchFamily="2" charset="0"/>
                <a:cs typeface="Poppins" panose="00000500000000000000" pitchFamily="2" charset="0"/>
              </a:rPr>
              <a:t>|</a:t>
            </a:r>
            <a:endParaRPr lang="es-ES" sz="1400" b="1" cap="none" spc="0" dirty="0">
              <a:ln w="0">
                <a:noFill/>
              </a:ln>
              <a:latin typeface="Poppins" panose="00000500000000000000" pitchFamily="2" charset="0"/>
              <a:cs typeface="Poppins" panose="00000500000000000000" pitchFamily="2" charset="0"/>
            </a:endParaRPr>
          </a:p>
        </p:txBody>
      </p:sp>
      <p:sp>
        <p:nvSpPr>
          <p:cNvPr id="49" name="Rectángulo 48">
            <a:extLst>
              <a:ext uri="{FF2B5EF4-FFF2-40B4-BE49-F238E27FC236}">
                <a16:creationId xmlns:a16="http://schemas.microsoft.com/office/drawing/2014/main" id="{C8AD83BA-2FC6-E197-0CF3-4BA74D2594BF}"/>
              </a:ext>
            </a:extLst>
          </p:cNvPr>
          <p:cNvSpPr/>
          <p:nvPr/>
        </p:nvSpPr>
        <p:spPr>
          <a:xfrm>
            <a:off x="3442436" y="2575733"/>
            <a:ext cx="3161490" cy="237248"/>
          </a:xfrm>
          <a:prstGeom prst="rect">
            <a:avLst/>
          </a:prstGeom>
          <a:solidFill>
            <a:schemeClr val="bg1"/>
          </a:solidFill>
          <a:ln>
            <a:solidFill>
              <a:schemeClr val="accent2"/>
            </a:solid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50" name="Rectángulo 49">
            <a:extLst>
              <a:ext uri="{FF2B5EF4-FFF2-40B4-BE49-F238E27FC236}">
                <a16:creationId xmlns:a16="http://schemas.microsoft.com/office/drawing/2014/main" id="{A2F4D740-083B-FF09-4C67-99CA169324E1}"/>
              </a:ext>
            </a:extLst>
          </p:cNvPr>
          <p:cNvSpPr/>
          <p:nvPr/>
        </p:nvSpPr>
        <p:spPr>
          <a:xfrm>
            <a:off x="3374263" y="2904888"/>
            <a:ext cx="860505" cy="307777"/>
          </a:xfrm>
          <a:prstGeom prst="rect">
            <a:avLst/>
          </a:prstGeom>
          <a:noFill/>
        </p:spPr>
        <p:txBody>
          <a:bodyPr wrap="square" lIns="91440" tIns="45720" rIns="91440" bIns="45720">
            <a:spAutoFit/>
          </a:bodyPr>
          <a:lstStyle/>
          <a:p>
            <a:pPr algn="ctr"/>
            <a:r>
              <a:rPr lang="es-ES" sz="1400" b="1" dirty="0">
                <a:ln w="0">
                  <a:noFill/>
                </a:ln>
                <a:solidFill>
                  <a:schemeClr val="accent2"/>
                </a:solidFill>
                <a:latin typeface="Poppins" panose="00000500000000000000" pitchFamily="2" charset="0"/>
                <a:cs typeface="Poppins" panose="00000500000000000000" pitchFamily="2" charset="0"/>
              </a:rPr>
              <a:t>Usuario</a:t>
            </a:r>
            <a:endParaRPr lang="es-ES" sz="1400" b="1" cap="none" spc="0" dirty="0">
              <a:ln w="0">
                <a:noFill/>
              </a:ln>
              <a:solidFill>
                <a:schemeClr val="accent2"/>
              </a:solidFill>
              <a:latin typeface="Poppins" panose="00000500000000000000" pitchFamily="2" charset="0"/>
              <a:cs typeface="Poppins" panose="00000500000000000000" pitchFamily="2" charset="0"/>
            </a:endParaRPr>
          </a:p>
        </p:txBody>
      </p:sp>
      <p:sp>
        <p:nvSpPr>
          <p:cNvPr id="51" name="Rectángulo 50">
            <a:extLst>
              <a:ext uri="{FF2B5EF4-FFF2-40B4-BE49-F238E27FC236}">
                <a16:creationId xmlns:a16="http://schemas.microsoft.com/office/drawing/2014/main" id="{3B236EB1-AF70-4BF7-16CD-D8F04C9347E4}"/>
              </a:ext>
            </a:extLst>
          </p:cNvPr>
          <p:cNvSpPr/>
          <p:nvPr/>
        </p:nvSpPr>
        <p:spPr>
          <a:xfrm>
            <a:off x="3442436" y="3218847"/>
            <a:ext cx="3161490" cy="237248"/>
          </a:xfrm>
          <a:prstGeom prst="rect">
            <a:avLst/>
          </a:prstGeom>
          <a:solidFill>
            <a:schemeClr val="bg1"/>
          </a:solidFill>
          <a:ln>
            <a:solidFill>
              <a:schemeClr val="accent2"/>
            </a:solid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52" name="Rectángulo 51">
            <a:extLst>
              <a:ext uri="{FF2B5EF4-FFF2-40B4-BE49-F238E27FC236}">
                <a16:creationId xmlns:a16="http://schemas.microsoft.com/office/drawing/2014/main" id="{BDB65D72-27FA-F0BF-2B3D-62BC70CA87C4}"/>
              </a:ext>
            </a:extLst>
          </p:cNvPr>
          <p:cNvSpPr/>
          <p:nvPr/>
        </p:nvSpPr>
        <p:spPr>
          <a:xfrm>
            <a:off x="7125853" y="2563248"/>
            <a:ext cx="1709138" cy="246206"/>
          </a:xfrm>
          <a:prstGeom prst="rect">
            <a:avLst/>
          </a:prstGeom>
          <a:solidFill>
            <a:schemeClr val="bg1"/>
          </a:solidFill>
          <a:ln>
            <a:solidFill>
              <a:schemeClr val="accent2"/>
            </a:solid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55" name="Rectángulo 54">
            <a:extLst>
              <a:ext uri="{FF2B5EF4-FFF2-40B4-BE49-F238E27FC236}">
                <a16:creationId xmlns:a16="http://schemas.microsoft.com/office/drawing/2014/main" id="{1A031A8C-377B-2D3C-CA2D-47C17575D83C}"/>
              </a:ext>
            </a:extLst>
          </p:cNvPr>
          <p:cNvSpPr/>
          <p:nvPr/>
        </p:nvSpPr>
        <p:spPr>
          <a:xfrm>
            <a:off x="7073379" y="2889029"/>
            <a:ext cx="1241855" cy="307777"/>
          </a:xfrm>
          <a:prstGeom prst="rect">
            <a:avLst/>
          </a:prstGeom>
          <a:noFill/>
        </p:spPr>
        <p:txBody>
          <a:bodyPr wrap="square" lIns="91440" tIns="45720" rIns="91440" bIns="45720">
            <a:spAutoFit/>
          </a:bodyPr>
          <a:lstStyle/>
          <a:p>
            <a:pPr algn="ctr"/>
            <a:r>
              <a:rPr lang="es-ES" sz="1400" b="1" dirty="0">
                <a:ln w="0">
                  <a:noFill/>
                </a:ln>
                <a:solidFill>
                  <a:schemeClr val="accent2"/>
                </a:solidFill>
                <a:latin typeface="Poppins" panose="00000500000000000000" pitchFamily="2" charset="0"/>
                <a:cs typeface="Poppins" panose="00000500000000000000" pitchFamily="2" charset="0"/>
              </a:rPr>
              <a:t>Contraseña</a:t>
            </a:r>
            <a:endParaRPr lang="es-ES" sz="1400" b="1" cap="none" spc="0" dirty="0">
              <a:ln w="0">
                <a:noFill/>
              </a:ln>
              <a:solidFill>
                <a:schemeClr val="accent2"/>
              </a:solidFill>
              <a:latin typeface="Poppins" panose="00000500000000000000" pitchFamily="2" charset="0"/>
              <a:cs typeface="Poppins" panose="00000500000000000000" pitchFamily="2" charset="0"/>
            </a:endParaRPr>
          </a:p>
        </p:txBody>
      </p:sp>
      <p:sp>
        <p:nvSpPr>
          <p:cNvPr id="56" name="Rectángulo 55">
            <a:extLst>
              <a:ext uri="{FF2B5EF4-FFF2-40B4-BE49-F238E27FC236}">
                <a16:creationId xmlns:a16="http://schemas.microsoft.com/office/drawing/2014/main" id="{B7929FA9-05FD-9DCF-210A-CCFEBE13742E}"/>
              </a:ext>
            </a:extLst>
          </p:cNvPr>
          <p:cNvSpPr/>
          <p:nvPr/>
        </p:nvSpPr>
        <p:spPr>
          <a:xfrm>
            <a:off x="9423715" y="1931286"/>
            <a:ext cx="2010658" cy="246206"/>
          </a:xfrm>
          <a:prstGeom prst="rect">
            <a:avLst/>
          </a:prstGeom>
          <a:solidFill>
            <a:schemeClr val="bg1"/>
          </a:solidFill>
          <a:ln>
            <a:solidFill>
              <a:schemeClr val="accent2"/>
            </a:solid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58" name="Rectángulo 57">
            <a:extLst>
              <a:ext uri="{FF2B5EF4-FFF2-40B4-BE49-F238E27FC236}">
                <a16:creationId xmlns:a16="http://schemas.microsoft.com/office/drawing/2014/main" id="{F8FAA445-BEBB-F0E9-60C6-0AA3505E185E}"/>
              </a:ext>
            </a:extLst>
          </p:cNvPr>
          <p:cNvSpPr/>
          <p:nvPr/>
        </p:nvSpPr>
        <p:spPr>
          <a:xfrm>
            <a:off x="9423715" y="3178000"/>
            <a:ext cx="2010658" cy="246206"/>
          </a:xfrm>
          <a:prstGeom prst="rect">
            <a:avLst/>
          </a:prstGeom>
          <a:solidFill>
            <a:schemeClr val="bg1"/>
          </a:solidFill>
          <a:ln>
            <a:solidFill>
              <a:schemeClr val="accent2"/>
            </a:solid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pic>
        <p:nvPicPr>
          <p:cNvPr id="59" name="Imagen 58" descr="Icono&#10;&#10;Descripción generada automáticamente">
            <a:extLst>
              <a:ext uri="{FF2B5EF4-FFF2-40B4-BE49-F238E27FC236}">
                <a16:creationId xmlns:a16="http://schemas.microsoft.com/office/drawing/2014/main" id="{A353BEA3-7A9A-8771-A829-847B4D67F1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39045" y="1948321"/>
            <a:ext cx="438100" cy="438100"/>
          </a:xfrm>
          <a:prstGeom prst="rect">
            <a:avLst/>
          </a:prstGeom>
        </p:spPr>
      </p:pic>
      <p:pic>
        <p:nvPicPr>
          <p:cNvPr id="60" name="Imagen 59" descr="Icono&#10;&#10;Descripción generada automáticamente">
            <a:extLst>
              <a:ext uri="{FF2B5EF4-FFF2-40B4-BE49-F238E27FC236}">
                <a16:creationId xmlns:a16="http://schemas.microsoft.com/office/drawing/2014/main" id="{0A9752BF-AFC5-F69F-BA54-C9A255BB68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64557" y="4006811"/>
            <a:ext cx="438100" cy="438100"/>
          </a:xfrm>
          <a:prstGeom prst="rect">
            <a:avLst/>
          </a:prstGeom>
        </p:spPr>
      </p:pic>
      <p:pic>
        <p:nvPicPr>
          <p:cNvPr id="61" name="Imagen 60">
            <a:extLst>
              <a:ext uri="{FF2B5EF4-FFF2-40B4-BE49-F238E27FC236}">
                <a16:creationId xmlns:a16="http://schemas.microsoft.com/office/drawing/2014/main" id="{C7D729EB-AF13-FFC1-A31B-156D2CF18F7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423715" y="2557701"/>
            <a:ext cx="2010658" cy="274451"/>
          </a:xfrm>
          <a:prstGeom prst="rect">
            <a:avLst/>
          </a:prstGeom>
        </p:spPr>
      </p:pic>
      <p:pic>
        <p:nvPicPr>
          <p:cNvPr id="62" name="Imagen 61">
            <a:extLst>
              <a:ext uri="{FF2B5EF4-FFF2-40B4-BE49-F238E27FC236}">
                <a16:creationId xmlns:a16="http://schemas.microsoft.com/office/drawing/2014/main" id="{C0536474-5135-D11E-BA8B-0C606EC7E77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096993" y="1929801"/>
            <a:ext cx="1743270" cy="274451"/>
          </a:xfrm>
          <a:prstGeom prst="rect">
            <a:avLst/>
          </a:prstGeom>
        </p:spPr>
      </p:pic>
      <p:sp>
        <p:nvSpPr>
          <p:cNvPr id="1024" name="Rectángulo 1023">
            <a:extLst>
              <a:ext uri="{FF2B5EF4-FFF2-40B4-BE49-F238E27FC236}">
                <a16:creationId xmlns:a16="http://schemas.microsoft.com/office/drawing/2014/main" id="{BE003C92-D108-59E2-8A6B-9B43865494C4}"/>
              </a:ext>
            </a:extLst>
          </p:cNvPr>
          <p:cNvSpPr/>
          <p:nvPr/>
        </p:nvSpPr>
        <p:spPr>
          <a:xfrm>
            <a:off x="9312445" y="3978090"/>
            <a:ext cx="131161" cy="307776"/>
          </a:xfrm>
          <a:prstGeom prst="rect">
            <a:avLst/>
          </a:prstGeom>
          <a:noFill/>
        </p:spPr>
        <p:txBody>
          <a:bodyPr wrap="square" lIns="91440" tIns="45720" rIns="91440" bIns="45720">
            <a:spAutoFit/>
          </a:bodyPr>
          <a:lstStyle/>
          <a:p>
            <a:pPr algn="just"/>
            <a:r>
              <a:rPr lang="es-ES" sz="1400" b="1" dirty="0">
                <a:ln w="0">
                  <a:noFill/>
                </a:ln>
                <a:latin typeface="Poppins" panose="00000500000000000000" pitchFamily="2" charset="0"/>
                <a:cs typeface="Poppins" panose="00000500000000000000" pitchFamily="2" charset="0"/>
              </a:rPr>
              <a:t>|</a:t>
            </a:r>
            <a:endParaRPr lang="es-ES" sz="1400" b="1" cap="none" spc="0" dirty="0">
              <a:ln w="0">
                <a:noFill/>
              </a:ln>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133495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1BB72E-13F7-3ED6-087D-C1F9D1F6311F}"/>
              </a:ext>
            </a:extLst>
          </p:cNvPr>
          <p:cNvSpPr>
            <a:spLocks noGrp="1"/>
          </p:cNvSpPr>
          <p:nvPr>
            <p:ph type="title"/>
          </p:nvPr>
        </p:nvSpPr>
        <p:spPr>
          <a:xfrm>
            <a:off x="838200" y="132522"/>
            <a:ext cx="10515600" cy="1325563"/>
          </a:xfrm>
        </p:spPr>
        <p:txBody>
          <a:bodyPr/>
          <a:lstStyle/>
          <a:p>
            <a:r>
              <a:rPr lang="es-PE" dirty="0"/>
              <a:t>EXPLICACIÓN:</a:t>
            </a:r>
          </a:p>
        </p:txBody>
      </p:sp>
      <p:sp>
        <p:nvSpPr>
          <p:cNvPr id="3" name="Marcador de contenido 2">
            <a:extLst>
              <a:ext uri="{FF2B5EF4-FFF2-40B4-BE49-F238E27FC236}">
                <a16:creationId xmlns:a16="http://schemas.microsoft.com/office/drawing/2014/main" id="{D0EEE7FD-68E4-2915-B2EC-E35C7F27988C}"/>
              </a:ext>
            </a:extLst>
          </p:cNvPr>
          <p:cNvSpPr>
            <a:spLocks noGrp="1"/>
          </p:cNvSpPr>
          <p:nvPr>
            <p:ph idx="1"/>
          </p:nvPr>
        </p:nvSpPr>
        <p:spPr>
          <a:xfrm>
            <a:off x="838200" y="1161290"/>
            <a:ext cx="10757452" cy="5451544"/>
          </a:xfrm>
        </p:spPr>
        <p:txBody>
          <a:bodyPr>
            <a:normAutofit fontScale="85000" lnSpcReduction="20000"/>
          </a:bodyPr>
          <a:lstStyle/>
          <a:p>
            <a:pPr marL="0" indent="0" algn="just">
              <a:buNone/>
            </a:pPr>
            <a:r>
              <a:rPr lang="es-PE" sz="2000" dirty="0"/>
              <a:t>CUANDO QUIERAS </a:t>
            </a:r>
            <a:r>
              <a:rPr lang="es-PE" sz="2000" dirty="0">
                <a:solidFill>
                  <a:srgbClr val="FF0000"/>
                </a:solidFill>
              </a:rPr>
              <a:t>AGREGAR</a:t>
            </a:r>
            <a:r>
              <a:rPr lang="es-PE" sz="2000" dirty="0"/>
              <a:t> SOLO TIENES QUE ESCRIBIR LOS DATOS Y DARLE EN EL BOTON AGREGAR. LO IDEAL ES QUE DESPUES DE PRESIONAR EL BOTON TODOS LOS CAMPOS DE REGISTRO QUEDEN EN BLANCO PARA REALZIAR OTRO REGISTRO. Y EL REGISTRO INGRESADO APAREZCA EN LA TABLA “LISTA DE USUARIOS REGISTRADOS”.</a:t>
            </a:r>
          </a:p>
          <a:p>
            <a:pPr marL="0" indent="0" algn="just">
              <a:buNone/>
            </a:pPr>
            <a:endParaRPr lang="es-PE" sz="2000" dirty="0"/>
          </a:p>
          <a:p>
            <a:pPr marL="0" indent="0" algn="just">
              <a:buNone/>
            </a:pPr>
            <a:r>
              <a:rPr lang="es-PE" sz="2000" dirty="0"/>
              <a:t>SI QUIERES </a:t>
            </a:r>
            <a:r>
              <a:rPr lang="es-PE" sz="2000" dirty="0">
                <a:solidFill>
                  <a:srgbClr val="FF0000"/>
                </a:solidFill>
              </a:rPr>
              <a:t>MODIFICAR</a:t>
            </a:r>
            <a:r>
              <a:rPr lang="es-PE" sz="2000" dirty="0"/>
              <a:t>, TIENES QUE SELECCIONAR UNA FILA DE LA TABLA DE REGISTRO </a:t>
            </a:r>
            <a:r>
              <a:rPr lang="es-PE" sz="2000" b="1" dirty="0"/>
              <a:t>“LISTA DE USUARIOS REGISTRADOS”, </a:t>
            </a:r>
            <a:r>
              <a:rPr lang="es-PE" sz="2000" dirty="0"/>
              <a:t>CUANDO HAGAS ESO APARECERAN TODOS LOS DATOS EN LOS CAMPOS DE LA SECCION </a:t>
            </a:r>
            <a:r>
              <a:rPr lang="es-PE" sz="2000" b="1" dirty="0"/>
              <a:t>“DATOS DEL REGISTRO”</a:t>
            </a:r>
            <a:r>
              <a:rPr lang="es-PE" sz="2000" dirty="0"/>
              <a:t>, SOLO TENDRAS QUE MODIFICAR ALGUNO DE ESOS CAMPOS Y DESPUES DARLE AL BOTON MODIFICAR. ASI SI SE CAMBIAN LOS DATOS.</a:t>
            </a:r>
          </a:p>
          <a:p>
            <a:pPr marL="0" indent="0" algn="just">
              <a:buNone/>
            </a:pPr>
            <a:endParaRPr lang="es-PE" sz="2000" dirty="0"/>
          </a:p>
          <a:p>
            <a:pPr marL="0" indent="0" algn="just">
              <a:buNone/>
            </a:pPr>
            <a:r>
              <a:rPr lang="es-PE" sz="2000" dirty="0"/>
              <a:t>SI QUIERES </a:t>
            </a:r>
            <a:r>
              <a:rPr lang="es-PE" sz="2000" dirty="0">
                <a:solidFill>
                  <a:srgbClr val="FF0000"/>
                </a:solidFill>
              </a:rPr>
              <a:t>ELIMINAR</a:t>
            </a:r>
            <a:r>
              <a:rPr lang="es-PE" sz="2000" dirty="0"/>
              <a:t> UN REGISTRO, SELECCIONA UNA FILA DE LA TABLA </a:t>
            </a:r>
            <a:r>
              <a:rPr lang="es-PE" sz="2000" b="1" dirty="0"/>
              <a:t>“LISTA DE USUARIOS REGISTRADOS” </a:t>
            </a:r>
            <a:r>
              <a:rPr lang="es-PE" sz="2000" dirty="0"/>
              <a:t>Y DESPUES DARLE AL BOTON ELIMINAR. ASI EL REGISTRO YA NO ESTARA EN LA TABLA.</a:t>
            </a:r>
          </a:p>
          <a:p>
            <a:pPr marL="0" indent="0" algn="just">
              <a:buNone/>
            </a:pPr>
            <a:endParaRPr lang="es-PE" sz="2000" dirty="0"/>
          </a:p>
          <a:p>
            <a:pPr marL="0" indent="0" algn="just">
              <a:buNone/>
            </a:pPr>
            <a:r>
              <a:rPr lang="es-PE" sz="2000" dirty="0"/>
              <a:t>SI QUIERES </a:t>
            </a:r>
            <a:r>
              <a:rPr lang="es-PE" sz="2000" dirty="0">
                <a:solidFill>
                  <a:srgbClr val="FF0000"/>
                </a:solidFill>
              </a:rPr>
              <a:t>BUSCAR</a:t>
            </a:r>
            <a:r>
              <a:rPr lang="es-PE" sz="2000" dirty="0"/>
              <a:t> UN REGISTRO POR UN DATO ESPECIFICO DE CUALQUIER CAMPO DE LA TABLA, SOLO TIENES QUE DIGITAR LO QUE DESEAS BUSCAR EN EL CUADRO DE TEXTO, EL TIEMPO DE CARGA ES RAPIDO SIEMPRE Y CUANDO SEA UN ARPOXIMADO DE 5000 REGISTROS SI LA CANTIDAD DE REGISTROS ES MAYOR SERA MAS LENTO EL TIEMPO DE BUSQUEDA.</a:t>
            </a:r>
          </a:p>
          <a:p>
            <a:pPr marL="0" indent="0" algn="just">
              <a:buNone/>
            </a:pPr>
            <a:endParaRPr lang="es-PE" sz="2000" dirty="0"/>
          </a:p>
          <a:p>
            <a:pPr marL="0" indent="0" algn="just">
              <a:buNone/>
            </a:pPr>
            <a:r>
              <a:rPr lang="es-PE" sz="2000" dirty="0">
                <a:solidFill>
                  <a:srgbClr val="FF0000"/>
                </a:solidFill>
              </a:rPr>
              <a:t>NOTA: SOLO LSO BOTONES AGREGAR, MODIFICAR Y ELIMINAR AFECTAN DIRECTAMENTE A LA BASE DE DATOS. EL FILTRO DE BUSQUEDA ES SOLO UNA HERRAMIENTA QUE AYUDA A LAS ACCIONES/BOTONES DE MODIFICAR O ELIMINAR.</a:t>
            </a:r>
          </a:p>
        </p:txBody>
      </p:sp>
    </p:spTree>
    <p:extLst>
      <p:ext uri="{BB962C8B-B14F-4D97-AF65-F5344CB8AC3E}">
        <p14:creationId xmlns:p14="http://schemas.microsoft.com/office/powerpoint/2010/main" val="9196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1F32CDA-FFB5-6E7D-6BD8-F85FFEA91E91}"/>
              </a:ext>
            </a:extLst>
          </p:cNvPr>
          <p:cNvSpPr/>
          <p:nvPr/>
        </p:nvSpPr>
        <p:spPr>
          <a:xfrm>
            <a:off x="0" y="0"/>
            <a:ext cx="2616740" cy="116731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pic>
        <p:nvPicPr>
          <p:cNvPr id="5" name="Imagen 4" descr="Interfaz de usuario gráfica, Texto, Aplicación&#10;&#10;Descripción generada automáticamente">
            <a:extLst>
              <a:ext uri="{FF2B5EF4-FFF2-40B4-BE49-F238E27FC236}">
                <a16:creationId xmlns:a16="http://schemas.microsoft.com/office/drawing/2014/main" id="{8E422B7E-940B-4B59-8E84-BA16C9F2AE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671" y="134217"/>
            <a:ext cx="2194397" cy="887188"/>
          </a:xfrm>
          <a:prstGeom prst="rect">
            <a:avLst/>
          </a:prstGeom>
        </p:spPr>
      </p:pic>
      <p:sp>
        <p:nvSpPr>
          <p:cNvPr id="7" name="Rectángulo 6">
            <a:extLst>
              <a:ext uri="{FF2B5EF4-FFF2-40B4-BE49-F238E27FC236}">
                <a16:creationId xmlns:a16="http://schemas.microsoft.com/office/drawing/2014/main" id="{28E1129F-969D-8E7B-485E-F72C8E2ED915}"/>
              </a:ext>
            </a:extLst>
          </p:cNvPr>
          <p:cNvSpPr>
            <a:spLocks noGrp="1" noRot="1" noMove="1" noResize="1" noEditPoints="1" noAdjustHandles="1" noChangeArrowheads="1" noChangeShapeType="1"/>
          </p:cNvSpPr>
          <p:nvPr/>
        </p:nvSpPr>
        <p:spPr>
          <a:xfrm>
            <a:off x="2616740" y="0"/>
            <a:ext cx="9575260" cy="6858000"/>
          </a:xfrm>
          <a:prstGeom prst="rect">
            <a:avLst/>
          </a:prstGeom>
          <a:solidFill>
            <a:srgbClr val="EEEEEE"/>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9" name="Rectángulo 8">
            <a:extLst>
              <a:ext uri="{FF2B5EF4-FFF2-40B4-BE49-F238E27FC236}">
                <a16:creationId xmlns:a16="http://schemas.microsoft.com/office/drawing/2014/main" id="{7E1D6AD2-0514-7278-374D-11A9B4F7E598}"/>
              </a:ext>
            </a:extLst>
          </p:cNvPr>
          <p:cNvSpPr/>
          <p:nvPr/>
        </p:nvSpPr>
        <p:spPr>
          <a:xfrm>
            <a:off x="2907570" y="316201"/>
            <a:ext cx="4471097" cy="523220"/>
          </a:xfrm>
          <a:prstGeom prst="rect">
            <a:avLst/>
          </a:prstGeom>
          <a:noFill/>
        </p:spPr>
        <p:txBody>
          <a:bodyPr wrap="none" lIns="91440" tIns="45720" rIns="91440" bIns="45720">
            <a:spAutoFit/>
          </a:bodyPr>
          <a:lstStyle/>
          <a:p>
            <a:pPr algn="ctr"/>
            <a:r>
              <a:rPr lang="es-ES" sz="2800" b="1" dirty="0">
                <a:ln w="0">
                  <a:noFill/>
                </a:ln>
                <a:latin typeface="Poppins" panose="00000500000000000000" pitchFamily="2" charset="0"/>
                <a:cs typeface="Poppins" panose="00000500000000000000" pitchFamily="2" charset="0"/>
              </a:rPr>
              <a:t>CONTROL DE ASISTENCIA</a:t>
            </a:r>
            <a:endParaRPr lang="es-ES" sz="2800" b="1" cap="none" spc="0" dirty="0">
              <a:ln w="0">
                <a:noFill/>
              </a:ln>
              <a:latin typeface="Poppins" panose="00000500000000000000" pitchFamily="2" charset="0"/>
              <a:cs typeface="Poppins" panose="00000500000000000000" pitchFamily="2" charset="0"/>
            </a:endParaRPr>
          </a:p>
        </p:txBody>
      </p:sp>
      <p:sp>
        <p:nvSpPr>
          <p:cNvPr id="15" name="Rectángulo 14">
            <a:extLst>
              <a:ext uri="{FF2B5EF4-FFF2-40B4-BE49-F238E27FC236}">
                <a16:creationId xmlns:a16="http://schemas.microsoft.com/office/drawing/2014/main" id="{A7E31D33-3343-C272-E602-519EB8179B91}"/>
              </a:ext>
            </a:extLst>
          </p:cNvPr>
          <p:cNvSpPr/>
          <p:nvPr/>
        </p:nvSpPr>
        <p:spPr>
          <a:xfrm>
            <a:off x="3189053" y="1302014"/>
            <a:ext cx="8737058" cy="1253839"/>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14" name="Rectángulo 13">
            <a:extLst>
              <a:ext uri="{FF2B5EF4-FFF2-40B4-BE49-F238E27FC236}">
                <a16:creationId xmlns:a16="http://schemas.microsoft.com/office/drawing/2014/main" id="{F17F8443-2BE1-ED58-9BFD-8556CABD39FE}"/>
              </a:ext>
            </a:extLst>
          </p:cNvPr>
          <p:cNvSpPr/>
          <p:nvPr/>
        </p:nvSpPr>
        <p:spPr>
          <a:xfrm>
            <a:off x="3967785" y="1550651"/>
            <a:ext cx="1614546" cy="307777"/>
          </a:xfrm>
          <a:prstGeom prst="rect">
            <a:avLst/>
          </a:prstGeom>
          <a:noFill/>
        </p:spPr>
        <p:txBody>
          <a:bodyPr wrap="none" lIns="91440" tIns="45720" rIns="91440" bIns="45720">
            <a:spAutoFit/>
          </a:bodyPr>
          <a:lstStyle/>
          <a:p>
            <a:pPr algn="ctr"/>
            <a:r>
              <a:rPr lang="es-ES" sz="1400" b="1" cap="none" spc="0" dirty="0">
                <a:ln w="0">
                  <a:noFill/>
                </a:ln>
                <a:solidFill>
                  <a:schemeClr val="accent2"/>
                </a:solidFill>
                <a:latin typeface="Poppins" panose="00000500000000000000" pitchFamily="2" charset="0"/>
                <a:cs typeface="Poppins" panose="00000500000000000000" pitchFamily="2" charset="0"/>
              </a:rPr>
              <a:t>Nro. </a:t>
            </a:r>
            <a:r>
              <a:rPr lang="es-ES" sz="1400" b="1" dirty="0">
                <a:ln w="0">
                  <a:noFill/>
                </a:ln>
                <a:solidFill>
                  <a:schemeClr val="accent2"/>
                </a:solidFill>
                <a:latin typeface="Poppins" panose="00000500000000000000" pitchFamily="2" charset="0"/>
                <a:cs typeface="Poppins" panose="00000500000000000000" pitchFamily="2" charset="0"/>
              </a:rPr>
              <a:t>Laboratorio</a:t>
            </a:r>
            <a:endParaRPr lang="es-ES" sz="1400" b="1" cap="none" spc="0" dirty="0">
              <a:ln w="0">
                <a:noFill/>
              </a:ln>
              <a:solidFill>
                <a:schemeClr val="accent2"/>
              </a:solidFill>
              <a:latin typeface="Poppins" panose="00000500000000000000" pitchFamily="2" charset="0"/>
              <a:cs typeface="Poppins" panose="00000500000000000000" pitchFamily="2" charset="0"/>
            </a:endParaRPr>
          </a:p>
        </p:txBody>
      </p:sp>
      <p:sp>
        <p:nvSpPr>
          <p:cNvPr id="16" name="Rectángulo: esquinas redondeadas 15">
            <a:extLst>
              <a:ext uri="{FF2B5EF4-FFF2-40B4-BE49-F238E27FC236}">
                <a16:creationId xmlns:a16="http://schemas.microsoft.com/office/drawing/2014/main" id="{2FF510BB-C4F2-A6C2-F64D-F3C1A20BAB2C}"/>
              </a:ext>
            </a:extLst>
          </p:cNvPr>
          <p:cNvSpPr/>
          <p:nvPr/>
        </p:nvSpPr>
        <p:spPr>
          <a:xfrm>
            <a:off x="3442968" y="1047557"/>
            <a:ext cx="2929257" cy="416628"/>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bg1"/>
                </a:solidFill>
              </a:rPr>
              <a:t>DATOS DEL LABORATORIO</a:t>
            </a:r>
          </a:p>
        </p:txBody>
      </p:sp>
      <p:sp>
        <p:nvSpPr>
          <p:cNvPr id="19" name="Rectángulo 18">
            <a:extLst>
              <a:ext uri="{FF2B5EF4-FFF2-40B4-BE49-F238E27FC236}">
                <a16:creationId xmlns:a16="http://schemas.microsoft.com/office/drawing/2014/main" id="{3B84EDD1-C5C5-CC6A-8B9D-1FD9DCD4C43C}"/>
              </a:ext>
            </a:extLst>
          </p:cNvPr>
          <p:cNvSpPr/>
          <p:nvPr/>
        </p:nvSpPr>
        <p:spPr>
          <a:xfrm>
            <a:off x="9078821" y="1606145"/>
            <a:ext cx="1175322" cy="307777"/>
          </a:xfrm>
          <a:prstGeom prst="rect">
            <a:avLst/>
          </a:prstGeom>
          <a:noFill/>
        </p:spPr>
        <p:txBody>
          <a:bodyPr wrap="none" lIns="91440" tIns="45720" rIns="91440" bIns="45720">
            <a:spAutoFit/>
          </a:bodyPr>
          <a:lstStyle/>
          <a:p>
            <a:pPr algn="ctr"/>
            <a:r>
              <a:rPr lang="es-ES" sz="1400" b="1" dirty="0">
                <a:ln w="0">
                  <a:noFill/>
                </a:ln>
                <a:solidFill>
                  <a:schemeClr val="accent2"/>
                </a:solidFill>
                <a:latin typeface="Poppins" panose="00000500000000000000" pitchFamily="2" charset="0"/>
                <a:cs typeface="Poppins" panose="00000500000000000000" pitchFamily="2" charset="0"/>
              </a:rPr>
              <a:t>Asignatura</a:t>
            </a:r>
            <a:endParaRPr lang="es-ES" sz="1400" b="1" cap="none" spc="0" dirty="0">
              <a:ln w="0">
                <a:noFill/>
              </a:ln>
              <a:solidFill>
                <a:schemeClr val="accent2"/>
              </a:solidFill>
              <a:latin typeface="Poppins" panose="00000500000000000000" pitchFamily="2" charset="0"/>
              <a:cs typeface="Poppins" panose="00000500000000000000" pitchFamily="2" charset="0"/>
            </a:endParaRPr>
          </a:p>
        </p:txBody>
      </p:sp>
      <p:sp>
        <p:nvSpPr>
          <p:cNvPr id="23" name="Rectángulo 22">
            <a:extLst>
              <a:ext uri="{FF2B5EF4-FFF2-40B4-BE49-F238E27FC236}">
                <a16:creationId xmlns:a16="http://schemas.microsoft.com/office/drawing/2014/main" id="{3119EF95-4EEF-B014-1460-F83B1AC7451B}"/>
              </a:ext>
            </a:extLst>
          </p:cNvPr>
          <p:cNvSpPr/>
          <p:nvPr/>
        </p:nvSpPr>
        <p:spPr>
          <a:xfrm>
            <a:off x="6623331" y="1603121"/>
            <a:ext cx="841897" cy="307777"/>
          </a:xfrm>
          <a:prstGeom prst="rect">
            <a:avLst/>
          </a:prstGeom>
          <a:noFill/>
        </p:spPr>
        <p:txBody>
          <a:bodyPr wrap="none" lIns="91440" tIns="45720" rIns="91440" bIns="45720">
            <a:spAutoFit/>
          </a:bodyPr>
          <a:lstStyle/>
          <a:p>
            <a:pPr algn="ctr"/>
            <a:r>
              <a:rPr lang="es-ES" sz="1400" b="1" dirty="0">
                <a:ln w="0">
                  <a:noFill/>
                </a:ln>
                <a:solidFill>
                  <a:schemeClr val="accent2"/>
                </a:solidFill>
                <a:latin typeface="Poppins" panose="00000500000000000000" pitchFamily="2" charset="0"/>
                <a:cs typeface="Poppins" panose="00000500000000000000" pitchFamily="2" charset="0"/>
              </a:rPr>
              <a:t>Horario</a:t>
            </a:r>
            <a:endParaRPr lang="es-ES" sz="1400" b="1" cap="none" spc="0" dirty="0">
              <a:ln w="0">
                <a:noFill/>
              </a:ln>
              <a:solidFill>
                <a:schemeClr val="accent2"/>
              </a:solidFill>
              <a:latin typeface="Poppins" panose="00000500000000000000" pitchFamily="2" charset="0"/>
              <a:cs typeface="Poppins" panose="00000500000000000000" pitchFamily="2" charset="0"/>
            </a:endParaRPr>
          </a:p>
        </p:txBody>
      </p:sp>
      <p:sp>
        <p:nvSpPr>
          <p:cNvPr id="61" name="Rectángulo 60">
            <a:extLst>
              <a:ext uri="{FF2B5EF4-FFF2-40B4-BE49-F238E27FC236}">
                <a16:creationId xmlns:a16="http://schemas.microsoft.com/office/drawing/2014/main" id="{9EC9852E-4840-26C8-6D3C-444EA79F9608}"/>
              </a:ext>
            </a:extLst>
          </p:cNvPr>
          <p:cNvSpPr/>
          <p:nvPr/>
        </p:nvSpPr>
        <p:spPr>
          <a:xfrm>
            <a:off x="10398338" y="2798183"/>
            <a:ext cx="1527773" cy="440525"/>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BUSCAR</a:t>
            </a:r>
          </a:p>
        </p:txBody>
      </p:sp>
      <p:pic>
        <p:nvPicPr>
          <p:cNvPr id="63" name="Imagen 62" descr="Icono&#10;&#10;Descripción generada automáticamente">
            <a:extLst>
              <a:ext uri="{FF2B5EF4-FFF2-40B4-BE49-F238E27FC236}">
                <a16:creationId xmlns:a16="http://schemas.microsoft.com/office/drawing/2014/main" id="{67F6E43D-9A4D-A6EB-7A5C-6D35C9F238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49894" y="2903822"/>
            <a:ext cx="438100" cy="438100"/>
          </a:xfrm>
          <a:prstGeom prst="rect">
            <a:avLst/>
          </a:prstGeom>
        </p:spPr>
      </p:pic>
      <p:sp>
        <p:nvSpPr>
          <p:cNvPr id="67" name="Rectángulo 66">
            <a:extLst>
              <a:ext uri="{FF2B5EF4-FFF2-40B4-BE49-F238E27FC236}">
                <a16:creationId xmlns:a16="http://schemas.microsoft.com/office/drawing/2014/main" id="{94CFD72F-5236-F2BA-26E3-C13CCC5A19F7}"/>
              </a:ext>
            </a:extLst>
          </p:cNvPr>
          <p:cNvSpPr/>
          <p:nvPr/>
        </p:nvSpPr>
        <p:spPr>
          <a:xfrm>
            <a:off x="5072115" y="3811724"/>
            <a:ext cx="5076819" cy="199872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68" name="Rectángulo: esquinas redondeadas 67">
            <a:extLst>
              <a:ext uri="{FF2B5EF4-FFF2-40B4-BE49-F238E27FC236}">
                <a16:creationId xmlns:a16="http://schemas.microsoft.com/office/drawing/2014/main" id="{6A2425F1-0E9F-AF83-047E-E27BE97F993C}"/>
              </a:ext>
            </a:extLst>
          </p:cNvPr>
          <p:cNvSpPr/>
          <p:nvPr/>
        </p:nvSpPr>
        <p:spPr>
          <a:xfrm>
            <a:off x="5902076" y="3485821"/>
            <a:ext cx="3416892" cy="416628"/>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bg1"/>
                </a:solidFill>
              </a:rPr>
              <a:t>CONFIGURACIÓN AVANZADA</a:t>
            </a:r>
          </a:p>
        </p:txBody>
      </p:sp>
      <p:sp>
        <p:nvSpPr>
          <p:cNvPr id="69" name="Rectángulo 68">
            <a:extLst>
              <a:ext uri="{FF2B5EF4-FFF2-40B4-BE49-F238E27FC236}">
                <a16:creationId xmlns:a16="http://schemas.microsoft.com/office/drawing/2014/main" id="{8225A2AC-024E-2F9A-F560-FF45816F3C9A}"/>
              </a:ext>
            </a:extLst>
          </p:cNvPr>
          <p:cNvSpPr/>
          <p:nvPr/>
        </p:nvSpPr>
        <p:spPr>
          <a:xfrm>
            <a:off x="5233481" y="4191139"/>
            <a:ext cx="4779652" cy="548965"/>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sp>
        <p:nvSpPr>
          <p:cNvPr id="70" name="Rectángulo 69">
            <a:extLst>
              <a:ext uri="{FF2B5EF4-FFF2-40B4-BE49-F238E27FC236}">
                <a16:creationId xmlns:a16="http://schemas.microsoft.com/office/drawing/2014/main" id="{F22C3FCF-1992-8822-6F21-FB5F40E1E7D2}"/>
              </a:ext>
            </a:extLst>
          </p:cNvPr>
          <p:cNvSpPr/>
          <p:nvPr/>
        </p:nvSpPr>
        <p:spPr>
          <a:xfrm>
            <a:off x="5725947" y="4296345"/>
            <a:ext cx="3950120" cy="338554"/>
          </a:xfrm>
          <a:prstGeom prst="rect">
            <a:avLst/>
          </a:prstGeom>
          <a:noFill/>
        </p:spPr>
        <p:txBody>
          <a:bodyPr wrap="none" lIns="91440" tIns="45720" rIns="91440" bIns="45720">
            <a:spAutoFit/>
          </a:bodyPr>
          <a:lstStyle/>
          <a:p>
            <a:pPr algn="ctr"/>
            <a:r>
              <a:rPr lang="es-ES" sz="1600" b="1" dirty="0">
                <a:ln w="0">
                  <a:noFill/>
                </a:ln>
                <a:latin typeface="Poppins" panose="00000500000000000000" pitchFamily="2" charset="0"/>
                <a:cs typeface="Poppins" panose="00000500000000000000" pitchFamily="2" charset="0"/>
              </a:rPr>
              <a:t>ACTUALIZAR DATOS DEL LABORATORIO</a:t>
            </a:r>
            <a:endParaRPr lang="es-ES" sz="1600" b="1" cap="none" spc="0" dirty="0">
              <a:ln w="0">
                <a:noFill/>
              </a:ln>
              <a:latin typeface="Poppins" panose="00000500000000000000" pitchFamily="2" charset="0"/>
              <a:cs typeface="Poppins" panose="00000500000000000000" pitchFamily="2" charset="0"/>
            </a:endParaRPr>
          </a:p>
        </p:txBody>
      </p:sp>
      <p:sp>
        <p:nvSpPr>
          <p:cNvPr id="73" name="Rectángulo 72">
            <a:extLst>
              <a:ext uri="{FF2B5EF4-FFF2-40B4-BE49-F238E27FC236}">
                <a16:creationId xmlns:a16="http://schemas.microsoft.com/office/drawing/2014/main" id="{ED0B8C6A-B04A-C576-2330-847773D26971}"/>
              </a:ext>
            </a:extLst>
          </p:cNvPr>
          <p:cNvSpPr/>
          <p:nvPr/>
        </p:nvSpPr>
        <p:spPr>
          <a:xfrm>
            <a:off x="5233481" y="4977372"/>
            <a:ext cx="4779652" cy="548965"/>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sp>
        <p:nvSpPr>
          <p:cNvPr id="74" name="Rectángulo 73">
            <a:extLst>
              <a:ext uri="{FF2B5EF4-FFF2-40B4-BE49-F238E27FC236}">
                <a16:creationId xmlns:a16="http://schemas.microsoft.com/office/drawing/2014/main" id="{4BB32C69-978D-37CF-020B-98D5BC55072D}"/>
              </a:ext>
            </a:extLst>
          </p:cNvPr>
          <p:cNvSpPr/>
          <p:nvPr/>
        </p:nvSpPr>
        <p:spPr>
          <a:xfrm>
            <a:off x="5871023" y="5081396"/>
            <a:ext cx="3659977" cy="338554"/>
          </a:xfrm>
          <a:prstGeom prst="rect">
            <a:avLst/>
          </a:prstGeom>
          <a:noFill/>
        </p:spPr>
        <p:txBody>
          <a:bodyPr wrap="none" lIns="91440" tIns="45720" rIns="91440" bIns="45720">
            <a:spAutoFit/>
          </a:bodyPr>
          <a:lstStyle/>
          <a:p>
            <a:pPr algn="ctr"/>
            <a:r>
              <a:rPr lang="es-ES" sz="1600" b="1" cap="none" spc="0" dirty="0">
                <a:ln w="0">
                  <a:noFill/>
                </a:ln>
                <a:latin typeface="Poppins" panose="00000500000000000000" pitchFamily="2" charset="0"/>
                <a:cs typeface="Poppins" panose="00000500000000000000" pitchFamily="2" charset="0"/>
              </a:rPr>
              <a:t>REPORTE GENERAL POR AÑO-MESES</a:t>
            </a:r>
          </a:p>
        </p:txBody>
      </p:sp>
      <p:pic>
        <p:nvPicPr>
          <p:cNvPr id="25" name="Imagen 24">
            <a:extLst>
              <a:ext uri="{FF2B5EF4-FFF2-40B4-BE49-F238E27FC236}">
                <a16:creationId xmlns:a16="http://schemas.microsoft.com/office/drawing/2014/main" id="{CA2E73A8-2037-BD84-8C36-FED7E73153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91956" y="1894978"/>
            <a:ext cx="1709138" cy="401571"/>
          </a:xfrm>
          <a:prstGeom prst="rect">
            <a:avLst/>
          </a:prstGeom>
        </p:spPr>
      </p:pic>
      <p:pic>
        <p:nvPicPr>
          <p:cNvPr id="26" name="Imagen 25">
            <a:extLst>
              <a:ext uri="{FF2B5EF4-FFF2-40B4-BE49-F238E27FC236}">
                <a16:creationId xmlns:a16="http://schemas.microsoft.com/office/drawing/2014/main" id="{C8CFEEB5-0F22-BFEE-D4C3-373CF1C421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03013" y="1880562"/>
            <a:ext cx="1709138" cy="401571"/>
          </a:xfrm>
          <a:prstGeom prst="rect">
            <a:avLst/>
          </a:prstGeom>
        </p:spPr>
      </p:pic>
      <p:pic>
        <p:nvPicPr>
          <p:cNvPr id="27" name="Imagen 26">
            <a:extLst>
              <a:ext uri="{FF2B5EF4-FFF2-40B4-BE49-F238E27FC236}">
                <a16:creationId xmlns:a16="http://schemas.microsoft.com/office/drawing/2014/main" id="{FD41E7CB-A3DF-42EB-F5CB-E6BCE5FB5D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10284" y="1910394"/>
            <a:ext cx="1709138" cy="401571"/>
          </a:xfrm>
          <a:prstGeom prst="rect">
            <a:avLst/>
          </a:prstGeom>
        </p:spPr>
      </p:pic>
      <p:sp>
        <p:nvSpPr>
          <p:cNvPr id="2" name="Rectángulo 1">
            <a:extLst>
              <a:ext uri="{FF2B5EF4-FFF2-40B4-BE49-F238E27FC236}">
                <a16:creationId xmlns:a16="http://schemas.microsoft.com/office/drawing/2014/main" id="{0D8B78B4-D03F-34C2-8890-5C457B6CA8E1}"/>
              </a:ext>
            </a:extLst>
          </p:cNvPr>
          <p:cNvSpPr/>
          <p:nvPr/>
        </p:nvSpPr>
        <p:spPr>
          <a:xfrm>
            <a:off x="1" y="1155622"/>
            <a:ext cx="2616740" cy="5702378"/>
          </a:xfrm>
          <a:prstGeom prst="rect">
            <a:avLst/>
          </a:prstGeom>
          <a:solidFill>
            <a:srgbClr val="FF9800"/>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3" name="Rectángulo 2">
            <a:extLst>
              <a:ext uri="{FF2B5EF4-FFF2-40B4-BE49-F238E27FC236}">
                <a16:creationId xmlns:a16="http://schemas.microsoft.com/office/drawing/2014/main" id="{01DDDD25-5952-8383-4823-4B90E41130EA}"/>
              </a:ext>
            </a:extLst>
          </p:cNvPr>
          <p:cNvSpPr/>
          <p:nvPr/>
        </p:nvSpPr>
        <p:spPr>
          <a:xfrm>
            <a:off x="-230" y="3158709"/>
            <a:ext cx="2616740" cy="608472"/>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sp>
        <p:nvSpPr>
          <p:cNvPr id="11" name="Rectángulo 10">
            <a:extLst>
              <a:ext uri="{FF2B5EF4-FFF2-40B4-BE49-F238E27FC236}">
                <a16:creationId xmlns:a16="http://schemas.microsoft.com/office/drawing/2014/main" id="{0AEDDEA2-2633-B9D2-DD89-C9AE4FE59771}"/>
              </a:ext>
            </a:extLst>
          </p:cNvPr>
          <p:cNvSpPr/>
          <p:nvPr/>
        </p:nvSpPr>
        <p:spPr>
          <a:xfrm>
            <a:off x="385267" y="5842870"/>
            <a:ext cx="1901953" cy="73176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CERRAR SESIÓN</a:t>
            </a:r>
          </a:p>
        </p:txBody>
      </p:sp>
      <p:sp>
        <p:nvSpPr>
          <p:cNvPr id="18" name="Rectángulo 17">
            <a:extLst>
              <a:ext uri="{FF2B5EF4-FFF2-40B4-BE49-F238E27FC236}">
                <a16:creationId xmlns:a16="http://schemas.microsoft.com/office/drawing/2014/main" id="{BBADB687-6858-4D0D-6EF4-FCB4F4DDA77A}"/>
              </a:ext>
            </a:extLst>
          </p:cNvPr>
          <p:cNvSpPr/>
          <p:nvPr/>
        </p:nvSpPr>
        <p:spPr>
          <a:xfrm>
            <a:off x="298270" y="3322996"/>
            <a:ext cx="1919115" cy="276999"/>
          </a:xfrm>
          <a:prstGeom prst="rect">
            <a:avLst/>
          </a:prstGeom>
          <a:noFill/>
          <a:effectLst/>
        </p:spPr>
        <p:txBody>
          <a:bodyPr wrap="none" lIns="91440" tIns="45720" rIns="91440" bIns="45720">
            <a:spAutoFit/>
          </a:bodyPr>
          <a:lstStyle/>
          <a:p>
            <a:pPr algn="ctr"/>
            <a:r>
              <a:rPr lang="es-ES" sz="1200" b="1" dirty="0">
                <a:ln w="0">
                  <a:noFill/>
                </a:ln>
                <a:solidFill>
                  <a:schemeClr val="bg1"/>
                </a:solidFill>
                <a:latin typeface="Poppins" panose="00000500000000000000" pitchFamily="2" charset="0"/>
                <a:cs typeface="Poppins" panose="00000500000000000000" pitchFamily="2" charset="0"/>
              </a:rPr>
              <a:t>REGISTRO DE USUARIOS</a:t>
            </a:r>
            <a:endParaRPr lang="es-ES" sz="1200" b="1" cap="none" spc="0" dirty="0">
              <a:ln w="0">
                <a:noFill/>
              </a:ln>
              <a:solidFill>
                <a:schemeClr val="bg1"/>
              </a:solidFill>
              <a:latin typeface="Poppins" panose="00000500000000000000" pitchFamily="2" charset="0"/>
              <a:cs typeface="Poppins" panose="00000500000000000000" pitchFamily="2" charset="0"/>
            </a:endParaRPr>
          </a:p>
        </p:txBody>
      </p:sp>
      <p:pic>
        <p:nvPicPr>
          <p:cNvPr id="20" name="Imagen 19" descr="Icono&#10;&#10;Descripción generada automáticamente">
            <a:extLst>
              <a:ext uri="{FF2B5EF4-FFF2-40B4-BE49-F238E27FC236}">
                <a16:creationId xmlns:a16="http://schemas.microsoft.com/office/drawing/2014/main" id="{1F688C4E-6AB5-92C9-35C1-1F6D8958F6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45514" y="3448044"/>
            <a:ext cx="438100" cy="438100"/>
          </a:xfrm>
          <a:prstGeom prst="rect">
            <a:avLst/>
          </a:prstGeom>
        </p:spPr>
      </p:pic>
      <p:sp>
        <p:nvSpPr>
          <p:cNvPr id="21" name="Rectángulo 20">
            <a:extLst>
              <a:ext uri="{FF2B5EF4-FFF2-40B4-BE49-F238E27FC236}">
                <a16:creationId xmlns:a16="http://schemas.microsoft.com/office/drawing/2014/main" id="{CC1D2802-2F5E-D845-0827-0E545F53A278}"/>
              </a:ext>
            </a:extLst>
          </p:cNvPr>
          <p:cNvSpPr/>
          <p:nvPr/>
        </p:nvSpPr>
        <p:spPr>
          <a:xfrm>
            <a:off x="287106" y="3932200"/>
            <a:ext cx="2024914" cy="276999"/>
          </a:xfrm>
          <a:prstGeom prst="rect">
            <a:avLst/>
          </a:prstGeom>
          <a:noFill/>
        </p:spPr>
        <p:txBody>
          <a:bodyPr wrap="none" lIns="91440" tIns="45720" rIns="91440" bIns="45720">
            <a:spAutoFit/>
          </a:bodyPr>
          <a:lstStyle/>
          <a:p>
            <a:pPr algn="ctr"/>
            <a:r>
              <a:rPr lang="es-ES" sz="1200" cap="none" spc="0" dirty="0">
                <a:ln w="0">
                  <a:noFill/>
                </a:ln>
                <a:latin typeface="Poppins" panose="00000500000000000000" pitchFamily="2" charset="0"/>
                <a:cs typeface="Poppins" panose="00000500000000000000" pitchFamily="2" charset="0"/>
              </a:rPr>
              <a:t>CONTROL DE ASISTENCIA</a:t>
            </a:r>
          </a:p>
        </p:txBody>
      </p:sp>
      <p:sp>
        <p:nvSpPr>
          <p:cNvPr id="24" name="Rectángulo 23">
            <a:extLst>
              <a:ext uri="{FF2B5EF4-FFF2-40B4-BE49-F238E27FC236}">
                <a16:creationId xmlns:a16="http://schemas.microsoft.com/office/drawing/2014/main" id="{3965B762-6925-B872-EA64-1CD6DE6AE53A}"/>
              </a:ext>
            </a:extLst>
          </p:cNvPr>
          <p:cNvSpPr/>
          <p:nvPr/>
        </p:nvSpPr>
        <p:spPr>
          <a:xfrm>
            <a:off x="393524" y="4543643"/>
            <a:ext cx="1806906" cy="276999"/>
          </a:xfrm>
          <a:prstGeom prst="rect">
            <a:avLst/>
          </a:prstGeom>
          <a:noFill/>
        </p:spPr>
        <p:txBody>
          <a:bodyPr wrap="none" lIns="91440" tIns="45720" rIns="91440" bIns="45720">
            <a:spAutoFit/>
          </a:bodyPr>
          <a:lstStyle/>
          <a:p>
            <a:pPr algn="ctr"/>
            <a:r>
              <a:rPr lang="es-ES" sz="1200" dirty="0">
                <a:ln w="0">
                  <a:noFill/>
                </a:ln>
                <a:latin typeface="Poppins" panose="00000500000000000000" pitchFamily="2" charset="0"/>
                <a:cs typeface="Poppins" panose="00000500000000000000" pitchFamily="2" charset="0"/>
              </a:rPr>
              <a:t>CONTROL DE EQUIPOS</a:t>
            </a:r>
            <a:endParaRPr lang="es-ES" sz="1200" cap="none" spc="0" dirty="0">
              <a:ln w="0">
                <a:noFill/>
              </a:ln>
              <a:latin typeface="Poppins" panose="00000500000000000000" pitchFamily="2" charset="0"/>
              <a:cs typeface="Poppins" panose="00000500000000000000" pitchFamily="2" charset="0"/>
            </a:endParaRPr>
          </a:p>
        </p:txBody>
      </p:sp>
      <p:sp>
        <p:nvSpPr>
          <p:cNvPr id="28" name="Rectángulo 27">
            <a:extLst>
              <a:ext uri="{FF2B5EF4-FFF2-40B4-BE49-F238E27FC236}">
                <a16:creationId xmlns:a16="http://schemas.microsoft.com/office/drawing/2014/main" id="{B4BCC674-5B5F-4DC7-2A42-6CD2B0AE4819}"/>
              </a:ext>
            </a:extLst>
          </p:cNvPr>
          <p:cNvSpPr/>
          <p:nvPr/>
        </p:nvSpPr>
        <p:spPr>
          <a:xfrm>
            <a:off x="201728" y="5057432"/>
            <a:ext cx="2268571" cy="276999"/>
          </a:xfrm>
          <a:prstGeom prst="rect">
            <a:avLst/>
          </a:prstGeom>
          <a:noFill/>
        </p:spPr>
        <p:txBody>
          <a:bodyPr wrap="none" lIns="91440" tIns="45720" rIns="91440" bIns="45720">
            <a:spAutoFit/>
          </a:bodyPr>
          <a:lstStyle/>
          <a:p>
            <a:pPr algn="ctr"/>
            <a:r>
              <a:rPr lang="es-ES" sz="1200" dirty="0">
                <a:ln w="0">
                  <a:noFill/>
                </a:ln>
                <a:latin typeface="Poppins" panose="00000500000000000000" pitchFamily="2" charset="0"/>
                <a:cs typeface="Poppins" panose="00000500000000000000" pitchFamily="2" charset="0"/>
              </a:rPr>
              <a:t>HORARIOS DE LABORATORIO</a:t>
            </a:r>
            <a:endParaRPr lang="es-ES" sz="1200" cap="none" spc="0" dirty="0">
              <a:ln w="0">
                <a:noFill/>
              </a:ln>
              <a:latin typeface="Poppins" panose="00000500000000000000" pitchFamily="2" charset="0"/>
              <a:cs typeface="Poppins" panose="00000500000000000000" pitchFamily="2" charset="0"/>
            </a:endParaRPr>
          </a:p>
        </p:txBody>
      </p:sp>
      <p:sp>
        <p:nvSpPr>
          <p:cNvPr id="29" name="Rectángulo 28">
            <a:extLst>
              <a:ext uri="{FF2B5EF4-FFF2-40B4-BE49-F238E27FC236}">
                <a16:creationId xmlns:a16="http://schemas.microsoft.com/office/drawing/2014/main" id="{CC85BA98-D454-15AB-C75E-3B8C617D9232}"/>
              </a:ext>
            </a:extLst>
          </p:cNvPr>
          <p:cNvSpPr/>
          <p:nvPr/>
        </p:nvSpPr>
        <p:spPr>
          <a:xfrm>
            <a:off x="288750" y="2722803"/>
            <a:ext cx="2149779" cy="338554"/>
          </a:xfrm>
          <a:prstGeom prst="rect">
            <a:avLst/>
          </a:prstGeom>
          <a:noFill/>
        </p:spPr>
        <p:txBody>
          <a:bodyPr wrap="square" lIns="91440" tIns="45720" rIns="91440" bIns="45720">
            <a:spAutoFit/>
          </a:bodyPr>
          <a:lstStyle/>
          <a:p>
            <a:r>
              <a:rPr lang="es-ES" sz="1600" b="1" dirty="0">
                <a:ln w="0">
                  <a:noFill/>
                </a:ln>
                <a:latin typeface="Poppins" panose="00000500000000000000" pitchFamily="2" charset="0"/>
                <a:cs typeface="Poppins" panose="00000500000000000000" pitchFamily="2" charset="0"/>
              </a:rPr>
              <a:t>Nombre de Usuario</a:t>
            </a:r>
            <a:endParaRPr lang="es-ES" sz="1600" b="1" cap="none" spc="0" dirty="0">
              <a:ln w="0">
                <a:noFill/>
              </a:ln>
              <a:latin typeface="Poppins" panose="00000500000000000000" pitchFamily="2" charset="0"/>
              <a:cs typeface="Poppins" panose="00000500000000000000" pitchFamily="2" charset="0"/>
            </a:endParaRPr>
          </a:p>
        </p:txBody>
      </p:sp>
      <p:pic>
        <p:nvPicPr>
          <p:cNvPr id="31" name="Imagen 30" descr="Dibujo de un animal con la boca abierta&#10;&#10;Descripción generada automáticamente con confianza baja">
            <a:extLst>
              <a:ext uri="{FF2B5EF4-FFF2-40B4-BE49-F238E27FC236}">
                <a16:creationId xmlns:a16="http://schemas.microsoft.com/office/drawing/2014/main" id="{0B0FB7D9-7768-BD1F-8C13-585C2771F03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5392" y="1331606"/>
            <a:ext cx="1373057" cy="1362177"/>
          </a:xfrm>
          <a:prstGeom prst="rect">
            <a:avLst/>
          </a:prstGeom>
        </p:spPr>
      </p:pic>
    </p:spTree>
    <p:extLst>
      <p:ext uri="{BB962C8B-B14F-4D97-AF65-F5344CB8AC3E}">
        <p14:creationId xmlns:p14="http://schemas.microsoft.com/office/powerpoint/2010/main" val="17894806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1F32CDA-FFB5-6E7D-6BD8-F85FFEA91E91}"/>
              </a:ext>
            </a:extLst>
          </p:cNvPr>
          <p:cNvSpPr/>
          <p:nvPr/>
        </p:nvSpPr>
        <p:spPr>
          <a:xfrm>
            <a:off x="0" y="0"/>
            <a:ext cx="2616740" cy="116731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pic>
        <p:nvPicPr>
          <p:cNvPr id="5" name="Imagen 4" descr="Interfaz de usuario gráfica, Texto, Aplicación&#10;&#10;Descripción generada automáticamente">
            <a:extLst>
              <a:ext uri="{FF2B5EF4-FFF2-40B4-BE49-F238E27FC236}">
                <a16:creationId xmlns:a16="http://schemas.microsoft.com/office/drawing/2014/main" id="{8E422B7E-940B-4B59-8E84-BA16C9F2AE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671" y="134217"/>
            <a:ext cx="2194397" cy="887188"/>
          </a:xfrm>
          <a:prstGeom prst="rect">
            <a:avLst/>
          </a:prstGeom>
        </p:spPr>
      </p:pic>
      <p:sp>
        <p:nvSpPr>
          <p:cNvPr id="7" name="Rectángulo 6">
            <a:extLst>
              <a:ext uri="{FF2B5EF4-FFF2-40B4-BE49-F238E27FC236}">
                <a16:creationId xmlns:a16="http://schemas.microsoft.com/office/drawing/2014/main" id="{28E1129F-969D-8E7B-485E-F72C8E2ED915}"/>
              </a:ext>
            </a:extLst>
          </p:cNvPr>
          <p:cNvSpPr>
            <a:spLocks noGrp="1" noRot="1" noMove="1" noResize="1" noEditPoints="1" noAdjustHandles="1" noChangeArrowheads="1" noChangeShapeType="1"/>
          </p:cNvSpPr>
          <p:nvPr/>
        </p:nvSpPr>
        <p:spPr>
          <a:xfrm>
            <a:off x="2616740" y="0"/>
            <a:ext cx="9575260" cy="6858000"/>
          </a:xfrm>
          <a:prstGeom prst="rect">
            <a:avLst/>
          </a:prstGeom>
          <a:solidFill>
            <a:srgbClr val="EEEEEE"/>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9" name="Rectángulo 8">
            <a:extLst>
              <a:ext uri="{FF2B5EF4-FFF2-40B4-BE49-F238E27FC236}">
                <a16:creationId xmlns:a16="http://schemas.microsoft.com/office/drawing/2014/main" id="{7E1D6AD2-0514-7278-374D-11A9B4F7E598}"/>
              </a:ext>
            </a:extLst>
          </p:cNvPr>
          <p:cNvSpPr/>
          <p:nvPr/>
        </p:nvSpPr>
        <p:spPr>
          <a:xfrm>
            <a:off x="2907570" y="316201"/>
            <a:ext cx="4471097" cy="523220"/>
          </a:xfrm>
          <a:prstGeom prst="rect">
            <a:avLst/>
          </a:prstGeom>
          <a:noFill/>
        </p:spPr>
        <p:txBody>
          <a:bodyPr wrap="none" lIns="91440" tIns="45720" rIns="91440" bIns="45720">
            <a:spAutoFit/>
          </a:bodyPr>
          <a:lstStyle/>
          <a:p>
            <a:pPr algn="ctr"/>
            <a:r>
              <a:rPr lang="es-ES" sz="2800" b="1" dirty="0">
                <a:ln w="0">
                  <a:noFill/>
                </a:ln>
                <a:latin typeface="Poppins" panose="00000500000000000000" pitchFamily="2" charset="0"/>
                <a:cs typeface="Poppins" panose="00000500000000000000" pitchFamily="2" charset="0"/>
              </a:rPr>
              <a:t>CONTROL DE ASISTENCIA</a:t>
            </a:r>
            <a:endParaRPr lang="es-ES" sz="2800" b="1" cap="none" spc="0" dirty="0">
              <a:ln w="0">
                <a:noFill/>
              </a:ln>
              <a:latin typeface="Poppins" panose="00000500000000000000" pitchFamily="2" charset="0"/>
              <a:cs typeface="Poppins" panose="00000500000000000000" pitchFamily="2" charset="0"/>
            </a:endParaRPr>
          </a:p>
        </p:txBody>
      </p:sp>
      <p:sp>
        <p:nvSpPr>
          <p:cNvPr id="10" name="Rectángulo 9">
            <a:extLst>
              <a:ext uri="{FF2B5EF4-FFF2-40B4-BE49-F238E27FC236}">
                <a16:creationId xmlns:a16="http://schemas.microsoft.com/office/drawing/2014/main" id="{93593EA5-E513-AB1E-867F-556B9CE19BB8}"/>
              </a:ext>
            </a:extLst>
          </p:cNvPr>
          <p:cNvSpPr>
            <a:spLocks noGrp="1" noRot="1" noMove="1" noResize="1" noEditPoints="1" noAdjustHandles="1" noChangeArrowheads="1" noChangeShapeType="1"/>
          </p:cNvSpPr>
          <p:nvPr/>
        </p:nvSpPr>
        <p:spPr>
          <a:xfrm>
            <a:off x="2933031" y="1167319"/>
            <a:ext cx="8737058" cy="5541297"/>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12" name="Rectángulo: esquinas redondeadas 11">
            <a:extLst>
              <a:ext uri="{FF2B5EF4-FFF2-40B4-BE49-F238E27FC236}">
                <a16:creationId xmlns:a16="http://schemas.microsoft.com/office/drawing/2014/main" id="{BFF866AC-8F2A-35D6-4074-DB71B8C6E7AD}"/>
              </a:ext>
            </a:extLst>
          </p:cNvPr>
          <p:cNvSpPr/>
          <p:nvPr/>
        </p:nvSpPr>
        <p:spPr>
          <a:xfrm>
            <a:off x="3164807" y="958641"/>
            <a:ext cx="3804138" cy="416628"/>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bg1"/>
                </a:solidFill>
              </a:rPr>
              <a:t>REGISTRO DE LA CLASE</a:t>
            </a:r>
          </a:p>
        </p:txBody>
      </p:sp>
      <p:sp>
        <p:nvSpPr>
          <p:cNvPr id="29" name="Rectángulo 28">
            <a:extLst>
              <a:ext uri="{FF2B5EF4-FFF2-40B4-BE49-F238E27FC236}">
                <a16:creationId xmlns:a16="http://schemas.microsoft.com/office/drawing/2014/main" id="{7355AAD9-7939-2EBE-7E60-DB418298A0D2}"/>
              </a:ext>
            </a:extLst>
          </p:cNvPr>
          <p:cNvSpPr/>
          <p:nvPr/>
        </p:nvSpPr>
        <p:spPr>
          <a:xfrm>
            <a:off x="3219438" y="1725643"/>
            <a:ext cx="8737059" cy="307777"/>
          </a:xfrm>
          <a:prstGeom prst="rect">
            <a:avLst/>
          </a:prstGeom>
          <a:noFill/>
        </p:spPr>
        <p:txBody>
          <a:bodyPr wrap="square" lIns="91440" tIns="45720" rIns="91440" bIns="45720">
            <a:spAutoFit/>
          </a:bodyPr>
          <a:lstStyle/>
          <a:p>
            <a:pPr algn="just"/>
            <a:r>
              <a:rPr lang="es-ES" sz="1400" b="1" cap="none" spc="0" dirty="0">
                <a:ln w="0">
                  <a:noFill/>
                </a:ln>
                <a:latin typeface="Poppins" panose="00000500000000000000" pitchFamily="2" charset="0"/>
                <a:cs typeface="Poppins" panose="00000500000000000000" pitchFamily="2" charset="0"/>
              </a:rPr>
              <a:t>DOCENTE: IVAN CARLO PETERLICK AZABACHE</a:t>
            </a:r>
          </a:p>
        </p:txBody>
      </p:sp>
      <p:cxnSp>
        <p:nvCxnSpPr>
          <p:cNvPr id="31" name="Conector recto 30">
            <a:extLst>
              <a:ext uri="{FF2B5EF4-FFF2-40B4-BE49-F238E27FC236}">
                <a16:creationId xmlns:a16="http://schemas.microsoft.com/office/drawing/2014/main" id="{A484B0AC-C37F-5B39-75A2-E06B16CDEA0D}"/>
              </a:ext>
            </a:extLst>
          </p:cNvPr>
          <p:cNvCxnSpPr>
            <a:cxnSpLocks/>
          </p:cNvCxnSpPr>
          <p:nvPr/>
        </p:nvCxnSpPr>
        <p:spPr>
          <a:xfrm>
            <a:off x="2933030" y="3116120"/>
            <a:ext cx="8737059" cy="0"/>
          </a:xfrm>
          <a:prstGeom prst="line">
            <a:avLst/>
          </a:prstGeom>
        </p:spPr>
        <p:style>
          <a:lnRef idx="2">
            <a:schemeClr val="dk1"/>
          </a:lnRef>
          <a:fillRef idx="0">
            <a:schemeClr val="dk1"/>
          </a:fillRef>
          <a:effectRef idx="1">
            <a:schemeClr val="dk1"/>
          </a:effectRef>
          <a:fontRef idx="minor">
            <a:schemeClr val="tx1"/>
          </a:fontRef>
        </p:style>
      </p:cxnSp>
      <p:sp>
        <p:nvSpPr>
          <p:cNvPr id="13" name="Rectángulo 12">
            <a:extLst>
              <a:ext uri="{FF2B5EF4-FFF2-40B4-BE49-F238E27FC236}">
                <a16:creationId xmlns:a16="http://schemas.microsoft.com/office/drawing/2014/main" id="{85BAAFE6-BAC0-295B-E8A5-DFCFA8FB320C}"/>
              </a:ext>
            </a:extLst>
          </p:cNvPr>
          <p:cNvSpPr/>
          <p:nvPr/>
        </p:nvSpPr>
        <p:spPr>
          <a:xfrm>
            <a:off x="4288875" y="2828465"/>
            <a:ext cx="7977519" cy="307777"/>
          </a:xfrm>
          <a:prstGeom prst="rect">
            <a:avLst/>
          </a:prstGeom>
          <a:noFill/>
        </p:spPr>
        <p:txBody>
          <a:bodyPr wrap="square" lIns="91440" tIns="45720" rIns="91440" bIns="45720">
            <a:spAutoFit/>
          </a:bodyPr>
          <a:lstStyle/>
          <a:p>
            <a:pPr algn="just"/>
            <a:r>
              <a:rPr lang="es-ES" sz="1400" b="1" dirty="0">
                <a:ln w="0">
                  <a:noFill/>
                </a:ln>
                <a:latin typeface="Poppins" panose="00000500000000000000" pitchFamily="2" charset="0"/>
                <a:cs typeface="Poppins" panose="00000500000000000000" pitchFamily="2" charset="0"/>
              </a:rPr>
              <a:t>  CODIGO              NOMBRES              APELLIDOS            ASISTENCIA      </a:t>
            </a:r>
            <a:endParaRPr lang="es-ES" sz="1400" b="1" cap="none" spc="0" dirty="0">
              <a:ln w="0">
                <a:noFill/>
              </a:ln>
              <a:latin typeface="Poppins" panose="00000500000000000000" pitchFamily="2" charset="0"/>
              <a:cs typeface="Poppins" panose="00000500000000000000" pitchFamily="2" charset="0"/>
            </a:endParaRPr>
          </a:p>
        </p:txBody>
      </p:sp>
      <p:cxnSp>
        <p:nvCxnSpPr>
          <p:cNvPr id="38" name="Conector recto 37">
            <a:extLst>
              <a:ext uri="{FF2B5EF4-FFF2-40B4-BE49-F238E27FC236}">
                <a16:creationId xmlns:a16="http://schemas.microsoft.com/office/drawing/2014/main" id="{3851FFC1-E5FF-9590-A8F8-2CE256E8A21D}"/>
              </a:ext>
            </a:extLst>
          </p:cNvPr>
          <p:cNvCxnSpPr>
            <a:cxnSpLocks/>
          </p:cNvCxnSpPr>
          <p:nvPr/>
        </p:nvCxnSpPr>
        <p:spPr>
          <a:xfrm>
            <a:off x="2933030" y="2816641"/>
            <a:ext cx="8737059" cy="0"/>
          </a:xfrm>
          <a:prstGeom prst="line">
            <a:avLst/>
          </a:prstGeom>
        </p:spPr>
        <p:style>
          <a:lnRef idx="2">
            <a:schemeClr val="dk1"/>
          </a:lnRef>
          <a:fillRef idx="0">
            <a:schemeClr val="dk1"/>
          </a:fillRef>
          <a:effectRef idx="1">
            <a:schemeClr val="dk1"/>
          </a:effectRef>
          <a:fontRef idx="minor">
            <a:schemeClr val="tx1"/>
          </a:fontRef>
        </p:style>
      </p:cxnSp>
      <p:sp>
        <p:nvSpPr>
          <p:cNvPr id="41" name="Rectángulo 40">
            <a:extLst>
              <a:ext uri="{FF2B5EF4-FFF2-40B4-BE49-F238E27FC236}">
                <a16:creationId xmlns:a16="http://schemas.microsoft.com/office/drawing/2014/main" id="{DE3B18C4-7BB2-878C-8C4C-5E1B43E6EE98}"/>
              </a:ext>
            </a:extLst>
          </p:cNvPr>
          <p:cNvSpPr/>
          <p:nvPr/>
        </p:nvSpPr>
        <p:spPr>
          <a:xfrm>
            <a:off x="8156947" y="1945534"/>
            <a:ext cx="653781" cy="370819"/>
          </a:xfrm>
          <a:prstGeom prst="rect">
            <a:avLst/>
          </a:prstGeom>
          <a:solidFill>
            <a:schemeClr val="bg1"/>
          </a:solidFill>
          <a:ln>
            <a:solidFill>
              <a:schemeClr val="tx1"/>
            </a:solid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47" name="Rectángulo 46">
            <a:extLst>
              <a:ext uri="{FF2B5EF4-FFF2-40B4-BE49-F238E27FC236}">
                <a16:creationId xmlns:a16="http://schemas.microsoft.com/office/drawing/2014/main" id="{24A76CBC-00B4-FC42-117B-16A076E9B910}"/>
              </a:ext>
            </a:extLst>
          </p:cNvPr>
          <p:cNvSpPr/>
          <p:nvPr/>
        </p:nvSpPr>
        <p:spPr>
          <a:xfrm>
            <a:off x="9092214" y="1952652"/>
            <a:ext cx="653781" cy="369762"/>
          </a:xfrm>
          <a:prstGeom prst="rect">
            <a:avLst/>
          </a:prstGeom>
          <a:solidFill>
            <a:schemeClr val="bg1"/>
          </a:solidFill>
          <a:ln>
            <a:solidFill>
              <a:schemeClr val="tx1"/>
            </a:solid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48" name="Rectángulo 47">
            <a:extLst>
              <a:ext uri="{FF2B5EF4-FFF2-40B4-BE49-F238E27FC236}">
                <a16:creationId xmlns:a16="http://schemas.microsoft.com/office/drawing/2014/main" id="{1D8034EA-0CBC-3F0E-4B89-7B3E36904954}"/>
              </a:ext>
            </a:extLst>
          </p:cNvPr>
          <p:cNvSpPr/>
          <p:nvPr/>
        </p:nvSpPr>
        <p:spPr>
          <a:xfrm>
            <a:off x="8077736" y="1640312"/>
            <a:ext cx="788999" cy="307777"/>
          </a:xfrm>
          <a:prstGeom prst="rect">
            <a:avLst/>
          </a:prstGeom>
          <a:noFill/>
        </p:spPr>
        <p:txBody>
          <a:bodyPr wrap="none" lIns="91440" tIns="45720" rIns="91440" bIns="45720">
            <a:spAutoFit/>
          </a:bodyPr>
          <a:lstStyle/>
          <a:p>
            <a:pPr algn="ctr"/>
            <a:r>
              <a:rPr lang="es-ES" sz="1400" b="1" cap="none" spc="0" dirty="0">
                <a:ln w="0">
                  <a:noFill/>
                </a:ln>
                <a:latin typeface="Poppins" panose="00000500000000000000" pitchFamily="2" charset="0"/>
                <a:cs typeface="Poppins" panose="00000500000000000000" pitchFamily="2" charset="0"/>
              </a:rPr>
              <a:t>DIA: XX</a:t>
            </a:r>
          </a:p>
        </p:txBody>
      </p:sp>
      <p:sp>
        <p:nvSpPr>
          <p:cNvPr id="49" name="Rectángulo 48">
            <a:extLst>
              <a:ext uri="{FF2B5EF4-FFF2-40B4-BE49-F238E27FC236}">
                <a16:creationId xmlns:a16="http://schemas.microsoft.com/office/drawing/2014/main" id="{16FA6FDE-E4BD-73CC-74F2-56EAB8FBFE49}"/>
              </a:ext>
            </a:extLst>
          </p:cNvPr>
          <p:cNvSpPr/>
          <p:nvPr/>
        </p:nvSpPr>
        <p:spPr>
          <a:xfrm>
            <a:off x="8994147" y="1645664"/>
            <a:ext cx="849913" cy="307777"/>
          </a:xfrm>
          <a:prstGeom prst="rect">
            <a:avLst/>
          </a:prstGeom>
          <a:noFill/>
        </p:spPr>
        <p:txBody>
          <a:bodyPr wrap="none" lIns="91440" tIns="45720" rIns="91440" bIns="45720">
            <a:spAutoFit/>
          </a:bodyPr>
          <a:lstStyle/>
          <a:p>
            <a:pPr algn="ctr"/>
            <a:r>
              <a:rPr lang="es-ES" sz="1400" b="1" dirty="0">
                <a:ln w="0">
                  <a:noFill/>
                </a:ln>
                <a:latin typeface="Poppins" panose="00000500000000000000" pitchFamily="2" charset="0"/>
                <a:cs typeface="Poppins" panose="00000500000000000000" pitchFamily="2" charset="0"/>
              </a:rPr>
              <a:t>MES</a:t>
            </a:r>
            <a:r>
              <a:rPr lang="es-ES" sz="1400" b="1" cap="none" spc="0" dirty="0">
                <a:ln w="0">
                  <a:noFill/>
                </a:ln>
                <a:latin typeface="Poppins" panose="00000500000000000000" pitchFamily="2" charset="0"/>
                <a:cs typeface="Poppins" panose="00000500000000000000" pitchFamily="2" charset="0"/>
              </a:rPr>
              <a:t>: XX</a:t>
            </a:r>
          </a:p>
        </p:txBody>
      </p:sp>
      <p:sp>
        <p:nvSpPr>
          <p:cNvPr id="50" name="Rectángulo 49">
            <a:extLst>
              <a:ext uri="{FF2B5EF4-FFF2-40B4-BE49-F238E27FC236}">
                <a16:creationId xmlns:a16="http://schemas.microsoft.com/office/drawing/2014/main" id="{599F2DC9-FF1A-46D9-EBAA-BFD662357D7B}"/>
              </a:ext>
            </a:extLst>
          </p:cNvPr>
          <p:cNvSpPr/>
          <p:nvPr/>
        </p:nvSpPr>
        <p:spPr>
          <a:xfrm>
            <a:off x="10053186" y="1965485"/>
            <a:ext cx="1007917" cy="370819"/>
          </a:xfrm>
          <a:prstGeom prst="rect">
            <a:avLst/>
          </a:prstGeom>
          <a:solidFill>
            <a:schemeClr val="bg1"/>
          </a:solidFill>
          <a:ln>
            <a:solidFill>
              <a:schemeClr val="tx1"/>
            </a:solid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51" name="Rectángulo 50">
            <a:extLst>
              <a:ext uri="{FF2B5EF4-FFF2-40B4-BE49-F238E27FC236}">
                <a16:creationId xmlns:a16="http://schemas.microsoft.com/office/drawing/2014/main" id="{FE0EF9F1-79D7-822A-DD41-AE0D82808A88}"/>
              </a:ext>
            </a:extLst>
          </p:cNvPr>
          <p:cNvSpPr/>
          <p:nvPr/>
        </p:nvSpPr>
        <p:spPr>
          <a:xfrm>
            <a:off x="10002344" y="1621238"/>
            <a:ext cx="1109599" cy="307777"/>
          </a:xfrm>
          <a:prstGeom prst="rect">
            <a:avLst/>
          </a:prstGeom>
          <a:noFill/>
        </p:spPr>
        <p:txBody>
          <a:bodyPr wrap="none" lIns="91440" tIns="45720" rIns="91440" bIns="45720">
            <a:spAutoFit/>
          </a:bodyPr>
          <a:lstStyle/>
          <a:p>
            <a:pPr algn="ctr"/>
            <a:r>
              <a:rPr lang="es-ES" sz="1400" b="1" cap="none" spc="0" dirty="0">
                <a:ln w="0">
                  <a:noFill/>
                </a:ln>
                <a:latin typeface="Poppins" panose="00000500000000000000" pitchFamily="2" charset="0"/>
                <a:cs typeface="Poppins" panose="00000500000000000000" pitchFamily="2" charset="0"/>
              </a:rPr>
              <a:t>AÑO: XXXX</a:t>
            </a:r>
          </a:p>
        </p:txBody>
      </p:sp>
      <p:pic>
        <p:nvPicPr>
          <p:cNvPr id="53" name="Imagen 52" descr="Forma&#10;&#10;Descripción generada automáticamente con confianza baja">
            <a:extLst>
              <a:ext uri="{FF2B5EF4-FFF2-40B4-BE49-F238E27FC236}">
                <a16:creationId xmlns:a16="http://schemas.microsoft.com/office/drawing/2014/main" id="{6552D837-A1AB-560C-49D7-B847BF72B5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71418" y="1704891"/>
            <a:ext cx="298394" cy="298394"/>
          </a:xfrm>
          <a:prstGeom prst="rect">
            <a:avLst/>
          </a:prstGeom>
        </p:spPr>
      </p:pic>
      <p:graphicFrame>
        <p:nvGraphicFramePr>
          <p:cNvPr id="54" name="Tabla 53">
            <a:extLst>
              <a:ext uri="{FF2B5EF4-FFF2-40B4-BE49-F238E27FC236}">
                <a16:creationId xmlns:a16="http://schemas.microsoft.com/office/drawing/2014/main" id="{89FE867B-3E89-A44C-E6C0-06C93D8CEC59}"/>
              </a:ext>
            </a:extLst>
          </p:cNvPr>
          <p:cNvGraphicFramePr>
            <a:graphicFrameLocks noGrp="1"/>
          </p:cNvGraphicFramePr>
          <p:nvPr>
            <p:extLst>
              <p:ext uri="{D42A27DB-BD31-4B8C-83A1-F6EECF244321}">
                <p14:modId xmlns:p14="http://schemas.microsoft.com/office/powerpoint/2010/main" val="2541791441"/>
              </p:ext>
            </p:extLst>
          </p:nvPr>
        </p:nvGraphicFramePr>
        <p:xfrm>
          <a:off x="4297928" y="3378186"/>
          <a:ext cx="5703720" cy="1706604"/>
        </p:xfrm>
        <a:graphic>
          <a:graphicData uri="http://schemas.openxmlformats.org/drawingml/2006/table">
            <a:tbl>
              <a:tblPr firstRow="1" bandRow="1">
                <a:tableStyleId>{5940675A-B579-460E-94D1-54222C63F5DA}</a:tableStyleId>
              </a:tblPr>
              <a:tblGrid>
                <a:gridCol w="1425930">
                  <a:extLst>
                    <a:ext uri="{9D8B030D-6E8A-4147-A177-3AD203B41FA5}">
                      <a16:colId xmlns:a16="http://schemas.microsoft.com/office/drawing/2014/main" val="555817415"/>
                    </a:ext>
                  </a:extLst>
                </a:gridCol>
                <a:gridCol w="1425930">
                  <a:extLst>
                    <a:ext uri="{9D8B030D-6E8A-4147-A177-3AD203B41FA5}">
                      <a16:colId xmlns:a16="http://schemas.microsoft.com/office/drawing/2014/main" val="1027861236"/>
                    </a:ext>
                  </a:extLst>
                </a:gridCol>
                <a:gridCol w="1425930">
                  <a:extLst>
                    <a:ext uri="{9D8B030D-6E8A-4147-A177-3AD203B41FA5}">
                      <a16:colId xmlns:a16="http://schemas.microsoft.com/office/drawing/2014/main" val="3423030664"/>
                    </a:ext>
                  </a:extLst>
                </a:gridCol>
                <a:gridCol w="1425930">
                  <a:extLst>
                    <a:ext uri="{9D8B030D-6E8A-4147-A177-3AD203B41FA5}">
                      <a16:colId xmlns:a16="http://schemas.microsoft.com/office/drawing/2014/main" val="455740313"/>
                    </a:ext>
                  </a:extLst>
                </a:gridCol>
              </a:tblGrid>
              <a:tr h="426651">
                <a:tc>
                  <a:txBody>
                    <a:bodyPr/>
                    <a:lstStyle/>
                    <a:p>
                      <a:r>
                        <a:rPr lang="es-PE" dirty="0"/>
                        <a:t>202369874</a:t>
                      </a:r>
                    </a:p>
                  </a:txBody>
                  <a:tcPr/>
                </a:tc>
                <a:tc>
                  <a:txBody>
                    <a:bodyPr/>
                    <a:lstStyle/>
                    <a:p>
                      <a:r>
                        <a:rPr lang="es-PE" dirty="0"/>
                        <a:t>ENZO</a:t>
                      </a:r>
                    </a:p>
                  </a:txBody>
                  <a:tcPr/>
                </a:tc>
                <a:tc>
                  <a:txBody>
                    <a:bodyPr/>
                    <a:lstStyle/>
                    <a:p>
                      <a:r>
                        <a:rPr lang="es-PE" dirty="0"/>
                        <a:t>ZAMORA</a:t>
                      </a:r>
                    </a:p>
                  </a:txBody>
                  <a:tcPr/>
                </a:tc>
                <a:tc>
                  <a:txBody>
                    <a:bodyPr/>
                    <a:lstStyle/>
                    <a:p>
                      <a:endParaRPr lang="es-PE" dirty="0"/>
                    </a:p>
                  </a:txBody>
                  <a:tcPr/>
                </a:tc>
                <a:extLst>
                  <a:ext uri="{0D108BD9-81ED-4DB2-BD59-A6C34878D82A}">
                    <a16:rowId xmlns:a16="http://schemas.microsoft.com/office/drawing/2014/main" val="2876049237"/>
                  </a:ext>
                </a:extLst>
              </a:tr>
              <a:tr h="4266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PE" dirty="0"/>
                        <a:t>202369874</a:t>
                      </a:r>
                    </a:p>
                  </a:txBody>
                  <a:tcPr/>
                </a:tc>
                <a:tc>
                  <a:txBody>
                    <a:bodyPr/>
                    <a:lstStyle/>
                    <a:p>
                      <a:r>
                        <a:rPr lang="es-PE" dirty="0"/>
                        <a:t>MARCO</a:t>
                      </a:r>
                    </a:p>
                  </a:txBody>
                  <a:tcPr/>
                </a:tc>
                <a:tc>
                  <a:txBody>
                    <a:bodyPr/>
                    <a:lstStyle/>
                    <a:p>
                      <a:r>
                        <a:rPr lang="es-PE" dirty="0"/>
                        <a:t>ZARATE</a:t>
                      </a:r>
                    </a:p>
                  </a:txBody>
                  <a:tcPr/>
                </a:tc>
                <a:tc>
                  <a:txBody>
                    <a:bodyPr/>
                    <a:lstStyle/>
                    <a:p>
                      <a:endParaRPr lang="es-PE" dirty="0"/>
                    </a:p>
                  </a:txBody>
                  <a:tcPr/>
                </a:tc>
                <a:extLst>
                  <a:ext uri="{0D108BD9-81ED-4DB2-BD59-A6C34878D82A}">
                    <a16:rowId xmlns:a16="http://schemas.microsoft.com/office/drawing/2014/main" val="2105987175"/>
                  </a:ext>
                </a:extLst>
              </a:tr>
              <a:tr h="4266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PE" dirty="0"/>
                        <a:t>202369874</a:t>
                      </a:r>
                    </a:p>
                  </a:txBody>
                  <a:tcPr/>
                </a:tc>
                <a:tc>
                  <a:txBody>
                    <a:bodyPr/>
                    <a:lstStyle/>
                    <a:p>
                      <a:r>
                        <a:rPr lang="es-PE" dirty="0"/>
                        <a:t>NEIL</a:t>
                      </a:r>
                    </a:p>
                  </a:txBody>
                  <a:tcPr/>
                </a:tc>
                <a:tc>
                  <a:txBody>
                    <a:bodyPr/>
                    <a:lstStyle/>
                    <a:p>
                      <a:r>
                        <a:rPr lang="es-PE" dirty="0"/>
                        <a:t>CASAVILCA</a:t>
                      </a:r>
                    </a:p>
                  </a:txBody>
                  <a:tcPr/>
                </a:tc>
                <a:tc>
                  <a:txBody>
                    <a:bodyPr/>
                    <a:lstStyle/>
                    <a:p>
                      <a:endParaRPr lang="es-PE"/>
                    </a:p>
                  </a:txBody>
                  <a:tcPr/>
                </a:tc>
                <a:extLst>
                  <a:ext uri="{0D108BD9-81ED-4DB2-BD59-A6C34878D82A}">
                    <a16:rowId xmlns:a16="http://schemas.microsoft.com/office/drawing/2014/main" val="1107228305"/>
                  </a:ext>
                </a:extLst>
              </a:tr>
              <a:tr h="4266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PE" dirty="0"/>
                        <a:t>202369874</a:t>
                      </a:r>
                    </a:p>
                  </a:txBody>
                  <a:tcPr/>
                </a:tc>
                <a:tc>
                  <a:txBody>
                    <a:bodyPr/>
                    <a:lstStyle/>
                    <a:p>
                      <a:r>
                        <a:rPr lang="es-PE" dirty="0"/>
                        <a:t>FRANCISCO</a:t>
                      </a:r>
                    </a:p>
                  </a:txBody>
                  <a:tcPr/>
                </a:tc>
                <a:tc>
                  <a:txBody>
                    <a:bodyPr/>
                    <a:lstStyle/>
                    <a:p>
                      <a:r>
                        <a:rPr lang="es-PE" dirty="0"/>
                        <a:t>MORALES</a:t>
                      </a:r>
                    </a:p>
                  </a:txBody>
                  <a:tcPr/>
                </a:tc>
                <a:tc>
                  <a:txBody>
                    <a:bodyPr/>
                    <a:lstStyle/>
                    <a:p>
                      <a:endParaRPr lang="es-PE" dirty="0"/>
                    </a:p>
                  </a:txBody>
                  <a:tcPr/>
                </a:tc>
                <a:extLst>
                  <a:ext uri="{0D108BD9-81ED-4DB2-BD59-A6C34878D82A}">
                    <a16:rowId xmlns:a16="http://schemas.microsoft.com/office/drawing/2014/main" val="2862948228"/>
                  </a:ext>
                </a:extLst>
              </a:tr>
            </a:tbl>
          </a:graphicData>
        </a:graphic>
      </p:graphicFrame>
      <p:pic>
        <p:nvPicPr>
          <p:cNvPr id="55" name="Imagen 54" descr="Forma&#10;&#10;Descripción generada automáticamente con confianza baja">
            <a:extLst>
              <a:ext uri="{FF2B5EF4-FFF2-40B4-BE49-F238E27FC236}">
                <a16:creationId xmlns:a16="http://schemas.microsoft.com/office/drawing/2014/main" id="{69597DFF-2FC1-272E-1101-7CAF241FBD5F}"/>
              </a:ext>
            </a:extLst>
          </p:cNvPr>
          <p:cNvPicPr>
            <a:picLocks noChangeAspect="1"/>
          </p:cNvPicPr>
          <p:nvPr/>
        </p:nvPicPr>
        <p:blipFill>
          <a:blip r:embed="rId5">
            <a:extLst>
              <a:ext uri="{28A0092B-C50C-407E-A947-70E740481C1C}">
                <a14:useLocalDpi xmlns:a14="http://schemas.microsoft.com/office/drawing/2010/main" val="0"/>
              </a:ext>
            </a:extLst>
          </a:blip>
          <a:srcRect l="40542" r="40180"/>
          <a:stretch/>
        </p:blipFill>
        <p:spPr>
          <a:xfrm>
            <a:off x="11412071" y="3116120"/>
            <a:ext cx="258017" cy="3602414"/>
          </a:xfrm>
          <a:prstGeom prst="rect">
            <a:avLst/>
          </a:prstGeom>
        </p:spPr>
      </p:pic>
      <p:sp>
        <p:nvSpPr>
          <p:cNvPr id="57" name="Rectángulo 56">
            <a:extLst>
              <a:ext uri="{FF2B5EF4-FFF2-40B4-BE49-F238E27FC236}">
                <a16:creationId xmlns:a16="http://schemas.microsoft.com/office/drawing/2014/main" id="{D6E61670-749D-9C9B-8617-1B26A9F312D6}"/>
              </a:ext>
            </a:extLst>
          </p:cNvPr>
          <p:cNvSpPr/>
          <p:nvPr/>
        </p:nvSpPr>
        <p:spPr>
          <a:xfrm>
            <a:off x="9145048" y="3877637"/>
            <a:ext cx="242611" cy="230719"/>
          </a:xfrm>
          <a:prstGeom prst="rect">
            <a:avLst/>
          </a:prstGeom>
          <a:solidFill>
            <a:schemeClr val="bg1"/>
          </a:solidFill>
          <a:ln>
            <a:solidFill>
              <a:schemeClr val="tx1"/>
            </a:solid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58" name="Rectángulo 57">
            <a:extLst>
              <a:ext uri="{FF2B5EF4-FFF2-40B4-BE49-F238E27FC236}">
                <a16:creationId xmlns:a16="http://schemas.microsoft.com/office/drawing/2014/main" id="{2A0E07B4-568B-C352-DC04-66F6A6C2976B}"/>
              </a:ext>
            </a:extLst>
          </p:cNvPr>
          <p:cNvSpPr/>
          <p:nvPr/>
        </p:nvSpPr>
        <p:spPr>
          <a:xfrm>
            <a:off x="9145048" y="4347236"/>
            <a:ext cx="242611" cy="230719"/>
          </a:xfrm>
          <a:prstGeom prst="rect">
            <a:avLst/>
          </a:prstGeom>
          <a:solidFill>
            <a:schemeClr val="bg1"/>
          </a:solidFill>
          <a:ln>
            <a:solidFill>
              <a:schemeClr val="tx1"/>
            </a:solid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59" name="Rectángulo 58">
            <a:extLst>
              <a:ext uri="{FF2B5EF4-FFF2-40B4-BE49-F238E27FC236}">
                <a16:creationId xmlns:a16="http://schemas.microsoft.com/office/drawing/2014/main" id="{F06CA848-BC24-70B8-4770-40BF1E4427F7}"/>
              </a:ext>
            </a:extLst>
          </p:cNvPr>
          <p:cNvSpPr/>
          <p:nvPr/>
        </p:nvSpPr>
        <p:spPr>
          <a:xfrm>
            <a:off x="9145048" y="3458537"/>
            <a:ext cx="242611" cy="230719"/>
          </a:xfrm>
          <a:prstGeom prst="rect">
            <a:avLst/>
          </a:prstGeom>
          <a:solidFill>
            <a:schemeClr val="bg1"/>
          </a:solidFill>
          <a:ln>
            <a:solidFill>
              <a:schemeClr val="tx1"/>
            </a:solid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60" name="Rectángulo 59">
            <a:extLst>
              <a:ext uri="{FF2B5EF4-FFF2-40B4-BE49-F238E27FC236}">
                <a16:creationId xmlns:a16="http://schemas.microsoft.com/office/drawing/2014/main" id="{16D96C09-0B99-4B04-768F-BB10591E8B6D}"/>
              </a:ext>
            </a:extLst>
          </p:cNvPr>
          <p:cNvSpPr/>
          <p:nvPr/>
        </p:nvSpPr>
        <p:spPr>
          <a:xfrm>
            <a:off x="9145048" y="4768947"/>
            <a:ext cx="242611" cy="230719"/>
          </a:xfrm>
          <a:prstGeom prst="rect">
            <a:avLst/>
          </a:prstGeom>
          <a:solidFill>
            <a:schemeClr val="bg1"/>
          </a:solidFill>
          <a:ln>
            <a:solidFill>
              <a:schemeClr val="tx1"/>
            </a:solid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62" name="Rectángulo 61">
            <a:extLst>
              <a:ext uri="{FF2B5EF4-FFF2-40B4-BE49-F238E27FC236}">
                <a16:creationId xmlns:a16="http://schemas.microsoft.com/office/drawing/2014/main" id="{7E6BC861-14AE-3EAD-22C8-27F756AF58F2}"/>
              </a:ext>
            </a:extLst>
          </p:cNvPr>
          <p:cNvSpPr/>
          <p:nvPr/>
        </p:nvSpPr>
        <p:spPr>
          <a:xfrm>
            <a:off x="3210244" y="2013203"/>
            <a:ext cx="8737059" cy="307777"/>
          </a:xfrm>
          <a:prstGeom prst="rect">
            <a:avLst/>
          </a:prstGeom>
          <a:noFill/>
        </p:spPr>
        <p:txBody>
          <a:bodyPr wrap="square" lIns="91440" tIns="45720" rIns="91440" bIns="45720">
            <a:spAutoFit/>
          </a:bodyPr>
          <a:lstStyle/>
          <a:p>
            <a:pPr algn="just"/>
            <a:r>
              <a:rPr lang="es-ES" sz="1400" b="1" cap="none" spc="0" dirty="0">
                <a:ln w="0">
                  <a:noFill/>
                </a:ln>
                <a:latin typeface="Poppins" panose="00000500000000000000" pitchFamily="2" charset="0"/>
                <a:cs typeface="Poppins" panose="00000500000000000000" pitchFamily="2" charset="0"/>
              </a:rPr>
              <a:t>ASIGNATURA: PROGRAMACION APLICADA III</a:t>
            </a:r>
          </a:p>
        </p:txBody>
      </p:sp>
      <p:sp>
        <p:nvSpPr>
          <p:cNvPr id="3" name="Rectángulo 2">
            <a:extLst>
              <a:ext uri="{FF2B5EF4-FFF2-40B4-BE49-F238E27FC236}">
                <a16:creationId xmlns:a16="http://schemas.microsoft.com/office/drawing/2014/main" id="{61F2ACFC-5EA2-3295-02B8-5C06E85C173C}"/>
              </a:ext>
            </a:extLst>
          </p:cNvPr>
          <p:cNvSpPr/>
          <p:nvPr/>
        </p:nvSpPr>
        <p:spPr>
          <a:xfrm>
            <a:off x="9879739" y="385924"/>
            <a:ext cx="1527773" cy="440525"/>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GUARDAR</a:t>
            </a:r>
          </a:p>
        </p:txBody>
      </p:sp>
      <p:sp>
        <p:nvSpPr>
          <p:cNvPr id="8" name="Rectángulo 7">
            <a:extLst>
              <a:ext uri="{FF2B5EF4-FFF2-40B4-BE49-F238E27FC236}">
                <a16:creationId xmlns:a16="http://schemas.microsoft.com/office/drawing/2014/main" id="{8B8672B9-A5E5-E0B9-2EA9-B8DD3EAAB6A8}"/>
              </a:ext>
            </a:extLst>
          </p:cNvPr>
          <p:cNvSpPr/>
          <p:nvPr/>
        </p:nvSpPr>
        <p:spPr>
          <a:xfrm>
            <a:off x="8066100" y="385923"/>
            <a:ext cx="1527773" cy="440525"/>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REGRESAR</a:t>
            </a:r>
          </a:p>
        </p:txBody>
      </p:sp>
      <p:sp>
        <p:nvSpPr>
          <p:cNvPr id="22" name="Rectángulo 21">
            <a:extLst>
              <a:ext uri="{FF2B5EF4-FFF2-40B4-BE49-F238E27FC236}">
                <a16:creationId xmlns:a16="http://schemas.microsoft.com/office/drawing/2014/main" id="{FF2FC478-AF02-AF25-BEFE-F1FCA126E578}"/>
              </a:ext>
            </a:extLst>
          </p:cNvPr>
          <p:cNvSpPr/>
          <p:nvPr/>
        </p:nvSpPr>
        <p:spPr>
          <a:xfrm>
            <a:off x="3210244" y="1461744"/>
            <a:ext cx="8737059" cy="307777"/>
          </a:xfrm>
          <a:prstGeom prst="rect">
            <a:avLst/>
          </a:prstGeom>
          <a:noFill/>
        </p:spPr>
        <p:txBody>
          <a:bodyPr wrap="square" lIns="91440" tIns="45720" rIns="91440" bIns="45720">
            <a:spAutoFit/>
          </a:bodyPr>
          <a:lstStyle/>
          <a:p>
            <a:pPr algn="just"/>
            <a:r>
              <a:rPr lang="es-ES" sz="1400" b="1" dirty="0">
                <a:ln w="0">
                  <a:noFill/>
                </a:ln>
                <a:latin typeface="Poppins" panose="00000500000000000000" pitchFamily="2" charset="0"/>
                <a:cs typeface="Poppins" panose="00000500000000000000" pitchFamily="2" charset="0"/>
              </a:rPr>
              <a:t>NRO. LABORATORIO: 1</a:t>
            </a:r>
            <a:endParaRPr lang="es-ES" sz="1400" b="1" cap="none" spc="0" dirty="0">
              <a:ln w="0">
                <a:noFill/>
              </a:ln>
              <a:latin typeface="Poppins" panose="00000500000000000000" pitchFamily="2" charset="0"/>
              <a:cs typeface="Poppins" panose="00000500000000000000" pitchFamily="2" charset="0"/>
            </a:endParaRPr>
          </a:p>
        </p:txBody>
      </p:sp>
      <p:sp>
        <p:nvSpPr>
          <p:cNvPr id="24" name="Rectángulo 23">
            <a:extLst>
              <a:ext uri="{FF2B5EF4-FFF2-40B4-BE49-F238E27FC236}">
                <a16:creationId xmlns:a16="http://schemas.microsoft.com/office/drawing/2014/main" id="{10ADE8BC-8EEA-6C1E-A2C9-738B1033DA53}"/>
              </a:ext>
            </a:extLst>
          </p:cNvPr>
          <p:cNvSpPr/>
          <p:nvPr/>
        </p:nvSpPr>
        <p:spPr>
          <a:xfrm>
            <a:off x="3234140" y="2283879"/>
            <a:ext cx="8737059" cy="307777"/>
          </a:xfrm>
          <a:prstGeom prst="rect">
            <a:avLst/>
          </a:prstGeom>
          <a:noFill/>
        </p:spPr>
        <p:txBody>
          <a:bodyPr wrap="square" lIns="91440" tIns="45720" rIns="91440" bIns="45720">
            <a:spAutoFit/>
          </a:bodyPr>
          <a:lstStyle/>
          <a:p>
            <a:pPr algn="just"/>
            <a:r>
              <a:rPr lang="es-ES" sz="1400" b="1" cap="none" spc="0" dirty="0">
                <a:ln w="0">
                  <a:noFill/>
                </a:ln>
                <a:latin typeface="Poppins" panose="00000500000000000000" pitchFamily="2" charset="0"/>
                <a:cs typeface="Poppins" panose="00000500000000000000" pitchFamily="2" charset="0"/>
              </a:rPr>
              <a:t>HORARIO: 10:00 – 13:00</a:t>
            </a:r>
          </a:p>
        </p:txBody>
      </p:sp>
      <p:sp>
        <p:nvSpPr>
          <p:cNvPr id="2" name="Rectángulo 1">
            <a:extLst>
              <a:ext uri="{FF2B5EF4-FFF2-40B4-BE49-F238E27FC236}">
                <a16:creationId xmlns:a16="http://schemas.microsoft.com/office/drawing/2014/main" id="{CB6EE8DC-FF81-D2A0-D0C8-D20ECF9FD7FE}"/>
              </a:ext>
            </a:extLst>
          </p:cNvPr>
          <p:cNvSpPr/>
          <p:nvPr/>
        </p:nvSpPr>
        <p:spPr>
          <a:xfrm>
            <a:off x="1" y="1155622"/>
            <a:ext cx="2616740" cy="5702378"/>
          </a:xfrm>
          <a:prstGeom prst="rect">
            <a:avLst/>
          </a:prstGeom>
          <a:solidFill>
            <a:srgbClr val="FF9800"/>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11" name="Rectángulo 10">
            <a:extLst>
              <a:ext uri="{FF2B5EF4-FFF2-40B4-BE49-F238E27FC236}">
                <a16:creationId xmlns:a16="http://schemas.microsoft.com/office/drawing/2014/main" id="{36B1C00A-9FA2-BCC4-FC85-39261A391999}"/>
              </a:ext>
            </a:extLst>
          </p:cNvPr>
          <p:cNvSpPr/>
          <p:nvPr/>
        </p:nvSpPr>
        <p:spPr>
          <a:xfrm>
            <a:off x="-230" y="3158709"/>
            <a:ext cx="2616740" cy="608472"/>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sp>
        <p:nvSpPr>
          <p:cNvPr id="20" name="Rectángulo 19">
            <a:extLst>
              <a:ext uri="{FF2B5EF4-FFF2-40B4-BE49-F238E27FC236}">
                <a16:creationId xmlns:a16="http://schemas.microsoft.com/office/drawing/2014/main" id="{1D824467-67B1-3088-AD10-C2F4E3BA1453}"/>
              </a:ext>
            </a:extLst>
          </p:cNvPr>
          <p:cNvSpPr/>
          <p:nvPr/>
        </p:nvSpPr>
        <p:spPr>
          <a:xfrm>
            <a:off x="385267" y="5842870"/>
            <a:ext cx="1901953" cy="73176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CERRAR SESIÓN</a:t>
            </a:r>
          </a:p>
        </p:txBody>
      </p:sp>
      <p:sp>
        <p:nvSpPr>
          <p:cNvPr id="21" name="Rectángulo 20">
            <a:extLst>
              <a:ext uri="{FF2B5EF4-FFF2-40B4-BE49-F238E27FC236}">
                <a16:creationId xmlns:a16="http://schemas.microsoft.com/office/drawing/2014/main" id="{59F7C7EB-B68A-BE27-7C4C-EC8CA4C4DEF9}"/>
              </a:ext>
            </a:extLst>
          </p:cNvPr>
          <p:cNvSpPr/>
          <p:nvPr/>
        </p:nvSpPr>
        <p:spPr>
          <a:xfrm>
            <a:off x="298270" y="3322996"/>
            <a:ext cx="1919115" cy="276999"/>
          </a:xfrm>
          <a:prstGeom prst="rect">
            <a:avLst/>
          </a:prstGeom>
          <a:noFill/>
          <a:effectLst/>
        </p:spPr>
        <p:txBody>
          <a:bodyPr wrap="none" lIns="91440" tIns="45720" rIns="91440" bIns="45720">
            <a:spAutoFit/>
          </a:bodyPr>
          <a:lstStyle/>
          <a:p>
            <a:pPr algn="ctr"/>
            <a:r>
              <a:rPr lang="es-ES" sz="1200" b="1" dirty="0">
                <a:ln w="0">
                  <a:noFill/>
                </a:ln>
                <a:solidFill>
                  <a:schemeClr val="bg1"/>
                </a:solidFill>
                <a:latin typeface="Poppins" panose="00000500000000000000" pitchFamily="2" charset="0"/>
                <a:cs typeface="Poppins" panose="00000500000000000000" pitchFamily="2" charset="0"/>
              </a:rPr>
              <a:t>REGISTRO DE USUARIOS</a:t>
            </a:r>
            <a:endParaRPr lang="es-ES" sz="1200" b="1" cap="none" spc="0" dirty="0">
              <a:ln w="0">
                <a:noFill/>
              </a:ln>
              <a:solidFill>
                <a:schemeClr val="bg1"/>
              </a:solidFill>
              <a:latin typeface="Poppins" panose="00000500000000000000" pitchFamily="2" charset="0"/>
              <a:cs typeface="Poppins" panose="00000500000000000000" pitchFamily="2" charset="0"/>
            </a:endParaRPr>
          </a:p>
        </p:txBody>
      </p:sp>
      <p:pic>
        <p:nvPicPr>
          <p:cNvPr id="23" name="Imagen 22" descr="Icono&#10;&#10;Descripción generada automáticamente">
            <a:extLst>
              <a:ext uri="{FF2B5EF4-FFF2-40B4-BE49-F238E27FC236}">
                <a16:creationId xmlns:a16="http://schemas.microsoft.com/office/drawing/2014/main" id="{F795146B-4EF3-C0BE-B33A-50B68757401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245514" y="3448044"/>
            <a:ext cx="438100" cy="438100"/>
          </a:xfrm>
          <a:prstGeom prst="rect">
            <a:avLst/>
          </a:prstGeom>
        </p:spPr>
      </p:pic>
      <p:sp>
        <p:nvSpPr>
          <p:cNvPr id="25" name="Rectángulo 24">
            <a:extLst>
              <a:ext uri="{FF2B5EF4-FFF2-40B4-BE49-F238E27FC236}">
                <a16:creationId xmlns:a16="http://schemas.microsoft.com/office/drawing/2014/main" id="{135F46D9-13BB-0960-CDE5-100B0D3E3886}"/>
              </a:ext>
            </a:extLst>
          </p:cNvPr>
          <p:cNvSpPr/>
          <p:nvPr/>
        </p:nvSpPr>
        <p:spPr>
          <a:xfrm>
            <a:off x="287106" y="3932200"/>
            <a:ext cx="2024914" cy="276999"/>
          </a:xfrm>
          <a:prstGeom prst="rect">
            <a:avLst/>
          </a:prstGeom>
          <a:noFill/>
        </p:spPr>
        <p:txBody>
          <a:bodyPr wrap="none" lIns="91440" tIns="45720" rIns="91440" bIns="45720">
            <a:spAutoFit/>
          </a:bodyPr>
          <a:lstStyle/>
          <a:p>
            <a:pPr algn="ctr"/>
            <a:r>
              <a:rPr lang="es-ES" sz="1200" cap="none" spc="0" dirty="0">
                <a:ln w="0">
                  <a:noFill/>
                </a:ln>
                <a:latin typeface="Poppins" panose="00000500000000000000" pitchFamily="2" charset="0"/>
                <a:cs typeface="Poppins" panose="00000500000000000000" pitchFamily="2" charset="0"/>
              </a:rPr>
              <a:t>CONTROL DE ASISTENCIA</a:t>
            </a:r>
          </a:p>
        </p:txBody>
      </p:sp>
      <p:sp>
        <p:nvSpPr>
          <p:cNvPr id="26" name="Rectángulo 25">
            <a:extLst>
              <a:ext uri="{FF2B5EF4-FFF2-40B4-BE49-F238E27FC236}">
                <a16:creationId xmlns:a16="http://schemas.microsoft.com/office/drawing/2014/main" id="{F6D985EF-9990-1CC0-8322-A84B75C27973}"/>
              </a:ext>
            </a:extLst>
          </p:cNvPr>
          <p:cNvSpPr/>
          <p:nvPr/>
        </p:nvSpPr>
        <p:spPr>
          <a:xfrm>
            <a:off x="393524" y="4543643"/>
            <a:ext cx="1806906" cy="276999"/>
          </a:xfrm>
          <a:prstGeom prst="rect">
            <a:avLst/>
          </a:prstGeom>
          <a:noFill/>
        </p:spPr>
        <p:txBody>
          <a:bodyPr wrap="none" lIns="91440" tIns="45720" rIns="91440" bIns="45720">
            <a:spAutoFit/>
          </a:bodyPr>
          <a:lstStyle/>
          <a:p>
            <a:pPr algn="ctr"/>
            <a:r>
              <a:rPr lang="es-ES" sz="1200" dirty="0">
                <a:ln w="0">
                  <a:noFill/>
                </a:ln>
                <a:latin typeface="Poppins" panose="00000500000000000000" pitchFamily="2" charset="0"/>
                <a:cs typeface="Poppins" panose="00000500000000000000" pitchFamily="2" charset="0"/>
              </a:rPr>
              <a:t>CONTROL DE EQUIPOS</a:t>
            </a:r>
            <a:endParaRPr lang="es-ES" sz="1200" cap="none" spc="0" dirty="0">
              <a:ln w="0">
                <a:noFill/>
              </a:ln>
              <a:latin typeface="Poppins" panose="00000500000000000000" pitchFamily="2" charset="0"/>
              <a:cs typeface="Poppins" panose="00000500000000000000" pitchFamily="2" charset="0"/>
            </a:endParaRPr>
          </a:p>
        </p:txBody>
      </p:sp>
      <p:sp>
        <p:nvSpPr>
          <p:cNvPr id="27" name="Rectángulo 26">
            <a:extLst>
              <a:ext uri="{FF2B5EF4-FFF2-40B4-BE49-F238E27FC236}">
                <a16:creationId xmlns:a16="http://schemas.microsoft.com/office/drawing/2014/main" id="{A3007D1E-C6A2-7779-E5E1-95D9F5DE559E}"/>
              </a:ext>
            </a:extLst>
          </p:cNvPr>
          <p:cNvSpPr/>
          <p:nvPr/>
        </p:nvSpPr>
        <p:spPr>
          <a:xfrm>
            <a:off x="201728" y="5057432"/>
            <a:ext cx="2268571" cy="276999"/>
          </a:xfrm>
          <a:prstGeom prst="rect">
            <a:avLst/>
          </a:prstGeom>
          <a:noFill/>
        </p:spPr>
        <p:txBody>
          <a:bodyPr wrap="none" lIns="91440" tIns="45720" rIns="91440" bIns="45720">
            <a:spAutoFit/>
          </a:bodyPr>
          <a:lstStyle/>
          <a:p>
            <a:pPr algn="ctr"/>
            <a:r>
              <a:rPr lang="es-ES" sz="1200" dirty="0">
                <a:ln w="0">
                  <a:noFill/>
                </a:ln>
                <a:latin typeface="Poppins" panose="00000500000000000000" pitchFamily="2" charset="0"/>
                <a:cs typeface="Poppins" panose="00000500000000000000" pitchFamily="2" charset="0"/>
              </a:rPr>
              <a:t>HORARIOS DE LABORATORIO</a:t>
            </a:r>
            <a:endParaRPr lang="es-ES" sz="1200" cap="none" spc="0" dirty="0">
              <a:ln w="0">
                <a:noFill/>
              </a:ln>
              <a:latin typeface="Poppins" panose="00000500000000000000" pitchFamily="2" charset="0"/>
              <a:cs typeface="Poppins" panose="00000500000000000000" pitchFamily="2" charset="0"/>
            </a:endParaRPr>
          </a:p>
        </p:txBody>
      </p:sp>
      <p:sp>
        <p:nvSpPr>
          <p:cNvPr id="28" name="Rectángulo 27">
            <a:extLst>
              <a:ext uri="{FF2B5EF4-FFF2-40B4-BE49-F238E27FC236}">
                <a16:creationId xmlns:a16="http://schemas.microsoft.com/office/drawing/2014/main" id="{44B20F0F-0AAD-D11D-3522-20EFC501341C}"/>
              </a:ext>
            </a:extLst>
          </p:cNvPr>
          <p:cNvSpPr/>
          <p:nvPr/>
        </p:nvSpPr>
        <p:spPr>
          <a:xfrm>
            <a:off x="288750" y="2722803"/>
            <a:ext cx="2149779" cy="338554"/>
          </a:xfrm>
          <a:prstGeom prst="rect">
            <a:avLst/>
          </a:prstGeom>
          <a:noFill/>
        </p:spPr>
        <p:txBody>
          <a:bodyPr wrap="square" lIns="91440" tIns="45720" rIns="91440" bIns="45720">
            <a:spAutoFit/>
          </a:bodyPr>
          <a:lstStyle/>
          <a:p>
            <a:r>
              <a:rPr lang="es-ES" sz="1600" b="1" dirty="0">
                <a:ln w="0">
                  <a:noFill/>
                </a:ln>
                <a:latin typeface="Poppins" panose="00000500000000000000" pitchFamily="2" charset="0"/>
                <a:cs typeface="Poppins" panose="00000500000000000000" pitchFamily="2" charset="0"/>
              </a:rPr>
              <a:t>Nombre de Usuario</a:t>
            </a:r>
            <a:endParaRPr lang="es-ES" sz="1600" b="1" cap="none" spc="0" dirty="0">
              <a:ln w="0">
                <a:noFill/>
              </a:ln>
              <a:latin typeface="Poppins" panose="00000500000000000000" pitchFamily="2" charset="0"/>
              <a:cs typeface="Poppins" panose="00000500000000000000" pitchFamily="2" charset="0"/>
            </a:endParaRPr>
          </a:p>
        </p:txBody>
      </p:sp>
      <p:pic>
        <p:nvPicPr>
          <p:cNvPr id="35" name="Imagen 34" descr="Dibujo de un animal con la boca abierta&#10;&#10;Descripción generada automáticamente con confianza baja">
            <a:extLst>
              <a:ext uri="{FF2B5EF4-FFF2-40B4-BE49-F238E27FC236}">
                <a16:creationId xmlns:a16="http://schemas.microsoft.com/office/drawing/2014/main" id="{2053672C-DDA5-C5E8-058C-90869E2B0A3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65392" y="1331606"/>
            <a:ext cx="1373057" cy="1362177"/>
          </a:xfrm>
          <a:prstGeom prst="rect">
            <a:avLst/>
          </a:prstGeom>
        </p:spPr>
      </p:pic>
    </p:spTree>
    <p:extLst>
      <p:ext uri="{BB962C8B-B14F-4D97-AF65-F5344CB8AC3E}">
        <p14:creationId xmlns:p14="http://schemas.microsoft.com/office/powerpoint/2010/main" val="4142038156"/>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1F32CDA-FFB5-6E7D-6BD8-F85FFEA91E91}"/>
              </a:ext>
            </a:extLst>
          </p:cNvPr>
          <p:cNvSpPr/>
          <p:nvPr/>
        </p:nvSpPr>
        <p:spPr>
          <a:xfrm>
            <a:off x="0" y="0"/>
            <a:ext cx="2616740" cy="116731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pic>
        <p:nvPicPr>
          <p:cNvPr id="5" name="Imagen 4" descr="Interfaz de usuario gráfica, Texto, Aplicación&#10;&#10;Descripción generada automáticamente">
            <a:extLst>
              <a:ext uri="{FF2B5EF4-FFF2-40B4-BE49-F238E27FC236}">
                <a16:creationId xmlns:a16="http://schemas.microsoft.com/office/drawing/2014/main" id="{8E422B7E-940B-4B59-8E84-BA16C9F2AE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671" y="134217"/>
            <a:ext cx="2194397" cy="887188"/>
          </a:xfrm>
          <a:prstGeom prst="rect">
            <a:avLst/>
          </a:prstGeom>
        </p:spPr>
      </p:pic>
      <p:sp>
        <p:nvSpPr>
          <p:cNvPr id="7" name="Rectángulo 6">
            <a:extLst>
              <a:ext uri="{FF2B5EF4-FFF2-40B4-BE49-F238E27FC236}">
                <a16:creationId xmlns:a16="http://schemas.microsoft.com/office/drawing/2014/main" id="{28E1129F-969D-8E7B-485E-F72C8E2ED915}"/>
              </a:ext>
            </a:extLst>
          </p:cNvPr>
          <p:cNvSpPr>
            <a:spLocks noGrp="1" noRot="1" noMove="1" noResize="1" noEditPoints="1" noAdjustHandles="1" noChangeArrowheads="1" noChangeShapeType="1"/>
          </p:cNvSpPr>
          <p:nvPr/>
        </p:nvSpPr>
        <p:spPr>
          <a:xfrm>
            <a:off x="2616740" y="0"/>
            <a:ext cx="9575260" cy="6858000"/>
          </a:xfrm>
          <a:prstGeom prst="rect">
            <a:avLst/>
          </a:prstGeom>
          <a:solidFill>
            <a:srgbClr val="EEEEEE"/>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9" name="Rectángulo 8">
            <a:extLst>
              <a:ext uri="{FF2B5EF4-FFF2-40B4-BE49-F238E27FC236}">
                <a16:creationId xmlns:a16="http://schemas.microsoft.com/office/drawing/2014/main" id="{7E1D6AD2-0514-7278-374D-11A9B4F7E598}"/>
              </a:ext>
            </a:extLst>
          </p:cNvPr>
          <p:cNvSpPr/>
          <p:nvPr/>
        </p:nvSpPr>
        <p:spPr>
          <a:xfrm>
            <a:off x="2907570" y="316201"/>
            <a:ext cx="4471097" cy="523220"/>
          </a:xfrm>
          <a:prstGeom prst="rect">
            <a:avLst/>
          </a:prstGeom>
          <a:noFill/>
        </p:spPr>
        <p:txBody>
          <a:bodyPr wrap="none" lIns="91440" tIns="45720" rIns="91440" bIns="45720">
            <a:spAutoFit/>
          </a:bodyPr>
          <a:lstStyle/>
          <a:p>
            <a:pPr algn="ctr"/>
            <a:r>
              <a:rPr lang="es-ES" sz="2800" b="1" dirty="0">
                <a:ln w="0">
                  <a:noFill/>
                </a:ln>
                <a:latin typeface="Poppins" panose="00000500000000000000" pitchFamily="2" charset="0"/>
                <a:cs typeface="Poppins" panose="00000500000000000000" pitchFamily="2" charset="0"/>
              </a:rPr>
              <a:t>CONTROL DE ASISTENCIA</a:t>
            </a:r>
            <a:endParaRPr lang="es-ES" sz="2800" b="1" cap="none" spc="0" dirty="0">
              <a:ln w="0">
                <a:noFill/>
              </a:ln>
              <a:latin typeface="Poppins" panose="00000500000000000000" pitchFamily="2" charset="0"/>
              <a:cs typeface="Poppins" panose="00000500000000000000" pitchFamily="2" charset="0"/>
            </a:endParaRPr>
          </a:p>
        </p:txBody>
      </p:sp>
      <p:sp>
        <p:nvSpPr>
          <p:cNvPr id="15" name="Rectángulo 14">
            <a:extLst>
              <a:ext uri="{FF2B5EF4-FFF2-40B4-BE49-F238E27FC236}">
                <a16:creationId xmlns:a16="http://schemas.microsoft.com/office/drawing/2014/main" id="{A7E31D33-3343-C272-E602-519EB8179B91}"/>
              </a:ext>
            </a:extLst>
          </p:cNvPr>
          <p:cNvSpPr/>
          <p:nvPr/>
        </p:nvSpPr>
        <p:spPr>
          <a:xfrm>
            <a:off x="3189053" y="1302014"/>
            <a:ext cx="8737058" cy="1253839"/>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14" name="Rectángulo 13">
            <a:extLst>
              <a:ext uri="{FF2B5EF4-FFF2-40B4-BE49-F238E27FC236}">
                <a16:creationId xmlns:a16="http://schemas.microsoft.com/office/drawing/2014/main" id="{F17F8443-2BE1-ED58-9BFD-8556CABD39FE}"/>
              </a:ext>
            </a:extLst>
          </p:cNvPr>
          <p:cNvSpPr/>
          <p:nvPr/>
        </p:nvSpPr>
        <p:spPr>
          <a:xfrm>
            <a:off x="3967785" y="1550651"/>
            <a:ext cx="1614546" cy="307777"/>
          </a:xfrm>
          <a:prstGeom prst="rect">
            <a:avLst/>
          </a:prstGeom>
          <a:noFill/>
        </p:spPr>
        <p:txBody>
          <a:bodyPr wrap="none" lIns="91440" tIns="45720" rIns="91440" bIns="45720">
            <a:spAutoFit/>
          </a:bodyPr>
          <a:lstStyle/>
          <a:p>
            <a:pPr algn="ctr"/>
            <a:r>
              <a:rPr lang="es-ES" sz="1400" b="1" cap="none" spc="0" dirty="0">
                <a:ln w="0">
                  <a:noFill/>
                </a:ln>
                <a:solidFill>
                  <a:schemeClr val="accent2"/>
                </a:solidFill>
                <a:latin typeface="Poppins" panose="00000500000000000000" pitchFamily="2" charset="0"/>
                <a:cs typeface="Poppins" panose="00000500000000000000" pitchFamily="2" charset="0"/>
              </a:rPr>
              <a:t>Nro. </a:t>
            </a:r>
            <a:r>
              <a:rPr lang="es-ES" sz="1400" b="1" dirty="0">
                <a:ln w="0">
                  <a:noFill/>
                </a:ln>
                <a:solidFill>
                  <a:schemeClr val="accent2"/>
                </a:solidFill>
                <a:latin typeface="Poppins" panose="00000500000000000000" pitchFamily="2" charset="0"/>
                <a:cs typeface="Poppins" panose="00000500000000000000" pitchFamily="2" charset="0"/>
              </a:rPr>
              <a:t>Laboratorio</a:t>
            </a:r>
            <a:endParaRPr lang="es-ES" sz="1400" b="1" cap="none" spc="0" dirty="0">
              <a:ln w="0">
                <a:noFill/>
              </a:ln>
              <a:solidFill>
                <a:schemeClr val="accent2"/>
              </a:solidFill>
              <a:latin typeface="Poppins" panose="00000500000000000000" pitchFamily="2" charset="0"/>
              <a:cs typeface="Poppins" panose="00000500000000000000" pitchFamily="2" charset="0"/>
            </a:endParaRPr>
          </a:p>
        </p:txBody>
      </p:sp>
      <p:sp>
        <p:nvSpPr>
          <p:cNvPr id="16" name="Rectángulo: esquinas redondeadas 15">
            <a:extLst>
              <a:ext uri="{FF2B5EF4-FFF2-40B4-BE49-F238E27FC236}">
                <a16:creationId xmlns:a16="http://schemas.microsoft.com/office/drawing/2014/main" id="{2FF510BB-C4F2-A6C2-F64D-F3C1A20BAB2C}"/>
              </a:ext>
            </a:extLst>
          </p:cNvPr>
          <p:cNvSpPr/>
          <p:nvPr/>
        </p:nvSpPr>
        <p:spPr>
          <a:xfrm>
            <a:off x="3442968" y="1047557"/>
            <a:ext cx="2929257" cy="416628"/>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bg1"/>
                </a:solidFill>
              </a:rPr>
              <a:t>DATOS DEL LABORATORIO</a:t>
            </a:r>
          </a:p>
        </p:txBody>
      </p:sp>
      <p:sp>
        <p:nvSpPr>
          <p:cNvPr id="19" name="Rectángulo 18">
            <a:extLst>
              <a:ext uri="{FF2B5EF4-FFF2-40B4-BE49-F238E27FC236}">
                <a16:creationId xmlns:a16="http://schemas.microsoft.com/office/drawing/2014/main" id="{3B84EDD1-C5C5-CC6A-8B9D-1FD9DCD4C43C}"/>
              </a:ext>
            </a:extLst>
          </p:cNvPr>
          <p:cNvSpPr/>
          <p:nvPr/>
        </p:nvSpPr>
        <p:spPr>
          <a:xfrm>
            <a:off x="9078821" y="1606145"/>
            <a:ext cx="1175322" cy="307777"/>
          </a:xfrm>
          <a:prstGeom prst="rect">
            <a:avLst/>
          </a:prstGeom>
          <a:noFill/>
        </p:spPr>
        <p:txBody>
          <a:bodyPr wrap="none" lIns="91440" tIns="45720" rIns="91440" bIns="45720">
            <a:spAutoFit/>
          </a:bodyPr>
          <a:lstStyle/>
          <a:p>
            <a:pPr algn="ctr"/>
            <a:r>
              <a:rPr lang="es-ES" sz="1400" b="1" dirty="0">
                <a:ln w="0">
                  <a:noFill/>
                </a:ln>
                <a:solidFill>
                  <a:schemeClr val="accent2"/>
                </a:solidFill>
                <a:latin typeface="Poppins" panose="00000500000000000000" pitchFamily="2" charset="0"/>
                <a:cs typeface="Poppins" panose="00000500000000000000" pitchFamily="2" charset="0"/>
              </a:rPr>
              <a:t>Asignatura</a:t>
            </a:r>
            <a:endParaRPr lang="es-ES" sz="1400" b="1" cap="none" spc="0" dirty="0">
              <a:ln w="0">
                <a:noFill/>
              </a:ln>
              <a:solidFill>
                <a:schemeClr val="accent2"/>
              </a:solidFill>
              <a:latin typeface="Poppins" panose="00000500000000000000" pitchFamily="2" charset="0"/>
              <a:cs typeface="Poppins" panose="00000500000000000000" pitchFamily="2" charset="0"/>
            </a:endParaRPr>
          </a:p>
        </p:txBody>
      </p:sp>
      <p:sp>
        <p:nvSpPr>
          <p:cNvPr id="23" name="Rectángulo 22">
            <a:extLst>
              <a:ext uri="{FF2B5EF4-FFF2-40B4-BE49-F238E27FC236}">
                <a16:creationId xmlns:a16="http://schemas.microsoft.com/office/drawing/2014/main" id="{3119EF95-4EEF-B014-1460-F83B1AC7451B}"/>
              </a:ext>
            </a:extLst>
          </p:cNvPr>
          <p:cNvSpPr/>
          <p:nvPr/>
        </p:nvSpPr>
        <p:spPr>
          <a:xfrm>
            <a:off x="6623331" y="1603121"/>
            <a:ext cx="841897" cy="307777"/>
          </a:xfrm>
          <a:prstGeom prst="rect">
            <a:avLst/>
          </a:prstGeom>
          <a:noFill/>
        </p:spPr>
        <p:txBody>
          <a:bodyPr wrap="none" lIns="91440" tIns="45720" rIns="91440" bIns="45720">
            <a:spAutoFit/>
          </a:bodyPr>
          <a:lstStyle/>
          <a:p>
            <a:pPr algn="ctr"/>
            <a:r>
              <a:rPr lang="es-ES" sz="1400" b="1" dirty="0">
                <a:ln w="0">
                  <a:noFill/>
                </a:ln>
                <a:solidFill>
                  <a:schemeClr val="accent2"/>
                </a:solidFill>
                <a:latin typeface="Poppins" panose="00000500000000000000" pitchFamily="2" charset="0"/>
                <a:cs typeface="Poppins" panose="00000500000000000000" pitchFamily="2" charset="0"/>
              </a:rPr>
              <a:t>Horario</a:t>
            </a:r>
            <a:endParaRPr lang="es-ES" sz="1400" b="1" cap="none" spc="0" dirty="0">
              <a:ln w="0">
                <a:noFill/>
              </a:ln>
              <a:solidFill>
                <a:schemeClr val="accent2"/>
              </a:solidFill>
              <a:latin typeface="Poppins" panose="00000500000000000000" pitchFamily="2" charset="0"/>
              <a:cs typeface="Poppins" panose="00000500000000000000" pitchFamily="2" charset="0"/>
            </a:endParaRPr>
          </a:p>
        </p:txBody>
      </p:sp>
      <p:sp>
        <p:nvSpPr>
          <p:cNvPr id="61" name="Rectángulo 60">
            <a:extLst>
              <a:ext uri="{FF2B5EF4-FFF2-40B4-BE49-F238E27FC236}">
                <a16:creationId xmlns:a16="http://schemas.microsoft.com/office/drawing/2014/main" id="{9EC9852E-4840-26C8-6D3C-444EA79F9608}"/>
              </a:ext>
            </a:extLst>
          </p:cNvPr>
          <p:cNvSpPr/>
          <p:nvPr/>
        </p:nvSpPr>
        <p:spPr>
          <a:xfrm>
            <a:off x="10398338" y="2798183"/>
            <a:ext cx="1527773" cy="440525"/>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BUSCAR</a:t>
            </a:r>
          </a:p>
        </p:txBody>
      </p:sp>
      <p:pic>
        <p:nvPicPr>
          <p:cNvPr id="63" name="Imagen 62" descr="Icono&#10;&#10;Descripción generada automáticamente">
            <a:extLst>
              <a:ext uri="{FF2B5EF4-FFF2-40B4-BE49-F238E27FC236}">
                <a16:creationId xmlns:a16="http://schemas.microsoft.com/office/drawing/2014/main" id="{67F6E43D-9A4D-A6EB-7A5C-6D35C9F238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49894" y="2903822"/>
            <a:ext cx="438100" cy="438100"/>
          </a:xfrm>
          <a:prstGeom prst="rect">
            <a:avLst/>
          </a:prstGeom>
        </p:spPr>
      </p:pic>
      <p:sp>
        <p:nvSpPr>
          <p:cNvPr id="67" name="Rectángulo 66">
            <a:extLst>
              <a:ext uri="{FF2B5EF4-FFF2-40B4-BE49-F238E27FC236}">
                <a16:creationId xmlns:a16="http://schemas.microsoft.com/office/drawing/2014/main" id="{94CFD72F-5236-F2BA-26E3-C13CCC5A19F7}"/>
              </a:ext>
            </a:extLst>
          </p:cNvPr>
          <p:cNvSpPr/>
          <p:nvPr/>
        </p:nvSpPr>
        <p:spPr>
          <a:xfrm>
            <a:off x="5072115" y="3811724"/>
            <a:ext cx="5076819" cy="199872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68" name="Rectángulo: esquinas redondeadas 67">
            <a:extLst>
              <a:ext uri="{FF2B5EF4-FFF2-40B4-BE49-F238E27FC236}">
                <a16:creationId xmlns:a16="http://schemas.microsoft.com/office/drawing/2014/main" id="{6A2425F1-0E9F-AF83-047E-E27BE97F993C}"/>
              </a:ext>
            </a:extLst>
          </p:cNvPr>
          <p:cNvSpPr/>
          <p:nvPr/>
        </p:nvSpPr>
        <p:spPr>
          <a:xfrm>
            <a:off x="5902076" y="3485821"/>
            <a:ext cx="3416892" cy="416628"/>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bg1"/>
                </a:solidFill>
              </a:rPr>
              <a:t>CONFIGURACIÓN AVANZADA</a:t>
            </a:r>
          </a:p>
        </p:txBody>
      </p:sp>
      <p:sp>
        <p:nvSpPr>
          <p:cNvPr id="69" name="Rectángulo 68">
            <a:extLst>
              <a:ext uri="{FF2B5EF4-FFF2-40B4-BE49-F238E27FC236}">
                <a16:creationId xmlns:a16="http://schemas.microsoft.com/office/drawing/2014/main" id="{8225A2AC-024E-2F9A-F560-FF45816F3C9A}"/>
              </a:ext>
            </a:extLst>
          </p:cNvPr>
          <p:cNvSpPr/>
          <p:nvPr/>
        </p:nvSpPr>
        <p:spPr>
          <a:xfrm>
            <a:off x="5233481" y="4191139"/>
            <a:ext cx="4779652" cy="548965"/>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sp>
        <p:nvSpPr>
          <p:cNvPr id="70" name="Rectángulo 69">
            <a:extLst>
              <a:ext uri="{FF2B5EF4-FFF2-40B4-BE49-F238E27FC236}">
                <a16:creationId xmlns:a16="http://schemas.microsoft.com/office/drawing/2014/main" id="{F22C3FCF-1992-8822-6F21-FB5F40E1E7D2}"/>
              </a:ext>
            </a:extLst>
          </p:cNvPr>
          <p:cNvSpPr/>
          <p:nvPr/>
        </p:nvSpPr>
        <p:spPr>
          <a:xfrm>
            <a:off x="5725947" y="4296345"/>
            <a:ext cx="3950120" cy="338554"/>
          </a:xfrm>
          <a:prstGeom prst="rect">
            <a:avLst/>
          </a:prstGeom>
          <a:noFill/>
        </p:spPr>
        <p:txBody>
          <a:bodyPr wrap="none" lIns="91440" tIns="45720" rIns="91440" bIns="45720">
            <a:spAutoFit/>
          </a:bodyPr>
          <a:lstStyle/>
          <a:p>
            <a:pPr algn="ctr"/>
            <a:r>
              <a:rPr lang="es-ES" sz="1600" b="1" dirty="0">
                <a:ln w="0">
                  <a:noFill/>
                </a:ln>
                <a:latin typeface="Poppins" panose="00000500000000000000" pitchFamily="2" charset="0"/>
                <a:cs typeface="Poppins" panose="00000500000000000000" pitchFamily="2" charset="0"/>
              </a:rPr>
              <a:t>ACTUALIZAR DATOS DEL LABORATORIO</a:t>
            </a:r>
            <a:endParaRPr lang="es-ES" sz="1600" b="1" cap="none" spc="0" dirty="0">
              <a:ln w="0">
                <a:noFill/>
              </a:ln>
              <a:latin typeface="Poppins" panose="00000500000000000000" pitchFamily="2" charset="0"/>
              <a:cs typeface="Poppins" panose="00000500000000000000" pitchFamily="2" charset="0"/>
            </a:endParaRPr>
          </a:p>
        </p:txBody>
      </p:sp>
      <p:sp>
        <p:nvSpPr>
          <p:cNvPr id="73" name="Rectángulo 72">
            <a:extLst>
              <a:ext uri="{FF2B5EF4-FFF2-40B4-BE49-F238E27FC236}">
                <a16:creationId xmlns:a16="http://schemas.microsoft.com/office/drawing/2014/main" id="{ED0B8C6A-B04A-C576-2330-847773D26971}"/>
              </a:ext>
            </a:extLst>
          </p:cNvPr>
          <p:cNvSpPr/>
          <p:nvPr/>
        </p:nvSpPr>
        <p:spPr>
          <a:xfrm>
            <a:off x="5233481" y="4977372"/>
            <a:ext cx="4779652" cy="548965"/>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sp>
        <p:nvSpPr>
          <p:cNvPr id="74" name="Rectángulo 73">
            <a:extLst>
              <a:ext uri="{FF2B5EF4-FFF2-40B4-BE49-F238E27FC236}">
                <a16:creationId xmlns:a16="http://schemas.microsoft.com/office/drawing/2014/main" id="{4BB32C69-978D-37CF-020B-98D5BC55072D}"/>
              </a:ext>
            </a:extLst>
          </p:cNvPr>
          <p:cNvSpPr/>
          <p:nvPr/>
        </p:nvSpPr>
        <p:spPr>
          <a:xfrm>
            <a:off x="5871023" y="5081396"/>
            <a:ext cx="3659977" cy="338554"/>
          </a:xfrm>
          <a:prstGeom prst="rect">
            <a:avLst/>
          </a:prstGeom>
          <a:noFill/>
        </p:spPr>
        <p:txBody>
          <a:bodyPr wrap="none" lIns="91440" tIns="45720" rIns="91440" bIns="45720">
            <a:spAutoFit/>
          </a:bodyPr>
          <a:lstStyle/>
          <a:p>
            <a:pPr algn="ctr"/>
            <a:r>
              <a:rPr lang="es-ES" sz="1600" b="1" cap="none" spc="0" dirty="0">
                <a:ln w="0">
                  <a:noFill/>
                </a:ln>
                <a:latin typeface="Poppins" panose="00000500000000000000" pitchFamily="2" charset="0"/>
                <a:cs typeface="Poppins" panose="00000500000000000000" pitchFamily="2" charset="0"/>
              </a:rPr>
              <a:t>REPORTE GENERAL POR AÑO-MESES</a:t>
            </a:r>
          </a:p>
        </p:txBody>
      </p:sp>
      <p:pic>
        <p:nvPicPr>
          <p:cNvPr id="25" name="Imagen 24">
            <a:extLst>
              <a:ext uri="{FF2B5EF4-FFF2-40B4-BE49-F238E27FC236}">
                <a16:creationId xmlns:a16="http://schemas.microsoft.com/office/drawing/2014/main" id="{CA2E73A8-2037-BD84-8C36-FED7E73153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91956" y="1894978"/>
            <a:ext cx="1709138" cy="401571"/>
          </a:xfrm>
          <a:prstGeom prst="rect">
            <a:avLst/>
          </a:prstGeom>
        </p:spPr>
      </p:pic>
      <p:pic>
        <p:nvPicPr>
          <p:cNvPr id="26" name="Imagen 25">
            <a:extLst>
              <a:ext uri="{FF2B5EF4-FFF2-40B4-BE49-F238E27FC236}">
                <a16:creationId xmlns:a16="http://schemas.microsoft.com/office/drawing/2014/main" id="{C8CFEEB5-0F22-BFEE-D4C3-373CF1C421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03013" y="1880562"/>
            <a:ext cx="1709138" cy="401571"/>
          </a:xfrm>
          <a:prstGeom prst="rect">
            <a:avLst/>
          </a:prstGeom>
        </p:spPr>
      </p:pic>
      <p:pic>
        <p:nvPicPr>
          <p:cNvPr id="27" name="Imagen 26">
            <a:extLst>
              <a:ext uri="{FF2B5EF4-FFF2-40B4-BE49-F238E27FC236}">
                <a16:creationId xmlns:a16="http://schemas.microsoft.com/office/drawing/2014/main" id="{FD41E7CB-A3DF-42EB-F5CB-E6BCE5FB5D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10284" y="1910394"/>
            <a:ext cx="1709138" cy="401571"/>
          </a:xfrm>
          <a:prstGeom prst="rect">
            <a:avLst/>
          </a:prstGeom>
        </p:spPr>
      </p:pic>
      <p:sp>
        <p:nvSpPr>
          <p:cNvPr id="35" name="Rectángulo 34">
            <a:extLst>
              <a:ext uri="{FF2B5EF4-FFF2-40B4-BE49-F238E27FC236}">
                <a16:creationId xmlns:a16="http://schemas.microsoft.com/office/drawing/2014/main" id="{CF6CA693-3660-4BB6-CFA1-32B7B1A89399}"/>
              </a:ext>
            </a:extLst>
          </p:cNvPr>
          <p:cNvSpPr/>
          <p:nvPr/>
        </p:nvSpPr>
        <p:spPr>
          <a:xfrm>
            <a:off x="1" y="1155622"/>
            <a:ext cx="2616740" cy="5702378"/>
          </a:xfrm>
          <a:prstGeom prst="rect">
            <a:avLst/>
          </a:prstGeom>
          <a:solidFill>
            <a:srgbClr val="FF9800"/>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36" name="Rectángulo 35">
            <a:extLst>
              <a:ext uri="{FF2B5EF4-FFF2-40B4-BE49-F238E27FC236}">
                <a16:creationId xmlns:a16="http://schemas.microsoft.com/office/drawing/2014/main" id="{2ABC6BE0-7C63-AD8F-4830-4B1828D7CBBF}"/>
              </a:ext>
            </a:extLst>
          </p:cNvPr>
          <p:cNvSpPr/>
          <p:nvPr/>
        </p:nvSpPr>
        <p:spPr>
          <a:xfrm>
            <a:off x="-230" y="3158709"/>
            <a:ext cx="2616740" cy="608472"/>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sp>
        <p:nvSpPr>
          <p:cNvPr id="37" name="Rectángulo 36">
            <a:extLst>
              <a:ext uri="{FF2B5EF4-FFF2-40B4-BE49-F238E27FC236}">
                <a16:creationId xmlns:a16="http://schemas.microsoft.com/office/drawing/2014/main" id="{6AB127C2-80E1-2FA8-0C07-18CA94CF98F8}"/>
              </a:ext>
            </a:extLst>
          </p:cNvPr>
          <p:cNvSpPr/>
          <p:nvPr/>
        </p:nvSpPr>
        <p:spPr>
          <a:xfrm>
            <a:off x="385267" y="5842870"/>
            <a:ext cx="1901953" cy="73176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CERRAR SESIÓN</a:t>
            </a:r>
          </a:p>
        </p:txBody>
      </p:sp>
      <p:sp>
        <p:nvSpPr>
          <p:cNvPr id="38" name="Rectángulo 37">
            <a:extLst>
              <a:ext uri="{FF2B5EF4-FFF2-40B4-BE49-F238E27FC236}">
                <a16:creationId xmlns:a16="http://schemas.microsoft.com/office/drawing/2014/main" id="{567AE0D3-6338-53EB-CC13-830630B764D6}"/>
              </a:ext>
            </a:extLst>
          </p:cNvPr>
          <p:cNvSpPr/>
          <p:nvPr/>
        </p:nvSpPr>
        <p:spPr>
          <a:xfrm>
            <a:off x="298270" y="3322996"/>
            <a:ext cx="1919115" cy="276999"/>
          </a:xfrm>
          <a:prstGeom prst="rect">
            <a:avLst/>
          </a:prstGeom>
          <a:noFill/>
          <a:effectLst/>
        </p:spPr>
        <p:txBody>
          <a:bodyPr wrap="none" lIns="91440" tIns="45720" rIns="91440" bIns="45720">
            <a:spAutoFit/>
          </a:bodyPr>
          <a:lstStyle/>
          <a:p>
            <a:pPr algn="ctr"/>
            <a:r>
              <a:rPr lang="es-ES" sz="1200" b="1" dirty="0">
                <a:ln w="0">
                  <a:noFill/>
                </a:ln>
                <a:solidFill>
                  <a:schemeClr val="bg1"/>
                </a:solidFill>
                <a:latin typeface="Poppins" panose="00000500000000000000" pitchFamily="2" charset="0"/>
                <a:cs typeface="Poppins" panose="00000500000000000000" pitchFamily="2" charset="0"/>
              </a:rPr>
              <a:t>REGISTRO DE USUARIOS</a:t>
            </a:r>
            <a:endParaRPr lang="es-ES" sz="1200" b="1" cap="none" spc="0" dirty="0">
              <a:ln w="0">
                <a:noFill/>
              </a:ln>
              <a:solidFill>
                <a:schemeClr val="bg1"/>
              </a:solidFill>
              <a:latin typeface="Poppins" panose="00000500000000000000" pitchFamily="2" charset="0"/>
              <a:cs typeface="Poppins" panose="00000500000000000000" pitchFamily="2" charset="0"/>
            </a:endParaRPr>
          </a:p>
        </p:txBody>
      </p:sp>
      <p:pic>
        <p:nvPicPr>
          <p:cNvPr id="39" name="Imagen 38" descr="Icono&#10;&#10;Descripción generada automáticamente">
            <a:extLst>
              <a:ext uri="{FF2B5EF4-FFF2-40B4-BE49-F238E27FC236}">
                <a16:creationId xmlns:a16="http://schemas.microsoft.com/office/drawing/2014/main" id="{F3B3B4D9-8E4A-A134-C2E6-3AA0F90DA9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45514" y="3448044"/>
            <a:ext cx="438100" cy="438100"/>
          </a:xfrm>
          <a:prstGeom prst="rect">
            <a:avLst/>
          </a:prstGeom>
        </p:spPr>
      </p:pic>
      <p:sp>
        <p:nvSpPr>
          <p:cNvPr id="40" name="Rectángulo 39">
            <a:extLst>
              <a:ext uri="{FF2B5EF4-FFF2-40B4-BE49-F238E27FC236}">
                <a16:creationId xmlns:a16="http://schemas.microsoft.com/office/drawing/2014/main" id="{925B3719-E38E-088A-2F15-59AB29B3E6E9}"/>
              </a:ext>
            </a:extLst>
          </p:cNvPr>
          <p:cNvSpPr/>
          <p:nvPr/>
        </p:nvSpPr>
        <p:spPr>
          <a:xfrm>
            <a:off x="287106" y="3932200"/>
            <a:ext cx="2024914" cy="276999"/>
          </a:xfrm>
          <a:prstGeom prst="rect">
            <a:avLst/>
          </a:prstGeom>
          <a:noFill/>
        </p:spPr>
        <p:txBody>
          <a:bodyPr wrap="none" lIns="91440" tIns="45720" rIns="91440" bIns="45720">
            <a:spAutoFit/>
          </a:bodyPr>
          <a:lstStyle/>
          <a:p>
            <a:pPr algn="ctr"/>
            <a:r>
              <a:rPr lang="es-ES" sz="1200" cap="none" spc="0" dirty="0">
                <a:ln w="0">
                  <a:noFill/>
                </a:ln>
                <a:latin typeface="Poppins" panose="00000500000000000000" pitchFamily="2" charset="0"/>
                <a:cs typeface="Poppins" panose="00000500000000000000" pitchFamily="2" charset="0"/>
              </a:rPr>
              <a:t>CONTROL DE ASISTENCIA</a:t>
            </a:r>
          </a:p>
        </p:txBody>
      </p:sp>
      <p:sp>
        <p:nvSpPr>
          <p:cNvPr id="41" name="Rectángulo 40">
            <a:extLst>
              <a:ext uri="{FF2B5EF4-FFF2-40B4-BE49-F238E27FC236}">
                <a16:creationId xmlns:a16="http://schemas.microsoft.com/office/drawing/2014/main" id="{60D89465-1625-54E0-76C9-2EE8E956025A}"/>
              </a:ext>
            </a:extLst>
          </p:cNvPr>
          <p:cNvSpPr/>
          <p:nvPr/>
        </p:nvSpPr>
        <p:spPr>
          <a:xfrm>
            <a:off x="393524" y="4543643"/>
            <a:ext cx="1806906" cy="276999"/>
          </a:xfrm>
          <a:prstGeom prst="rect">
            <a:avLst/>
          </a:prstGeom>
          <a:noFill/>
        </p:spPr>
        <p:txBody>
          <a:bodyPr wrap="none" lIns="91440" tIns="45720" rIns="91440" bIns="45720">
            <a:spAutoFit/>
          </a:bodyPr>
          <a:lstStyle/>
          <a:p>
            <a:pPr algn="ctr"/>
            <a:r>
              <a:rPr lang="es-ES" sz="1200" dirty="0">
                <a:ln w="0">
                  <a:noFill/>
                </a:ln>
                <a:latin typeface="Poppins" panose="00000500000000000000" pitchFamily="2" charset="0"/>
                <a:cs typeface="Poppins" panose="00000500000000000000" pitchFamily="2" charset="0"/>
              </a:rPr>
              <a:t>CONTROL DE EQUIPOS</a:t>
            </a:r>
            <a:endParaRPr lang="es-ES" sz="1200" cap="none" spc="0" dirty="0">
              <a:ln w="0">
                <a:noFill/>
              </a:ln>
              <a:latin typeface="Poppins" panose="00000500000000000000" pitchFamily="2" charset="0"/>
              <a:cs typeface="Poppins" panose="00000500000000000000" pitchFamily="2" charset="0"/>
            </a:endParaRPr>
          </a:p>
        </p:txBody>
      </p:sp>
      <p:sp>
        <p:nvSpPr>
          <p:cNvPr id="42" name="Rectángulo 41">
            <a:extLst>
              <a:ext uri="{FF2B5EF4-FFF2-40B4-BE49-F238E27FC236}">
                <a16:creationId xmlns:a16="http://schemas.microsoft.com/office/drawing/2014/main" id="{4D073058-1650-C7F7-D6A4-C2B81ABD5581}"/>
              </a:ext>
            </a:extLst>
          </p:cNvPr>
          <p:cNvSpPr/>
          <p:nvPr/>
        </p:nvSpPr>
        <p:spPr>
          <a:xfrm>
            <a:off x="201728" y="5057432"/>
            <a:ext cx="2268571" cy="276999"/>
          </a:xfrm>
          <a:prstGeom prst="rect">
            <a:avLst/>
          </a:prstGeom>
          <a:noFill/>
        </p:spPr>
        <p:txBody>
          <a:bodyPr wrap="none" lIns="91440" tIns="45720" rIns="91440" bIns="45720">
            <a:spAutoFit/>
          </a:bodyPr>
          <a:lstStyle/>
          <a:p>
            <a:pPr algn="ctr"/>
            <a:r>
              <a:rPr lang="es-ES" sz="1200" dirty="0">
                <a:ln w="0">
                  <a:noFill/>
                </a:ln>
                <a:latin typeface="Poppins" panose="00000500000000000000" pitchFamily="2" charset="0"/>
                <a:cs typeface="Poppins" panose="00000500000000000000" pitchFamily="2" charset="0"/>
              </a:rPr>
              <a:t>HORARIOS DE LABORATORIO</a:t>
            </a:r>
            <a:endParaRPr lang="es-ES" sz="1200" cap="none" spc="0" dirty="0">
              <a:ln w="0">
                <a:noFill/>
              </a:ln>
              <a:latin typeface="Poppins" panose="00000500000000000000" pitchFamily="2" charset="0"/>
              <a:cs typeface="Poppins" panose="00000500000000000000" pitchFamily="2" charset="0"/>
            </a:endParaRPr>
          </a:p>
        </p:txBody>
      </p:sp>
      <p:sp>
        <p:nvSpPr>
          <p:cNvPr id="43" name="Rectángulo 42">
            <a:extLst>
              <a:ext uri="{FF2B5EF4-FFF2-40B4-BE49-F238E27FC236}">
                <a16:creationId xmlns:a16="http://schemas.microsoft.com/office/drawing/2014/main" id="{6C764C65-D035-CF71-8152-660717A1E7F2}"/>
              </a:ext>
            </a:extLst>
          </p:cNvPr>
          <p:cNvSpPr/>
          <p:nvPr/>
        </p:nvSpPr>
        <p:spPr>
          <a:xfrm>
            <a:off x="288750" y="2722803"/>
            <a:ext cx="2149779" cy="338554"/>
          </a:xfrm>
          <a:prstGeom prst="rect">
            <a:avLst/>
          </a:prstGeom>
          <a:noFill/>
        </p:spPr>
        <p:txBody>
          <a:bodyPr wrap="square" lIns="91440" tIns="45720" rIns="91440" bIns="45720">
            <a:spAutoFit/>
          </a:bodyPr>
          <a:lstStyle/>
          <a:p>
            <a:r>
              <a:rPr lang="es-ES" sz="1600" b="1" dirty="0">
                <a:ln w="0">
                  <a:noFill/>
                </a:ln>
                <a:latin typeface="Poppins" panose="00000500000000000000" pitchFamily="2" charset="0"/>
                <a:cs typeface="Poppins" panose="00000500000000000000" pitchFamily="2" charset="0"/>
              </a:rPr>
              <a:t>Nombre de Usuario</a:t>
            </a:r>
            <a:endParaRPr lang="es-ES" sz="1600" b="1" cap="none" spc="0" dirty="0">
              <a:ln w="0">
                <a:noFill/>
              </a:ln>
              <a:latin typeface="Poppins" panose="00000500000000000000" pitchFamily="2" charset="0"/>
              <a:cs typeface="Poppins" panose="00000500000000000000" pitchFamily="2" charset="0"/>
            </a:endParaRPr>
          </a:p>
        </p:txBody>
      </p:sp>
      <p:pic>
        <p:nvPicPr>
          <p:cNvPr id="44" name="Imagen 43" descr="Dibujo de un animal con la boca abierta&#10;&#10;Descripción generada automáticamente con confianza baja">
            <a:extLst>
              <a:ext uri="{FF2B5EF4-FFF2-40B4-BE49-F238E27FC236}">
                <a16:creationId xmlns:a16="http://schemas.microsoft.com/office/drawing/2014/main" id="{7B12A6E5-F832-4114-F2DD-33EB3BC5E2D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5392" y="1331606"/>
            <a:ext cx="1373057" cy="1362177"/>
          </a:xfrm>
          <a:prstGeom prst="rect">
            <a:avLst/>
          </a:prstGeom>
        </p:spPr>
      </p:pic>
    </p:spTree>
    <p:extLst>
      <p:ext uri="{BB962C8B-B14F-4D97-AF65-F5344CB8AC3E}">
        <p14:creationId xmlns:p14="http://schemas.microsoft.com/office/powerpoint/2010/main" val="35046767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1F32CDA-FFB5-6E7D-6BD8-F85FFEA91E91}"/>
              </a:ext>
            </a:extLst>
          </p:cNvPr>
          <p:cNvSpPr/>
          <p:nvPr/>
        </p:nvSpPr>
        <p:spPr>
          <a:xfrm>
            <a:off x="0" y="0"/>
            <a:ext cx="2616740" cy="116731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pic>
        <p:nvPicPr>
          <p:cNvPr id="5" name="Imagen 4" descr="Interfaz de usuario gráfica, Texto, Aplicación&#10;&#10;Descripción generada automáticamente">
            <a:extLst>
              <a:ext uri="{FF2B5EF4-FFF2-40B4-BE49-F238E27FC236}">
                <a16:creationId xmlns:a16="http://schemas.microsoft.com/office/drawing/2014/main" id="{8E422B7E-940B-4B59-8E84-BA16C9F2AE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671" y="134217"/>
            <a:ext cx="2194397" cy="887188"/>
          </a:xfrm>
          <a:prstGeom prst="rect">
            <a:avLst/>
          </a:prstGeom>
        </p:spPr>
      </p:pic>
      <p:sp>
        <p:nvSpPr>
          <p:cNvPr id="7" name="Rectángulo 6">
            <a:extLst>
              <a:ext uri="{FF2B5EF4-FFF2-40B4-BE49-F238E27FC236}">
                <a16:creationId xmlns:a16="http://schemas.microsoft.com/office/drawing/2014/main" id="{28E1129F-969D-8E7B-485E-F72C8E2ED915}"/>
              </a:ext>
            </a:extLst>
          </p:cNvPr>
          <p:cNvSpPr>
            <a:spLocks noGrp="1" noRot="1" noMove="1" noResize="1" noEditPoints="1" noAdjustHandles="1" noChangeArrowheads="1" noChangeShapeType="1"/>
          </p:cNvSpPr>
          <p:nvPr/>
        </p:nvSpPr>
        <p:spPr>
          <a:xfrm>
            <a:off x="2616740" y="0"/>
            <a:ext cx="9575260" cy="6858000"/>
          </a:xfrm>
          <a:prstGeom prst="rect">
            <a:avLst/>
          </a:prstGeom>
          <a:solidFill>
            <a:srgbClr val="EEEEEE"/>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15" name="Rectángulo 14">
            <a:extLst>
              <a:ext uri="{FF2B5EF4-FFF2-40B4-BE49-F238E27FC236}">
                <a16:creationId xmlns:a16="http://schemas.microsoft.com/office/drawing/2014/main" id="{D442A5EA-D641-9887-86F5-48963FC31D19}"/>
              </a:ext>
            </a:extLst>
          </p:cNvPr>
          <p:cNvSpPr/>
          <p:nvPr/>
        </p:nvSpPr>
        <p:spPr>
          <a:xfrm>
            <a:off x="9465164" y="475852"/>
            <a:ext cx="1858402" cy="523219"/>
          </a:xfrm>
          <a:prstGeom prst="rect">
            <a:avLst/>
          </a:prstGeom>
          <a:solidFill>
            <a:srgbClr val="FFC64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tx1"/>
                </a:solidFill>
              </a:rPr>
              <a:t>Configuración</a:t>
            </a:r>
          </a:p>
        </p:txBody>
      </p:sp>
      <p:sp>
        <p:nvSpPr>
          <p:cNvPr id="2" name="Rectángulo 1">
            <a:extLst>
              <a:ext uri="{FF2B5EF4-FFF2-40B4-BE49-F238E27FC236}">
                <a16:creationId xmlns:a16="http://schemas.microsoft.com/office/drawing/2014/main" id="{C80E4EF1-2F7C-3AE7-18E0-08CFAC87E9B0}"/>
              </a:ext>
            </a:extLst>
          </p:cNvPr>
          <p:cNvSpPr/>
          <p:nvPr/>
        </p:nvSpPr>
        <p:spPr>
          <a:xfrm>
            <a:off x="1" y="1155622"/>
            <a:ext cx="2616740" cy="5702378"/>
          </a:xfrm>
          <a:prstGeom prst="rect">
            <a:avLst/>
          </a:prstGeom>
          <a:solidFill>
            <a:srgbClr val="FF9800"/>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10" name="Rectángulo 9">
            <a:extLst>
              <a:ext uri="{FF2B5EF4-FFF2-40B4-BE49-F238E27FC236}">
                <a16:creationId xmlns:a16="http://schemas.microsoft.com/office/drawing/2014/main" id="{D15CF5DF-1532-A67E-3A21-D821BD528049}"/>
              </a:ext>
            </a:extLst>
          </p:cNvPr>
          <p:cNvSpPr/>
          <p:nvPr/>
        </p:nvSpPr>
        <p:spPr>
          <a:xfrm>
            <a:off x="-1" y="4349219"/>
            <a:ext cx="2616740" cy="608472"/>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sp>
        <p:nvSpPr>
          <p:cNvPr id="27" name="Rectángulo 26">
            <a:extLst>
              <a:ext uri="{FF2B5EF4-FFF2-40B4-BE49-F238E27FC236}">
                <a16:creationId xmlns:a16="http://schemas.microsoft.com/office/drawing/2014/main" id="{29847B92-EA8D-5019-B637-CE29FB2C2518}"/>
              </a:ext>
            </a:extLst>
          </p:cNvPr>
          <p:cNvSpPr/>
          <p:nvPr/>
        </p:nvSpPr>
        <p:spPr>
          <a:xfrm>
            <a:off x="385267" y="5842870"/>
            <a:ext cx="1901953" cy="73176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CERRAR SESIÓN</a:t>
            </a:r>
          </a:p>
        </p:txBody>
      </p:sp>
      <p:sp>
        <p:nvSpPr>
          <p:cNvPr id="28" name="Rectángulo 27">
            <a:extLst>
              <a:ext uri="{FF2B5EF4-FFF2-40B4-BE49-F238E27FC236}">
                <a16:creationId xmlns:a16="http://schemas.microsoft.com/office/drawing/2014/main" id="{35BBCB78-E86B-9A7F-CE99-6004A559C00C}"/>
              </a:ext>
            </a:extLst>
          </p:cNvPr>
          <p:cNvSpPr/>
          <p:nvPr/>
        </p:nvSpPr>
        <p:spPr>
          <a:xfrm>
            <a:off x="348813" y="3317068"/>
            <a:ext cx="1919115" cy="276999"/>
          </a:xfrm>
          <a:prstGeom prst="rect">
            <a:avLst/>
          </a:prstGeom>
          <a:noFill/>
          <a:effectLst/>
        </p:spPr>
        <p:txBody>
          <a:bodyPr wrap="none" lIns="91440" tIns="45720" rIns="91440" bIns="45720">
            <a:spAutoFit/>
          </a:bodyPr>
          <a:lstStyle/>
          <a:p>
            <a:pPr algn="ctr"/>
            <a:r>
              <a:rPr lang="es-ES" sz="1200" dirty="0">
                <a:ln w="0">
                  <a:noFill/>
                </a:ln>
                <a:latin typeface="Poppins" panose="00000500000000000000" pitchFamily="2" charset="0"/>
                <a:cs typeface="Poppins" panose="00000500000000000000" pitchFamily="2" charset="0"/>
              </a:rPr>
              <a:t>REGISTRO DE USUARIOS</a:t>
            </a:r>
            <a:endParaRPr lang="es-ES" sz="1200" cap="none" spc="0" dirty="0">
              <a:ln w="0">
                <a:noFill/>
              </a:ln>
              <a:latin typeface="Poppins" panose="00000500000000000000" pitchFamily="2" charset="0"/>
              <a:cs typeface="Poppins" panose="00000500000000000000" pitchFamily="2" charset="0"/>
            </a:endParaRPr>
          </a:p>
        </p:txBody>
      </p:sp>
      <p:sp>
        <p:nvSpPr>
          <p:cNvPr id="31" name="Rectángulo 30">
            <a:extLst>
              <a:ext uri="{FF2B5EF4-FFF2-40B4-BE49-F238E27FC236}">
                <a16:creationId xmlns:a16="http://schemas.microsoft.com/office/drawing/2014/main" id="{04B87E08-48DA-9E03-69B1-0F9D306A0289}"/>
              </a:ext>
            </a:extLst>
          </p:cNvPr>
          <p:cNvSpPr/>
          <p:nvPr/>
        </p:nvSpPr>
        <p:spPr>
          <a:xfrm>
            <a:off x="287106" y="3932200"/>
            <a:ext cx="2024914" cy="276999"/>
          </a:xfrm>
          <a:prstGeom prst="rect">
            <a:avLst/>
          </a:prstGeom>
          <a:noFill/>
        </p:spPr>
        <p:txBody>
          <a:bodyPr wrap="none" lIns="91440" tIns="45720" rIns="91440" bIns="45720">
            <a:spAutoFit/>
          </a:bodyPr>
          <a:lstStyle/>
          <a:p>
            <a:pPr algn="ctr"/>
            <a:r>
              <a:rPr lang="es-ES" sz="1200" cap="none" spc="0" dirty="0">
                <a:ln w="0">
                  <a:noFill/>
                </a:ln>
                <a:latin typeface="Poppins" panose="00000500000000000000" pitchFamily="2" charset="0"/>
                <a:cs typeface="Poppins" panose="00000500000000000000" pitchFamily="2" charset="0"/>
              </a:rPr>
              <a:t>CONTROL DE ASISTENCIA</a:t>
            </a:r>
          </a:p>
        </p:txBody>
      </p:sp>
      <p:sp>
        <p:nvSpPr>
          <p:cNvPr id="35" name="Rectángulo 34">
            <a:extLst>
              <a:ext uri="{FF2B5EF4-FFF2-40B4-BE49-F238E27FC236}">
                <a16:creationId xmlns:a16="http://schemas.microsoft.com/office/drawing/2014/main" id="{77D29C7A-0B53-7243-94FB-B4BC89B8302E}"/>
              </a:ext>
            </a:extLst>
          </p:cNvPr>
          <p:cNvSpPr/>
          <p:nvPr/>
        </p:nvSpPr>
        <p:spPr>
          <a:xfrm>
            <a:off x="393524" y="4543643"/>
            <a:ext cx="1806906" cy="276999"/>
          </a:xfrm>
          <a:prstGeom prst="rect">
            <a:avLst/>
          </a:prstGeom>
          <a:noFill/>
        </p:spPr>
        <p:txBody>
          <a:bodyPr wrap="none" lIns="91440" tIns="45720" rIns="91440" bIns="45720">
            <a:spAutoFit/>
          </a:bodyPr>
          <a:lstStyle/>
          <a:p>
            <a:pPr algn="ctr"/>
            <a:r>
              <a:rPr lang="es-ES" sz="1200" b="1" dirty="0">
                <a:ln w="0">
                  <a:noFill/>
                </a:ln>
                <a:solidFill>
                  <a:schemeClr val="bg1"/>
                </a:solidFill>
                <a:latin typeface="Poppins" panose="00000500000000000000" pitchFamily="2" charset="0"/>
                <a:cs typeface="Poppins" panose="00000500000000000000" pitchFamily="2" charset="0"/>
              </a:rPr>
              <a:t>CONTROL DE EQUIPOS</a:t>
            </a:r>
            <a:endParaRPr lang="es-ES" sz="1200" b="1" cap="none" spc="0" dirty="0">
              <a:ln w="0">
                <a:noFill/>
              </a:ln>
              <a:solidFill>
                <a:schemeClr val="bg1"/>
              </a:solidFill>
              <a:latin typeface="Poppins" panose="00000500000000000000" pitchFamily="2" charset="0"/>
              <a:cs typeface="Poppins" panose="00000500000000000000" pitchFamily="2" charset="0"/>
            </a:endParaRPr>
          </a:p>
        </p:txBody>
      </p:sp>
      <p:sp>
        <p:nvSpPr>
          <p:cNvPr id="36" name="Rectángulo 35">
            <a:extLst>
              <a:ext uri="{FF2B5EF4-FFF2-40B4-BE49-F238E27FC236}">
                <a16:creationId xmlns:a16="http://schemas.microsoft.com/office/drawing/2014/main" id="{00D322CA-07FE-833B-634B-B93DFA4F270D}"/>
              </a:ext>
            </a:extLst>
          </p:cNvPr>
          <p:cNvSpPr/>
          <p:nvPr/>
        </p:nvSpPr>
        <p:spPr>
          <a:xfrm>
            <a:off x="201728" y="5057432"/>
            <a:ext cx="2268571" cy="276999"/>
          </a:xfrm>
          <a:prstGeom prst="rect">
            <a:avLst/>
          </a:prstGeom>
          <a:noFill/>
        </p:spPr>
        <p:txBody>
          <a:bodyPr wrap="none" lIns="91440" tIns="45720" rIns="91440" bIns="45720">
            <a:spAutoFit/>
          </a:bodyPr>
          <a:lstStyle/>
          <a:p>
            <a:pPr algn="ctr"/>
            <a:r>
              <a:rPr lang="es-ES" sz="1200" dirty="0">
                <a:ln w="0">
                  <a:noFill/>
                </a:ln>
                <a:latin typeface="Poppins" panose="00000500000000000000" pitchFamily="2" charset="0"/>
                <a:cs typeface="Poppins" panose="00000500000000000000" pitchFamily="2" charset="0"/>
              </a:rPr>
              <a:t>HORARIOS DE LABORATORIO</a:t>
            </a:r>
            <a:endParaRPr lang="es-ES" sz="1200" cap="none" spc="0" dirty="0">
              <a:ln w="0">
                <a:noFill/>
              </a:ln>
              <a:latin typeface="Poppins" panose="00000500000000000000" pitchFamily="2" charset="0"/>
              <a:cs typeface="Poppins" panose="00000500000000000000" pitchFamily="2" charset="0"/>
            </a:endParaRPr>
          </a:p>
        </p:txBody>
      </p:sp>
      <p:sp>
        <p:nvSpPr>
          <p:cNvPr id="37" name="Rectángulo 36">
            <a:extLst>
              <a:ext uri="{FF2B5EF4-FFF2-40B4-BE49-F238E27FC236}">
                <a16:creationId xmlns:a16="http://schemas.microsoft.com/office/drawing/2014/main" id="{64A24875-8E32-BAEE-2345-F86CC5FA4FE4}"/>
              </a:ext>
            </a:extLst>
          </p:cNvPr>
          <p:cNvSpPr/>
          <p:nvPr/>
        </p:nvSpPr>
        <p:spPr>
          <a:xfrm>
            <a:off x="288750" y="2722803"/>
            <a:ext cx="2149779" cy="338554"/>
          </a:xfrm>
          <a:prstGeom prst="rect">
            <a:avLst/>
          </a:prstGeom>
          <a:noFill/>
        </p:spPr>
        <p:txBody>
          <a:bodyPr wrap="square" lIns="91440" tIns="45720" rIns="91440" bIns="45720">
            <a:spAutoFit/>
          </a:bodyPr>
          <a:lstStyle/>
          <a:p>
            <a:r>
              <a:rPr lang="es-ES" sz="1600" b="1" dirty="0">
                <a:ln w="0">
                  <a:noFill/>
                </a:ln>
                <a:latin typeface="Poppins" panose="00000500000000000000" pitchFamily="2" charset="0"/>
                <a:cs typeface="Poppins" panose="00000500000000000000" pitchFamily="2" charset="0"/>
              </a:rPr>
              <a:t>Nombre de Usuario</a:t>
            </a:r>
            <a:endParaRPr lang="es-ES" sz="1600" b="1" cap="none" spc="0" dirty="0">
              <a:ln w="0">
                <a:noFill/>
              </a:ln>
              <a:latin typeface="Poppins" panose="00000500000000000000" pitchFamily="2" charset="0"/>
              <a:cs typeface="Poppins" panose="00000500000000000000" pitchFamily="2" charset="0"/>
            </a:endParaRPr>
          </a:p>
        </p:txBody>
      </p:sp>
      <p:pic>
        <p:nvPicPr>
          <p:cNvPr id="38" name="Imagen 37" descr="Dibujo de un animal con la boca abierta&#10;&#10;Descripción generada automáticamente con confianza baja">
            <a:extLst>
              <a:ext uri="{FF2B5EF4-FFF2-40B4-BE49-F238E27FC236}">
                <a16:creationId xmlns:a16="http://schemas.microsoft.com/office/drawing/2014/main" id="{9FE53A98-EFCE-3773-8625-1B7F3B7FF9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5392" y="1331606"/>
            <a:ext cx="1373057" cy="1362177"/>
          </a:xfrm>
          <a:prstGeom prst="rect">
            <a:avLst/>
          </a:prstGeom>
        </p:spPr>
      </p:pic>
      <p:sp>
        <p:nvSpPr>
          <p:cNvPr id="39" name="Rectángulo: esquinas redondeadas 38">
            <a:extLst>
              <a:ext uri="{FF2B5EF4-FFF2-40B4-BE49-F238E27FC236}">
                <a16:creationId xmlns:a16="http://schemas.microsoft.com/office/drawing/2014/main" id="{FA9D57ED-6F48-0382-4500-06900B4A1D4B}"/>
              </a:ext>
            </a:extLst>
          </p:cNvPr>
          <p:cNvSpPr/>
          <p:nvPr/>
        </p:nvSpPr>
        <p:spPr>
          <a:xfrm>
            <a:off x="3053739" y="860089"/>
            <a:ext cx="3804138" cy="416628"/>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bg1"/>
                </a:solidFill>
              </a:rPr>
              <a:t>EQUIPOS DISPONIBLES</a:t>
            </a:r>
          </a:p>
        </p:txBody>
      </p:sp>
      <p:grpSp>
        <p:nvGrpSpPr>
          <p:cNvPr id="40" name="Grupo 39">
            <a:extLst>
              <a:ext uri="{FF2B5EF4-FFF2-40B4-BE49-F238E27FC236}">
                <a16:creationId xmlns:a16="http://schemas.microsoft.com/office/drawing/2014/main" id="{F7B62AB6-23B6-CA5D-61CB-4E589E77AD9D}"/>
              </a:ext>
            </a:extLst>
          </p:cNvPr>
          <p:cNvGrpSpPr/>
          <p:nvPr/>
        </p:nvGrpSpPr>
        <p:grpSpPr>
          <a:xfrm>
            <a:off x="3069675" y="1477050"/>
            <a:ext cx="8760257" cy="4354749"/>
            <a:chOff x="3111412" y="2162613"/>
            <a:chExt cx="8760257" cy="4354749"/>
          </a:xfrm>
        </p:grpSpPr>
        <p:sp>
          <p:nvSpPr>
            <p:cNvPr id="41" name="Rectángulo 40">
              <a:extLst>
                <a:ext uri="{FF2B5EF4-FFF2-40B4-BE49-F238E27FC236}">
                  <a16:creationId xmlns:a16="http://schemas.microsoft.com/office/drawing/2014/main" id="{AA75D0F2-891C-7F19-26EC-AE53F0E4E9E5}"/>
                </a:ext>
              </a:extLst>
            </p:cNvPr>
            <p:cNvSpPr>
              <a:spLocks/>
            </p:cNvSpPr>
            <p:nvPr/>
          </p:nvSpPr>
          <p:spPr>
            <a:xfrm>
              <a:off x="3111412" y="2173684"/>
              <a:ext cx="8737058" cy="4332608"/>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pic>
          <p:nvPicPr>
            <p:cNvPr id="42" name="Imagen 41" descr="Forma&#10;&#10;Descripción generada automáticamente con confianza baja">
              <a:extLst>
                <a:ext uri="{FF2B5EF4-FFF2-40B4-BE49-F238E27FC236}">
                  <a16:creationId xmlns:a16="http://schemas.microsoft.com/office/drawing/2014/main" id="{59A13B8F-879E-C8AB-C9E2-BF12CE544D90}"/>
                </a:ext>
              </a:extLst>
            </p:cNvPr>
            <p:cNvPicPr>
              <a:picLocks noChangeAspect="1"/>
            </p:cNvPicPr>
            <p:nvPr/>
          </p:nvPicPr>
          <p:blipFill>
            <a:blip r:embed="rId4">
              <a:extLst>
                <a:ext uri="{28A0092B-C50C-407E-A947-70E740481C1C}">
                  <a14:useLocalDpi xmlns:a14="http://schemas.microsoft.com/office/drawing/2010/main" val="0"/>
                </a:ext>
              </a:extLst>
            </a:blip>
            <a:srcRect l="40542" r="40180"/>
            <a:stretch/>
          </p:blipFill>
          <p:spPr>
            <a:xfrm>
              <a:off x="11540932" y="2162613"/>
              <a:ext cx="330737" cy="4354749"/>
            </a:xfrm>
            <a:prstGeom prst="rect">
              <a:avLst/>
            </a:prstGeom>
          </p:spPr>
        </p:pic>
        <p:cxnSp>
          <p:nvCxnSpPr>
            <p:cNvPr id="43" name="Conector recto 42">
              <a:extLst>
                <a:ext uri="{FF2B5EF4-FFF2-40B4-BE49-F238E27FC236}">
                  <a16:creationId xmlns:a16="http://schemas.microsoft.com/office/drawing/2014/main" id="{4C31DFF6-0075-A0BC-EAFA-549E4B3A8446}"/>
                </a:ext>
              </a:extLst>
            </p:cNvPr>
            <p:cNvCxnSpPr>
              <a:cxnSpLocks/>
            </p:cNvCxnSpPr>
            <p:nvPr/>
          </p:nvCxnSpPr>
          <p:spPr>
            <a:xfrm>
              <a:off x="3111412" y="2600619"/>
              <a:ext cx="8406320" cy="0"/>
            </a:xfrm>
            <a:prstGeom prst="line">
              <a:avLst/>
            </a:prstGeom>
          </p:spPr>
          <p:style>
            <a:lnRef idx="2">
              <a:schemeClr val="dk1"/>
            </a:lnRef>
            <a:fillRef idx="0">
              <a:schemeClr val="dk1"/>
            </a:fillRef>
            <a:effectRef idx="1">
              <a:schemeClr val="dk1"/>
            </a:effectRef>
            <a:fontRef idx="minor">
              <a:schemeClr val="tx1"/>
            </a:fontRef>
          </p:style>
        </p:cxnSp>
      </p:grpSp>
      <p:sp>
        <p:nvSpPr>
          <p:cNvPr id="44" name="Rectángulo 43">
            <a:extLst>
              <a:ext uri="{FF2B5EF4-FFF2-40B4-BE49-F238E27FC236}">
                <a16:creationId xmlns:a16="http://schemas.microsoft.com/office/drawing/2014/main" id="{5A2AA914-B0E4-BBD5-B4FA-8F7DF8A94B33}"/>
              </a:ext>
            </a:extLst>
          </p:cNvPr>
          <p:cNvSpPr/>
          <p:nvPr/>
        </p:nvSpPr>
        <p:spPr>
          <a:xfrm>
            <a:off x="3514778" y="1571772"/>
            <a:ext cx="8869855" cy="307777"/>
          </a:xfrm>
          <a:prstGeom prst="rect">
            <a:avLst/>
          </a:prstGeom>
          <a:noFill/>
        </p:spPr>
        <p:txBody>
          <a:bodyPr wrap="square" lIns="91440" tIns="45720" rIns="91440" bIns="45720">
            <a:spAutoFit/>
          </a:bodyPr>
          <a:lstStyle/>
          <a:p>
            <a:pPr algn="just"/>
            <a:r>
              <a:rPr lang="es-ES" sz="1400" b="1" dirty="0">
                <a:ln w="0">
                  <a:noFill/>
                </a:ln>
                <a:latin typeface="Poppins" panose="00000500000000000000" pitchFamily="2" charset="0"/>
                <a:cs typeface="Poppins" panose="00000500000000000000" pitchFamily="2" charset="0"/>
              </a:rPr>
              <a:t> LAB             TIPO              COD.PATRIMONIAL               NÚMERO DE SERIE                ESTADO</a:t>
            </a:r>
            <a:endParaRPr lang="es-ES" sz="1400" b="1" cap="none" spc="0" dirty="0">
              <a:ln w="0">
                <a:noFill/>
              </a:ln>
              <a:latin typeface="Poppins" panose="00000500000000000000" pitchFamily="2" charset="0"/>
              <a:cs typeface="Poppins" panose="00000500000000000000" pitchFamily="2" charset="0"/>
            </a:endParaRPr>
          </a:p>
        </p:txBody>
      </p:sp>
      <p:pic>
        <p:nvPicPr>
          <p:cNvPr id="45" name="Imagen 44" descr="Icono&#10;&#10;Descripción generada automáticamente">
            <a:extLst>
              <a:ext uri="{FF2B5EF4-FFF2-40B4-BE49-F238E27FC236}">
                <a16:creationId xmlns:a16="http://schemas.microsoft.com/office/drawing/2014/main" id="{8E66DCC3-3D79-A2A0-9C11-B0B63DCA898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92666" y="4684382"/>
            <a:ext cx="361970" cy="361970"/>
          </a:xfrm>
          <a:prstGeom prst="rect">
            <a:avLst/>
          </a:prstGeom>
        </p:spPr>
      </p:pic>
      <p:sp>
        <p:nvSpPr>
          <p:cNvPr id="46" name="Rectángulo 45">
            <a:extLst>
              <a:ext uri="{FF2B5EF4-FFF2-40B4-BE49-F238E27FC236}">
                <a16:creationId xmlns:a16="http://schemas.microsoft.com/office/drawing/2014/main" id="{144FF76A-BBAA-14C7-674C-2E0F7F8A1B98}"/>
              </a:ext>
            </a:extLst>
          </p:cNvPr>
          <p:cNvSpPr/>
          <p:nvPr/>
        </p:nvSpPr>
        <p:spPr>
          <a:xfrm>
            <a:off x="3179338" y="214242"/>
            <a:ext cx="3978974" cy="523220"/>
          </a:xfrm>
          <a:prstGeom prst="rect">
            <a:avLst/>
          </a:prstGeom>
          <a:noFill/>
        </p:spPr>
        <p:txBody>
          <a:bodyPr wrap="none" lIns="91440" tIns="45720" rIns="91440" bIns="45720">
            <a:spAutoFit/>
          </a:bodyPr>
          <a:lstStyle/>
          <a:p>
            <a:pPr algn="ctr"/>
            <a:r>
              <a:rPr lang="es-ES" sz="2800" b="1" cap="none" spc="0" dirty="0">
                <a:ln w="0">
                  <a:noFill/>
                </a:ln>
                <a:latin typeface="Poppins" panose="00000500000000000000" pitchFamily="2" charset="0"/>
                <a:cs typeface="Poppins" panose="00000500000000000000" pitchFamily="2" charset="0"/>
              </a:rPr>
              <a:t>CONTROL DE EQUIPOS</a:t>
            </a:r>
          </a:p>
        </p:txBody>
      </p:sp>
      <p:pic>
        <p:nvPicPr>
          <p:cNvPr id="47" name="Imagen 46" descr="Icono&#10;&#10;Descripción generada automáticamente">
            <a:extLst>
              <a:ext uri="{FF2B5EF4-FFF2-40B4-BE49-F238E27FC236}">
                <a16:creationId xmlns:a16="http://schemas.microsoft.com/office/drawing/2014/main" id="{50A07D39-809E-BCA9-6E65-C06FE1EEC80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057913" y="793652"/>
            <a:ext cx="361970" cy="361970"/>
          </a:xfrm>
          <a:prstGeom prst="rect">
            <a:avLst/>
          </a:prstGeom>
        </p:spPr>
      </p:pic>
    </p:spTree>
    <p:extLst>
      <p:ext uri="{BB962C8B-B14F-4D97-AF65-F5344CB8AC3E}">
        <p14:creationId xmlns:p14="http://schemas.microsoft.com/office/powerpoint/2010/main" val="27612882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45B37-32D9-AEB2-6F5F-7F6AB3409A27}"/>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94C220AA-6DE6-390C-7186-BBE4FB4D173C}"/>
              </a:ext>
            </a:extLst>
          </p:cNvPr>
          <p:cNvSpPr/>
          <p:nvPr/>
        </p:nvSpPr>
        <p:spPr>
          <a:xfrm>
            <a:off x="0" y="0"/>
            <a:ext cx="2616740" cy="116731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pic>
        <p:nvPicPr>
          <p:cNvPr id="5" name="Imagen 4" descr="Interfaz de usuario gráfica, Texto, Aplicación&#10;&#10;Descripción generada automáticamente">
            <a:extLst>
              <a:ext uri="{FF2B5EF4-FFF2-40B4-BE49-F238E27FC236}">
                <a16:creationId xmlns:a16="http://schemas.microsoft.com/office/drawing/2014/main" id="{DB793C68-07A5-3636-1D94-8B2024B75F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671" y="134217"/>
            <a:ext cx="2194397" cy="887188"/>
          </a:xfrm>
          <a:prstGeom prst="rect">
            <a:avLst/>
          </a:prstGeom>
        </p:spPr>
      </p:pic>
      <p:sp>
        <p:nvSpPr>
          <p:cNvPr id="6" name="Rectángulo 5">
            <a:extLst>
              <a:ext uri="{FF2B5EF4-FFF2-40B4-BE49-F238E27FC236}">
                <a16:creationId xmlns:a16="http://schemas.microsoft.com/office/drawing/2014/main" id="{7D5F7280-0242-D758-E22F-0BCAFE86E9A5}"/>
              </a:ext>
            </a:extLst>
          </p:cNvPr>
          <p:cNvSpPr>
            <a:spLocks noGrp="1" noRot="1" noMove="1" noResize="1" noEditPoints="1" noAdjustHandles="1" noChangeArrowheads="1" noChangeShapeType="1"/>
          </p:cNvSpPr>
          <p:nvPr/>
        </p:nvSpPr>
        <p:spPr>
          <a:xfrm>
            <a:off x="1" y="1155622"/>
            <a:ext cx="2616740" cy="5702378"/>
          </a:xfrm>
          <a:prstGeom prst="rect">
            <a:avLst/>
          </a:prstGeom>
          <a:solidFill>
            <a:srgbClr val="FF9800"/>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7" name="Rectángulo 6">
            <a:extLst>
              <a:ext uri="{FF2B5EF4-FFF2-40B4-BE49-F238E27FC236}">
                <a16:creationId xmlns:a16="http://schemas.microsoft.com/office/drawing/2014/main" id="{08CC31B8-6351-0187-A77A-00F1E829F518}"/>
              </a:ext>
            </a:extLst>
          </p:cNvPr>
          <p:cNvSpPr>
            <a:spLocks noGrp="1" noRot="1" noMove="1" noResize="1" noEditPoints="1" noAdjustHandles="1" noChangeArrowheads="1" noChangeShapeType="1"/>
          </p:cNvSpPr>
          <p:nvPr/>
        </p:nvSpPr>
        <p:spPr>
          <a:xfrm>
            <a:off x="2616740" y="0"/>
            <a:ext cx="9575260" cy="6858000"/>
          </a:xfrm>
          <a:prstGeom prst="rect">
            <a:avLst/>
          </a:prstGeom>
          <a:solidFill>
            <a:srgbClr val="EEEEEE"/>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9" name="Rectángulo 8">
            <a:extLst>
              <a:ext uri="{FF2B5EF4-FFF2-40B4-BE49-F238E27FC236}">
                <a16:creationId xmlns:a16="http://schemas.microsoft.com/office/drawing/2014/main" id="{4D1C1CDC-8EFC-AC1B-4B58-977D30000ACB}"/>
              </a:ext>
            </a:extLst>
          </p:cNvPr>
          <p:cNvSpPr/>
          <p:nvPr/>
        </p:nvSpPr>
        <p:spPr>
          <a:xfrm>
            <a:off x="3019451" y="316201"/>
            <a:ext cx="3978974" cy="523220"/>
          </a:xfrm>
          <a:prstGeom prst="rect">
            <a:avLst/>
          </a:prstGeom>
          <a:noFill/>
        </p:spPr>
        <p:txBody>
          <a:bodyPr wrap="none" lIns="91440" tIns="45720" rIns="91440" bIns="45720">
            <a:spAutoFit/>
          </a:bodyPr>
          <a:lstStyle/>
          <a:p>
            <a:pPr algn="ctr"/>
            <a:r>
              <a:rPr lang="es-ES" sz="2800" b="1" cap="none" spc="0" dirty="0">
                <a:ln w="0">
                  <a:noFill/>
                </a:ln>
                <a:latin typeface="Poppins" panose="00000500000000000000" pitchFamily="2" charset="0"/>
                <a:cs typeface="Poppins" panose="00000500000000000000" pitchFamily="2" charset="0"/>
              </a:rPr>
              <a:t>CONTROL DE EQUIPOS</a:t>
            </a:r>
          </a:p>
        </p:txBody>
      </p:sp>
      <p:sp>
        <p:nvSpPr>
          <p:cNvPr id="10" name="Rectángulo 9">
            <a:extLst>
              <a:ext uri="{FF2B5EF4-FFF2-40B4-BE49-F238E27FC236}">
                <a16:creationId xmlns:a16="http://schemas.microsoft.com/office/drawing/2014/main" id="{6F4A4633-FE44-40A1-E188-CC502C75671C}"/>
              </a:ext>
            </a:extLst>
          </p:cNvPr>
          <p:cNvSpPr/>
          <p:nvPr/>
        </p:nvSpPr>
        <p:spPr>
          <a:xfrm>
            <a:off x="3189053" y="4196781"/>
            <a:ext cx="8737058" cy="2376834"/>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11" name="Rectángulo 10">
            <a:extLst>
              <a:ext uri="{FF2B5EF4-FFF2-40B4-BE49-F238E27FC236}">
                <a16:creationId xmlns:a16="http://schemas.microsoft.com/office/drawing/2014/main" id="{12264A1D-89EE-F64D-7C7E-3CDE5CAA2992}"/>
              </a:ext>
            </a:extLst>
          </p:cNvPr>
          <p:cNvSpPr/>
          <p:nvPr/>
        </p:nvSpPr>
        <p:spPr>
          <a:xfrm>
            <a:off x="-1" y="4358130"/>
            <a:ext cx="2616740" cy="608472"/>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sp>
        <p:nvSpPr>
          <p:cNvPr id="12" name="Rectángulo: esquinas redondeadas 11">
            <a:extLst>
              <a:ext uri="{FF2B5EF4-FFF2-40B4-BE49-F238E27FC236}">
                <a16:creationId xmlns:a16="http://schemas.microsoft.com/office/drawing/2014/main" id="{5C6EC73B-54D7-75CB-6A75-C6C67CFEDE49}"/>
              </a:ext>
            </a:extLst>
          </p:cNvPr>
          <p:cNvSpPr/>
          <p:nvPr/>
        </p:nvSpPr>
        <p:spPr>
          <a:xfrm>
            <a:off x="3339830" y="3879514"/>
            <a:ext cx="3804138" cy="416628"/>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bg1"/>
                </a:solidFill>
              </a:rPr>
              <a:t>LISTA DE EQUIPOS REGISTRADOS</a:t>
            </a:r>
          </a:p>
        </p:txBody>
      </p:sp>
      <p:sp>
        <p:nvSpPr>
          <p:cNvPr id="15" name="Rectángulo 14">
            <a:extLst>
              <a:ext uri="{FF2B5EF4-FFF2-40B4-BE49-F238E27FC236}">
                <a16:creationId xmlns:a16="http://schemas.microsoft.com/office/drawing/2014/main" id="{478A7031-F27A-9945-B52E-B96BA3C8AFFF}"/>
              </a:ext>
            </a:extLst>
          </p:cNvPr>
          <p:cNvSpPr>
            <a:spLocks/>
          </p:cNvSpPr>
          <p:nvPr/>
        </p:nvSpPr>
        <p:spPr>
          <a:xfrm>
            <a:off x="3189053" y="1302014"/>
            <a:ext cx="8737058" cy="2216616"/>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14" name="Rectángulo 13">
            <a:extLst>
              <a:ext uri="{FF2B5EF4-FFF2-40B4-BE49-F238E27FC236}">
                <a16:creationId xmlns:a16="http://schemas.microsoft.com/office/drawing/2014/main" id="{475FF214-6B17-7EC1-0052-E80468043C57}"/>
              </a:ext>
            </a:extLst>
          </p:cNvPr>
          <p:cNvSpPr/>
          <p:nvPr/>
        </p:nvSpPr>
        <p:spPr>
          <a:xfrm>
            <a:off x="4245069" y="2544293"/>
            <a:ext cx="1678665" cy="307777"/>
          </a:xfrm>
          <a:prstGeom prst="rect">
            <a:avLst/>
          </a:prstGeom>
          <a:noFill/>
        </p:spPr>
        <p:txBody>
          <a:bodyPr wrap="none" lIns="91440" tIns="45720" rIns="91440" bIns="45720">
            <a:spAutoFit/>
          </a:bodyPr>
          <a:lstStyle/>
          <a:p>
            <a:pPr algn="ctr"/>
            <a:r>
              <a:rPr lang="es-ES" sz="1400" b="1" cap="none" spc="0" dirty="0">
                <a:ln w="0">
                  <a:noFill/>
                </a:ln>
                <a:solidFill>
                  <a:schemeClr val="accent2"/>
                </a:solidFill>
                <a:latin typeface="Poppins" panose="00000500000000000000" pitchFamily="2" charset="0"/>
                <a:cs typeface="Poppins" panose="00000500000000000000" pitchFamily="2" charset="0"/>
              </a:rPr>
              <a:t>N</a:t>
            </a:r>
            <a:r>
              <a:rPr lang="es-ES" sz="1400" b="1" dirty="0">
                <a:ln w="0">
                  <a:noFill/>
                </a:ln>
                <a:solidFill>
                  <a:schemeClr val="accent2"/>
                </a:solidFill>
                <a:latin typeface="Poppins" panose="00000500000000000000" pitchFamily="2" charset="0"/>
                <a:cs typeface="Poppins" panose="00000500000000000000" pitchFamily="2" charset="0"/>
              </a:rPr>
              <a:t>úmero de Serie</a:t>
            </a:r>
            <a:endParaRPr lang="es-ES" sz="1400" b="1" cap="none" spc="0" dirty="0">
              <a:ln w="0">
                <a:noFill/>
              </a:ln>
              <a:solidFill>
                <a:schemeClr val="accent2"/>
              </a:solidFill>
              <a:latin typeface="Poppins" panose="00000500000000000000" pitchFamily="2" charset="0"/>
              <a:cs typeface="Poppins" panose="00000500000000000000" pitchFamily="2" charset="0"/>
            </a:endParaRPr>
          </a:p>
        </p:txBody>
      </p:sp>
      <p:sp>
        <p:nvSpPr>
          <p:cNvPr id="16" name="Rectángulo: esquinas redondeadas 15">
            <a:extLst>
              <a:ext uri="{FF2B5EF4-FFF2-40B4-BE49-F238E27FC236}">
                <a16:creationId xmlns:a16="http://schemas.microsoft.com/office/drawing/2014/main" id="{AD5C6398-237B-9D54-EA26-1E58BE363717}"/>
              </a:ext>
            </a:extLst>
          </p:cNvPr>
          <p:cNvSpPr/>
          <p:nvPr/>
        </p:nvSpPr>
        <p:spPr>
          <a:xfrm>
            <a:off x="3442969" y="1047557"/>
            <a:ext cx="2812058" cy="416628"/>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bg1"/>
                </a:solidFill>
              </a:rPr>
              <a:t>REGISTRO DE EQUIPOS</a:t>
            </a:r>
          </a:p>
        </p:txBody>
      </p:sp>
      <p:sp>
        <p:nvSpPr>
          <p:cNvPr id="17" name="Rectángulo 16">
            <a:extLst>
              <a:ext uri="{FF2B5EF4-FFF2-40B4-BE49-F238E27FC236}">
                <a16:creationId xmlns:a16="http://schemas.microsoft.com/office/drawing/2014/main" id="{53A4D1F8-CBB9-A596-D828-77D9B8DED9A3}"/>
              </a:ext>
            </a:extLst>
          </p:cNvPr>
          <p:cNvSpPr/>
          <p:nvPr/>
        </p:nvSpPr>
        <p:spPr>
          <a:xfrm>
            <a:off x="10480894" y="615541"/>
            <a:ext cx="1465634" cy="440525"/>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ELIMINAR</a:t>
            </a:r>
          </a:p>
        </p:txBody>
      </p:sp>
      <p:sp>
        <p:nvSpPr>
          <p:cNvPr id="18" name="Rectángulo 17">
            <a:extLst>
              <a:ext uri="{FF2B5EF4-FFF2-40B4-BE49-F238E27FC236}">
                <a16:creationId xmlns:a16="http://schemas.microsoft.com/office/drawing/2014/main" id="{9772E97B-C628-AFA1-82A1-93BA4A6FF63C}"/>
              </a:ext>
            </a:extLst>
          </p:cNvPr>
          <p:cNvSpPr/>
          <p:nvPr/>
        </p:nvSpPr>
        <p:spPr>
          <a:xfrm>
            <a:off x="7894225" y="2904829"/>
            <a:ext cx="3161490" cy="237248"/>
          </a:xfrm>
          <a:prstGeom prst="rect">
            <a:avLst/>
          </a:prstGeom>
          <a:solidFill>
            <a:schemeClr val="bg1"/>
          </a:solidFill>
          <a:ln>
            <a:solidFill>
              <a:schemeClr val="accent2"/>
            </a:solid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19" name="Rectángulo 18">
            <a:extLst>
              <a:ext uri="{FF2B5EF4-FFF2-40B4-BE49-F238E27FC236}">
                <a16:creationId xmlns:a16="http://schemas.microsoft.com/office/drawing/2014/main" id="{2379801D-7662-D028-839E-471F811835C2}"/>
              </a:ext>
            </a:extLst>
          </p:cNvPr>
          <p:cNvSpPr/>
          <p:nvPr/>
        </p:nvSpPr>
        <p:spPr>
          <a:xfrm>
            <a:off x="7879102" y="2566066"/>
            <a:ext cx="1922321" cy="307777"/>
          </a:xfrm>
          <a:prstGeom prst="rect">
            <a:avLst/>
          </a:prstGeom>
          <a:noFill/>
        </p:spPr>
        <p:txBody>
          <a:bodyPr wrap="none" lIns="91440" tIns="45720" rIns="91440" bIns="45720">
            <a:spAutoFit/>
          </a:bodyPr>
          <a:lstStyle/>
          <a:p>
            <a:pPr algn="ctr"/>
            <a:r>
              <a:rPr lang="es-ES" sz="1400" b="1" cap="none" spc="0" dirty="0">
                <a:ln w="0">
                  <a:noFill/>
                </a:ln>
                <a:solidFill>
                  <a:schemeClr val="accent2"/>
                </a:solidFill>
                <a:latin typeface="Poppins" panose="00000500000000000000" pitchFamily="2" charset="0"/>
                <a:cs typeface="Poppins" panose="00000500000000000000" pitchFamily="2" charset="0"/>
              </a:rPr>
              <a:t>Código Patrimonial</a:t>
            </a:r>
          </a:p>
        </p:txBody>
      </p:sp>
      <p:sp>
        <p:nvSpPr>
          <p:cNvPr id="23" name="Rectángulo 22">
            <a:extLst>
              <a:ext uri="{FF2B5EF4-FFF2-40B4-BE49-F238E27FC236}">
                <a16:creationId xmlns:a16="http://schemas.microsoft.com/office/drawing/2014/main" id="{7F104C1C-C143-0E1D-5B09-3282A3DE6507}"/>
              </a:ext>
            </a:extLst>
          </p:cNvPr>
          <p:cNvSpPr/>
          <p:nvPr/>
        </p:nvSpPr>
        <p:spPr>
          <a:xfrm>
            <a:off x="4416590" y="1658272"/>
            <a:ext cx="1507144" cy="307777"/>
          </a:xfrm>
          <a:prstGeom prst="rect">
            <a:avLst/>
          </a:prstGeom>
          <a:noFill/>
        </p:spPr>
        <p:txBody>
          <a:bodyPr wrap="none" lIns="91440" tIns="45720" rIns="91440" bIns="45720">
            <a:spAutoFit/>
          </a:bodyPr>
          <a:lstStyle/>
          <a:p>
            <a:pPr algn="ctr"/>
            <a:r>
              <a:rPr lang="es-ES" sz="1400" b="1" dirty="0">
                <a:ln w="0">
                  <a:noFill/>
                </a:ln>
                <a:solidFill>
                  <a:schemeClr val="accent2"/>
                </a:solidFill>
                <a:latin typeface="Poppins" panose="00000500000000000000" pitchFamily="2" charset="0"/>
                <a:cs typeface="Poppins" panose="00000500000000000000" pitchFamily="2" charset="0"/>
              </a:rPr>
              <a:t>Tipo de Equipo</a:t>
            </a:r>
            <a:endParaRPr lang="es-ES" sz="1400" b="1" cap="none" spc="0" dirty="0">
              <a:ln w="0">
                <a:noFill/>
              </a:ln>
              <a:solidFill>
                <a:schemeClr val="accent2"/>
              </a:solidFill>
              <a:latin typeface="Poppins" panose="00000500000000000000" pitchFamily="2" charset="0"/>
              <a:cs typeface="Poppins" panose="00000500000000000000" pitchFamily="2" charset="0"/>
            </a:endParaRPr>
          </a:p>
        </p:txBody>
      </p:sp>
      <p:sp>
        <p:nvSpPr>
          <p:cNvPr id="26" name="Rectángulo 25">
            <a:extLst>
              <a:ext uri="{FF2B5EF4-FFF2-40B4-BE49-F238E27FC236}">
                <a16:creationId xmlns:a16="http://schemas.microsoft.com/office/drawing/2014/main" id="{BA55F4A1-4F09-A43D-B231-43BCAD3B200B}"/>
              </a:ext>
            </a:extLst>
          </p:cNvPr>
          <p:cNvSpPr/>
          <p:nvPr/>
        </p:nvSpPr>
        <p:spPr>
          <a:xfrm>
            <a:off x="7067819" y="1658271"/>
            <a:ext cx="1218603" cy="307777"/>
          </a:xfrm>
          <a:prstGeom prst="rect">
            <a:avLst/>
          </a:prstGeom>
          <a:noFill/>
        </p:spPr>
        <p:txBody>
          <a:bodyPr wrap="none" lIns="91440" tIns="45720" rIns="91440" bIns="45720">
            <a:spAutoFit/>
          </a:bodyPr>
          <a:lstStyle/>
          <a:p>
            <a:pPr algn="ctr"/>
            <a:r>
              <a:rPr lang="es-ES" sz="1400" b="1" dirty="0">
                <a:ln w="0">
                  <a:noFill/>
                </a:ln>
                <a:solidFill>
                  <a:schemeClr val="accent2"/>
                </a:solidFill>
                <a:latin typeface="Poppins" panose="00000500000000000000" pitchFamily="2" charset="0"/>
                <a:cs typeface="Poppins" panose="00000500000000000000" pitchFamily="2" charset="0"/>
              </a:rPr>
              <a:t>Laboratorio</a:t>
            </a:r>
            <a:endParaRPr lang="es-ES" sz="1400" b="1" cap="none" spc="0" dirty="0">
              <a:ln w="0">
                <a:noFill/>
              </a:ln>
              <a:solidFill>
                <a:schemeClr val="accent2"/>
              </a:solidFill>
              <a:latin typeface="Poppins" panose="00000500000000000000" pitchFamily="2" charset="0"/>
              <a:cs typeface="Poppins" panose="00000500000000000000" pitchFamily="2" charset="0"/>
            </a:endParaRPr>
          </a:p>
        </p:txBody>
      </p:sp>
      <p:cxnSp>
        <p:nvCxnSpPr>
          <p:cNvPr id="31" name="Conector recto 30">
            <a:extLst>
              <a:ext uri="{FF2B5EF4-FFF2-40B4-BE49-F238E27FC236}">
                <a16:creationId xmlns:a16="http://schemas.microsoft.com/office/drawing/2014/main" id="{04AAA063-1BBC-6778-7A6F-FF43A720CCB0}"/>
              </a:ext>
            </a:extLst>
          </p:cNvPr>
          <p:cNvCxnSpPr>
            <a:cxnSpLocks/>
          </p:cNvCxnSpPr>
          <p:nvPr/>
        </p:nvCxnSpPr>
        <p:spPr>
          <a:xfrm>
            <a:off x="3189052" y="4767026"/>
            <a:ext cx="8737059" cy="0"/>
          </a:xfrm>
          <a:prstGeom prst="line">
            <a:avLst/>
          </a:prstGeom>
        </p:spPr>
        <p:style>
          <a:lnRef idx="2">
            <a:schemeClr val="dk1"/>
          </a:lnRef>
          <a:fillRef idx="0">
            <a:schemeClr val="dk1"/>
          </a:fillRef>
          <a:effectRef idx="1">
            <a:schemeClr val="dk1"/>
          </a:effectRef>
          <a:fontRef idx="minor">
            <a:schemeClr val="tx1"/>
          </a:fontRef>
        </p:style>
      </p:cxnSp>
      <p:sp>
        <p:nvSpPr>
          <p:cNvPr id="34" name="Rectángulo 33">
            <a:extLst>
              <a:ext uri="{FF2B5EF4-FFF2-40B4-BE49-F238E27FC236}">
                <a16:creationId xmlns:a16="http://schemas.microsoft.com/office/drawing/2014/main" id="{24D21349-021D-1480-8F35-28B8FFB08711}"/>
              </a:ext>
            </a:extLst>
          </p:cNvPr>
          <p:cNvSpPr/>
          <p:nvPr/>
        </p:nvSpPr>
        <p:spPr>
          <a:xfrm>
            <a:off x="385267" y="5842870"/>
            <a:ext cx="1901953" cy="731760"/>
          </a:xfrm>
          <a:prstGeom prst="rect">
            <a:avLst/>
          </a:prstGeom>
          <a:solidFill>
            <a:srgbClr val="FFC64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tx1"/>
                </a:solidFill>
              </a:rPr>
              <a:t>CERRAR SESIÓN</a:t>
            </a:r>
          </a:p>
        </p:txBody>
      </p:sp>
      <p:sp>
        <p:nvSpPr>
          <p:cNvPr id="35" name="Rectángulo 34">
            <a:extLst>
              <a:ext uri="{FF2B5EF4-FFF2-40B4-BE49-F238E27FC236}">
                <a16:creationId xmlns:a16="http://schemas.microsoft.com/office/drawing/2014/main" id="{D6A284C0-3875-21F0-DDA9-8418288CB0B6}"/>
              </a:ext>
            </a:extLst>
          </p:cNvPr>
          <p:cNvSpPr/>
          <p:nvPr/>
        </p:nvSpPr>
        <p:spPr>
          <a:xfrm>
            <a:off x="375598" y="3407420"/>
            <a:ext cx="1919115" cy="276999"/>
          </a:xfrm>
          <a:prstGeom prst="rect">
            <a:avLst/>
          </a:prstGeom>
          <a:noFill/>
          <a:effectLst/>
        </p:spPr>
        <p:txBody>
          <a:bodyPr wrap="none" lIns="91440" tIns="45720" rIns="91440" bIns="45720">
            <a:spAutoFit/>
          </a:bodyPr>
          <a:lstStyle/>
          <a:p>
            <a:pPr algn="ctr"/>
            <a:r>
              <a:rPr lang="es-ES" sz="1200" dirty="0">
                <a:ln w="0">
                  <a:noFill/>
                </a:ln>
                <a:latin typeface="Poppins" panose="00000500000000000000" pitchFamily="2" charset="0"/>
                <a:cs typeface="Poppins" panose="00000500000000000000" pitchFamily="2" charset="0"/>
              </a:rPr>
              <a:t>REGISTRO DE USUARIOS</a:t>
            </a:r>
            <a:endParaRPr lang="es-ES" sz="1200" cap="none" spc="0" dirty="0">
              <a:ln w="0">
                <a:noFill/>
              </a:ln>
              <a:latin typeface="Poppins" panose="00000500000000000000" pitchFamily="2" charset="0"/>
              <a:cs typeface="Poppins" panose="00000500000000000000" pitchFamily="2" charset="0"/>
            </a:endParaRPr>
          </a:p>
        </p:txBody>
      </p:sp>
      <p:pic>
        <p:nvPicPr>
          <p:cNvPr id="37" name="Imagen 36" descr="Icono&#10;&#10;Descripción generada automáticamente">
            <a:extLst>
              <a:ext uri="{FF2B5EF4-FFF2-40B4-BE49-F238E27FC236}">
                <a16:creationId xmlns:a16="http://schemas.microsoft.com/office/drawing/2014/main" id="{05ED01B9-629F-17A3-49F2-4B6CB08BBA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9566" y="3380945"/>
            <a:ext cx="438100" cy="438100"/>
          </a:xfrm>
          <a:prstGeom prst="rect">
            <a:avLst/>
          </a:prstGeom>
        </p:spPr>
      </p:pic>
      <p:sp>
        <p:nvSpPr>
          <p:cNvPr id="42" name="Rectángulo 41">
            <a:extLst>
              <a:ext uri="{FF2B5EF4-FFF2-40B4-BE49-F238E27FC236}">
                <a16:creationId xmlns:a16="http://schemas.microsoft.com/office/drawing/2014/main" id="{6A76CF67-2523-EE1E-62C4-9941F0277653}"/>
              </a:ext>
            </a:extLst>
          </p:cNvPr>
          <p:cNvSpPr/>
          <p:nvPr/>
        </p:nvSpPr>
        <p:spPr>
          <a:xfrm>
            <a:off x="287106" y="3932200"/>
            <a:ext cx="2024914" cy="276999"/>
          </a:xfrm>
          <a:prstGeom prst="rect">
            <a:avLst/>
          </a:prstGeom>
          <a:noFill/>
        </p:spPr>
        <p:txBody>
          <a:bodyPr wrap="none" lIns="91440" tIns="45720" rIns="91440" bIns="45720">
            <a:spAutoFit/>
          </a:bodyPr>
          <a:lstStyle/>
          <a:p>
            <a:pPr algn="ctr"/>
            <a:r>
              <a:rPr lang="es-ES" sz="1200" cap="none" spc="0" dirty="0">
                <a:ln w="0">
                  <a:noFill/>
                </a:ln>
                <a:latin typeface="Poppins" panose="00000500000000000000" pitchFamily="2" charset="0"/>
                <a:cs typeface="Poppins" panose="00000500000000000000" pitchFamily="2" charset="0"/>
              </a:rPr>
              <a:t>CONTROL DE ASISTENCIA</a:t>
            </a:r>
          </a:p>
        </p:txBody>
      </p:sp>
      <p:sp>
        <p:nvSpPr>
          <p:cNvPr id="43" name="Rectángulo 42">
            <a:extLst>
              <a:ext uri="{FF2B5EF4-FFF2-40B4-BE49-F238E27FC236}">
                <a16:creationId xmlns:a16="http://schemas.microsoft.com/office/drawing/2014/main" id="{69227B41-F9ED-124F-7BCB-2665811E7C2A}"/>
              </a:ext>
            </a:extLst>
          </p:cNvPr>
          <p:cNvSpPr/>
          <p:nvPr/>
        </p:nvSpPr>
        <p:spPr>
          <a:xfrm>
            <a:off x="393524" y="4543643"/>
            <a:ext cx="1806906" cy="276999"/>
          </a:xfrm>
          <a:prstGeom prst="rect">
            <a:avLst/>
          </a:prstGeom>
          <a:noFill/>
        </p:spPr>
        <p:txBody>
          <a:bodyPr wrap="none" lIns="91440" tIns="45720" rIns="91440" bIns="45720">
            <a:spAutoFit/>
          </a:bodyPr>
          <a:lstStyle/>
          <a:p>
            <a:pPr algn="ctr"/>
            <a:r>
              <a:rPr lang="es-ES" sz="1200" b="1" dirty="0">
                <a:ln w="0">
                  <a:noFill/>
                </a:ln>
                <a:solidFill>
                  <a:schemeClr val="bg1"/>
                </a:solidFill>
                <a:latin typeface="Poppins" panose="00000500000000000000" pitchFamily="2" charset="0"/>
                <a:cs typeface="Poppins" panose="00000500000000000000" pitchFamily="2" charset="0"/>
              </a:rPr>
              <a:t>CONTROL DE EQUIPOS</a:t>
            </a:r>
            <a:endParaRPr lang="es-ES" sz="1200" b="1" cap="none" spc="0" dirty="0">
              <a:ln w="0">
                <a:noFill/>
              </a:ln>
              <a:solidFill>
                <a:schemeClr val="bg1"/>
              </a:solidFill>
              <a:latin typeface="Poppins" panose="00000500000000000000" pitchFamily="2" charset="0"/>
              <a:cs typeface="Poppins" panose="00000500000000000000" pitchFamily="2" charset="0"/>
            </a:endParaRPr>
          </a:p>
        </p:txBody>
      </p:sp>
      <p:sp>
        <p:nvSpPr>
          <p:cNvPr id="45" name="Rectángulo 44">
            <a:extLst>
              <a:ext uri="{FF2B5EF4-FFF2-40B4-BE49-F238E27FC236}">
                <a16:creationId xmlns:a16="http://schemas.microsoft.com/office/drawing/2014/main" id="{C75FBC27-2F5D-0E38-D329-02CA4E94B35F}"/>
              </a:ext>
            </a:extLst>
          </p:cNvPr>
          <p:cNvSpPr/>
          <p:nvPr/>
        </p:nvSpPr>
        <p:spPr>
          <a:xfrm>
            <a:off x="201728" y="5057432"/>
            <a:ext cx="2268571" cy="276999"/>
          </a:xfrm>
          <a:prstGeom prst="rect">
            <a:avLst/>
          </a:prstGeom>
          <a:noFill/>
        </p:spPr>
        <p:txBody>
          <a:bodyPr wrap="none" lIns="91440" tIns="45720" rIns="91440" bIns="45720">
            <a:spAutoFit/>
          </a:bodyPr>
          <a:lstStyle/>
          <a:p>
            <a:pPr algn="ctr"/>
            <a:r>
              <a:rPr lang="es-ES" sz="1200" dirty="0">
                <a:ln w="0">
                  <a:noFill/>
                </a:ln>
                <a:latin typeface="Poppins" panose="00000500000000000000" pitchFamily="2" charset="0"/>
                <a:cs typeface="Poppins" panose="00000500000000000000" pitchFamily="2" charset="0"/>
              </a:rPr>
              <a:t>HORARIOS DE LABORATORIO</a:t>
            </a:r>
            <a:endParaRPr lang="es-ES" sz="1200" cap="none" spc="0" dirty="0">
              <a:ln w="0">
                <a:noFill/>
              </a:ln>
              <a:latin typeface="Poppins" panose="00000500000000000000" pitchFamily="2" charset="0"/>
              <a:cs typeface="Poppins" panose="00000500000000000000" pitchFamily="2" charset="0"/>
            </a:endParaRPr>
          </a:p>
        </p:txBody>
      </p:sp>
      <p:pic>
        <p:nvPicPr>
          <p:cNvPr id="3" name="Imagen 2" descr="Forma&#10;&#10;Descripción generada automáticamente con confianza baja">
            <a:extLst>
              <a:ext uri="{FF2B5EF4-FFF2-40B4-BE49-F238E27FC236}">
                <a16:creationId xmlns:a16="http://schemas.microsoft.com/office/drawing/2014/main" id="{0D4736D4-0D44-3F4A-A120-86C57E60EC1E}"/>
              </a:ext>
            </a:extLst>
          </p:cNvPr>
          <p:cNvPicPr>
            <a:picLocks noChangeAspect="1"/>
          </p:cNvPicPr>
          <p:nvPr/>
        </p:nvPicPr>
        <p:blipFill>
          <a:blip r:embed="rId4">
            <a:extLst>
              <a:ext uri="{28A0092B-C50C-407E-A947-70E740481C1C}">
                <a14:useLocalDpi xmlns:a14="http://schemas.microsoft.com/office/drawing/2010/main" val="0"/>
              </a:ext>
            </a:extLst>
          </a:blip>
          <a:srcRect t="47106" b="47244"/>
          <a:stretch/>
        </p:blipFill>
        <p:spPr>
          <a:xfrm flipV="1">
            <a:off x="3144976" y="6417656"/>
            <a:ext cx="8801552" cy="137712"/>
          </a:xfrm>
          <a:prstGeom prst="rect">
            <a:avLst/>
          </a:prstGeom>
        </p:spPr>
      </p:pic>
      <p:sp>
        <p:nvSpPr>
          <p:cNvPr id="33" name="Rectángulo 32">
            <a:extLst>
              <a:ext uri="{FF2B5EF4-FFF2-40B4-BE49-F238E27FC236}">
                <a16:creationId xmlns:a16="http://schemas.microsoft.com/office/drawing/2014/main" id="{5E3DD97B-C074-9C05-C418-52BFF9D4AA33}"/>
              </a:ext>
            </a:extLst>
          </p:cNvPr>
          <p:cNvSpPr/>
          <p:nvPr/>
        </p:nvSpPr>
        <p:spPr>
          <a:xfrm>
            <a:off x="288750" y="2722803"/>
            <a:ext cx="2149779" cy="338554"/>
          </a:xfrm>
          <a:prstGeom prst="rect">
            <a:avLst/>
          </a:prstGeom>
          <a:noFill/>
        </p:spPr>
        <p:txBody>
          <a:bodyPr wrap="square" lIns="91440" tIns="45720" rIns="91440" bIns="45720">
            <a:spAutoFit/>
          </a:bodyPr>
          <a:lstStyle/>
          <a:p>
            <a:r>
              <a:rPr lang="es-ES" sz="1600" b="1" dirty="0">
                <a:ln w="0">
                  <a:noFill/>
                </a:ln>
                <a:latin typeface="Poppins" panose="00000500000000000000" pitchFamily="2" charset="0"/>
                <a:cs typeface="Poppins" panose="00000500000000000000" pitchFamily="2" charset="0"/>
              </a:rPr>
              <a:t>Nombre de Usuario</a:t>
            </a:r>
            <a:endParaRPr lang="es-ES" sz="1600" b="1" cap="none" spc="0" dirty="0">
              <a:ln w="0">
                <a:noFill/>
              </a:ln>
              <a:latin typeface="Poppins" panose="00000500000000000000" pitchFamily="2" charset="0"/>
              <a:cs typeface="Poppins" panose="00000500000000000000" pitchFamily="2" charset="0"/>
            </a:endParaRPr>
          </a:p>
        </p:txBody>
      </p:sp>
      <p:sp>
        <p:nvSpPr>
          <p:cNvPr id="36" name="Rectángulo 35">
            <a:extLst>
              <a:ext uri="{FF2B5EF4-FFF2-40B4-BE49-F238E27FC236}">
                <a16:creationId xmlns:a16="http://schemas.microsoft.com/office/drawing/2014/main" id="{C5ADEC84-1549-F155-3717-1ADD8401A240}"/>
              </a:ext>
            </a:extLst>
          </p:cNvPr>
          <p:cNvSpPr/>
          <p:nvPr/>
        </p:nvSpPr>
        <p:spPr>
          <a:xfrm>
            <a:off x="8929463" y="607032"/>
            <a:ext cx="1465634" cy="440525"/>
          </a:xfrm>
          <a:prstGeom prst="rect">
            <a:avLst/>
          </a:prstGeom>
          <a:solidFill>
            <a:srgbClr val="FFC64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tx1"/>
                </a:solidFill>
              </a:rPr>
              <a:t>MODIFICAR</a:t>
            </a:r>
          </a:p>
        </p:txBody>
      </p:sp>
      <p:sp>
        <p:nvSpPr>
          <p:cNvPr id="8" name="Rectángulo 7">
            <a:extLst>
              <a:ext uri="{FF2B5EF4-FFF2-40B4-BE49-F238E27FC236}">
                <a16:creationId xmlns:a16="http://schemas.microsoft.com/office/drawing/2014/main" id="{72B43396-73E3-3D87-DC4C-E0FEE57CCB35}"/>
              </a:ext>
            </a:extLst>
          </p:cNvPr>
          <p:cNvSpPr/>
          <p:nvPr/>
        </p:nvSpPr>
        <p:spPr>
          <a:xfrm>
            <a:off x="7374629" y="607031"/>
            <a:ext cx="1465634" cy="440525"/>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AGREGAR</a:t>
            </a:r>
          </a:p>
        </p:txBody>
      </p:sp>
      <p:sp>
        <p:nvSpPr>
          <p:cNvPr id="13" name="Rectángulo 12">
            <a:extLst>
              <a:ext uri="{FF2B5EF4-FFF2-40B4-BE49-F238E27FC236}">
                <a16:creationId xmlns:a16="http://schemas.microsoft.com/office/drawing/2014/main" id="{4CC80353-34CA-8841-DF16-96338F775F79}"/>
              </a:ext>
            </a:extLst>
          </p:cNvPr>
          <p:cNvSpPr/>
          <p:nvPr/>
        </p:nvSpPr>
        <p:spPr>
          <a:xfrm>
            <a:off x="9312676" y="3721626"/>
            <a:ext cx="2616740" cy="370819"/>
          </a:xfrm>
          <a:prstGeom prst="rect">
            <a:avLst/>
          </a:prstGeom>
          <a:solidFill>
            <a:schemeClr val="bg1"/>
          </a:solidFill>
          <a:ln>
            <a:solidFill>
              <a:schemeClr val="accent2"/>
            </a:solid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38" name="Rectángulo 37">
            <a:extLst>
              <a:ext uri="{FF2B5EF4-FFF2-40B4-BE49-F238E27FC236}">
                <a16:creationId xmlns:a16="http://schemas.microsoft.com/office/drawing/2014/main" id="{D3D7FD1A-F58F-4822-79DC-219C298682E6}"/>
              </a:ext>
            </a:extLst>
          </p:cNvPr>
          <p:cNvSpPr/>
          <p:nvPr/>
        </p:nvSpPr>
        <p:spPr>
          <a:xfrm>
            <a:off x="7996059" y="3721626"/>
            <a:ext cx="1316387" cy="400110"/>
          </a:xfrm>
          <a:prstGeom prst="rect">
            <a:avLst/>
          </a:prstGeom>
          <a:noFill/>
        </p:spPr>
        <p:txBody>
          <a:bodyPr wrap="none" lIns="91440" tIns="45720" rIns="91440" bIns="45720">
            <a:spAutoFit/>
          </a:bodyPr>
          <a:lstStyle/>
          <a:p>
            <a:pPr algn="ctr"/>
            <a:r>
              <a:rPr lang="es-ES" sz="2000" b="1" cap="none" spc="0" dirty="0">
                <a:ln w="0">
                  <a:noFill/>
                </a:ln>
                <a:latin typeface="Poppins" panose="00000500000000000000" pitchFamily="2" charset="0"/>
                <a:cs typeface="Poppins" panose="00000500000000000000" pitchFamily="2" charset="0"/>
              </a:rPr>
              <a:t>BUSCAR :</a:t>
            </a:r>
          </a:p>
        </p:txBody>
      </p:sp>
      <p:pic>
        <p:nvPicPr>
          <p:cNvPr id="39" name="Imagen 38" descr="Dibujo de un animal con la boca abierta&#10;&#10;Descripción generada automáticamente con confianza baja">
            <a:extLst>
              <a:ext uri="{FF2B5EF4-FFF2-40B4-BE49-F238E27FC236}">
                <a16:creationId xmlns:a16="http://schemas.microsoft.com/office/drawing/2014/main" id="{FF9AB07E-7623-C15E-89D9-3F2F9BEAC73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5392" y="1331606"/>
            <a:ext cx="1373057" cy="1362177"/>
          </a:xfrm>
          <a:prstGeom prst="rect">
            <a:avLst/>
          </a:prstGeom>
        </p:spPr>
      </p:pic>
      <p:pic>
        <p:nvPicPr>
          <p:cNvPr id="40" name="Imagen 39" descr="Icono&#10;&#10;Descripción generada automáticamente">
            <a:extLst>
              <a:ext uri="{FF2B5EF4-FFF2-40B4-BE49-F238E27FC236}">
                <a16:creationId xmlns:a16="http://schemas.microsoft.com/office/drawing/2014/main" id="{F0A744BB-912C-46D3-66BE-74DA43FB23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51533" y="802355"/>
            <a:ext cx="438100" cy="438100"/>
          </a:xfrm>
          <a:prstGeom prst="rect">
            <a:avLst/>
          </a:prstGeom>
        </p:spPr>
      </p:pic>
      <p:pic>
        <p:nvPicPr>
          <p:cNvPr id="44" name="Imagen 43" descr="Icono&#10;&#10;Descripción generada automáticamente">
            <a:extLst>
              <a:ext uri="{FF2B5EF4-FFF2-40B4-BE49-F238E27FC236}">
                <a16:creationId xmlns:a16="http://schemas.microsoft.com/office/drawing/2014/main" id="{49873044-404C-EF83-1C10-2BDCA416C5C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262292" y="4687716"/>
            <a:ext cx="361970" cy="361970"/>
          </a:xfrm>
          <a:prstGeom prst="rect">
            <a:avLst/>
          </a:prstGeom>
        </p:spPr>
      </p:pic>
      <p:pic>
        <p:nvPicPr>
          <p:cNvPr id="46" name="Imagen 45" descr="Icono&#10;&#10;Descripción generada automáticamente">
            <a:extLst>
              <a:ext uri="{FF2B5EF4-FFF2-40B4-BE49-F238E27FC236}">
                <a16:creationId xmlns:a16="http://schemas.microsoft.com/office/drawing/2014/main" id="{A26B78D1-68D3-40FE-3862-C1AE39EC154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140031" y="872282"/>
            <a:ext cx="361970" cy="361970"/>
          </a:xfrm>
          <a:prstGeom prst="rect">
            <a:avLst/>
          </a:prstGeom>
        </p:spPr>
      </p:pic>
      <p:pic>
        <p:nvPicPr>
          <p:cNvPr id="47" name="Imagen 46" descr="Icono&#10;&#10;Descripción generada automáticamente">
            <a:extLst>
              <a:ext uri="{FF2B5EF4-FFF2-40B4-BE49-F238E27FC236}">
                <a16:creationId xmlns:a16="http://schemas.microsoft.com/office/drawing/2014/main" id="{F4255FAA-F281-6D36-2AD0-FE8DC85A56B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90512" y="6373375"/>
            <a:ext cx="361970" cy="361970"/>
          </a:xfrm>
          <a:prstGeom prst="rect">
            <a:avLst/>
          </a:prstGeom>
        </p:spPr>
      </p:pic>
      <p:sp>
        <p:nvSpPr>
          <p:cNvPr id="49" name="Rectángulo 48">
            <a:extLst>
              <a:ext uri="{FF2B5EF4-FFF2-40B4-BE49-F238E27FC236}">
                <a16:creationId xmlns:a16="http://schemas.microsoft.com/office/drawing/2014/main" id="{6F1EAAD9-B5DD-4DE6-F6D9-5E85D4DDC764}"/>
              </a:ext>
            </a:extLst>
          </p:cNvPr>
          <p:cNvSpPr/>
          <p:nvPr/>
        </p:nvSpPr>
        <p:spPr>
          <a:xfrm>
            <a:off x="4297353" y="2925685"/>
            <a:ext cx="3161490" cy="237248"/>
          </a:xfrm>
          <a:prstGeom prst="rect">
            <a:avLst/>
          </a:prstGeom>
          <a:solidFill>
            <a:schemeClr val="bg1"/>
          </a:solidFill>
          <a:ln>
            <a:solidFill>
              <a:schemeClr val="accent2"/>
            </a:solid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48" name="Rectángulo 47">
            <a:extLst>
              <a:ext uri="{FF2B5EF4-FFF2-40B4-BE49-F238E27FC236}">
                <a16:creationId xmlns:a16="http://schemas.microsoft.com/office/drawing/2014/main" id="{8DBEAABD-D0E9-2216-8A47-E467906C3BF2}"/>
              </a:ext>
            </a:extLst>
          </p:cNvPr>
          <p:cNvSpPr/>
          <p:nvPr/>
        </p:nvSpPr>
        <p:spPr>
          <a:xfrm>
            <a:off x="4275841" y="2902074"/>
            <a:ext cx="131161" cy="307776"/>
          </a:xfrm>
          <a:prstGeom prst="rect">
            <a:avLst/>
          </a:prstGeom>
          <a:noFill/>
        </p:spPr>
        <p:txBody>
          <a:bodyPr wrap="square" lIns="91440" tIns="45720" rIns="91440" bIns="45720">
            <a:spAutoFit/>
          </a:bodyPr>
          <a:lstStyle/>
          <a:p>
            <a:pPr algn="just"/>
            <a:r>
              <a:rPr lang="es-ES" sz="1400" b="1" dirty="0">
                <a:ln w="0">
                  <a:noFill/>
                </a:ln>
                <a:latin typeface="Poppins" panose="00000500000000000000" pitchFamily="2" charset="0"/>
                <a:cs typeface="Poppins" panose="00000500000000000000" pitchFamily="2" charset="0"/>
              </a:rPr>
              <a:t>|</a:t>
            </a:r>
            <a:endParaRPr lang="es-ES" sz="1400" b="1" cap="none" spc="0" dirty="0">
              <a:ln w="0">
                <a:noFill/>
              </a:ln>
              <a:latin typeface="Poppins" panose="00000500000000000000" pitchFamily="2" charset="0"/>
              <a:cs typeface="Poppins" panose="00000500000000000000" pitchFamily="2" charset="0"/>
            </a:endParaRPr>
          </a:p>
        </p:txBody>
      </p:sp>
      <p:sp>
        <p:nvSpPr>
          <p:cNvPr id="55" name="Rectángulo 54">
            <a:extLst>
              <a:ext uri="{FF2B5EF4-FFF2-40B4-BE49-F238E27FC236}">
                <a16:creationId xmlns:a16="http://schemas.microsoft.com/office/drawing/2014/main" id="{E52B9AAE-1BBA-F514-CFE4-13D0FC633D6E}"/>
              </a:ext>
            </a:extLst>
          </p:cNvPr>
          <p:cNvSpPr/>
          <p:nvPr/>
        </p:nvSpPr>
        <p:spPr>
          <a:xfrm>
            <a:off x="9729212" y="1658271"/>
            <a:ext cx="860505" cy="307777"/>
          </a:xfrm>
          <a:prstGeom prst="rect">
            <a:avLst/>
          </a:prstGeom>
          <a:noFill/>
        </p:spPr>
        <p:txBody>
          <a:bodyPr wrap="square" lIns="91440" tIns="45720" rIns="91440" bIns="45720">
            <a:spAutoFit/>
          </a:bodyPr>
          <a:lstStyle/>
          <a:p>
            <a:pPr algn="ctr"/>
            <a:r>
              <a:rPr lang="es-ES" sz="1400" b="1" dirty="0">
                <a:ln w="0">
                  <a:noFill/>
                </a:ln>
                <a:solidFill>
                  <a:schemeClr val="accent2"/>
                </a:solidFill>
                <a:latin typeface="Poppins" panose="00000500000000000000" pitchFamily="2" charset="0"/>
                <a:cs typeface="Poppins" panose="00000500000000000000" pitchFamily="2" charset="0"/>
              </a:rPr>
              <a:t>Estado</a:t>
            </a:r>
            <a:endParaRPr lang="es-ES" sz="1400" b="1" cap="none" spc="0" dirty="0">
              <a:ln w="0">
                <a:noFill/>
              </a:ln>
              <a:solidFill>
                <a:schemeClr val="accent2"/>
              </a:solidFill>
              <a:latin typeface="Poppins" panose="00000500000000000000" pitchFamily="2" charset="0"/>
              <a:cs typeface="Poppins" panose="00000500000000000000" pitchFamily="2" charset="0"/>
            </a:endParaRPr>
          </a:p>
        </p:txBody>
      </p:sp>
      <p:pic>
        <p:nvPicPr>
          <p:cNvPr id="60" name="Imagen 59" descr="Icono&#10;&#10;Descripción generada automáticamente">
            <a:extLst>
              <a:ext uri="{FF2B5EF4-FFF2-40B4-BE49-F238E27FC236}">
                <a16:creationId xmlns:a16="http://schemas.microsoft.com/office/drawing/2014/main" id="{AA77E792-76F0-F0BC-6597-AF2B994F16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64558" y="3808773"/>
            <a:ext cx="438100" cy="438100"/>
          </a:xfrm>
          <a:prstGeom prst="rect">
            <a:avLst/>
          </a:prstGeom>
        </p:spPr>
      </p:pic>
      <p:pic>
        <p:nvPicPr>
          <p:cNvPr id="62" name="Imagen 61">
            <a:extLst>
              <a:ext uri="{FF2B5EF4-FFF2-40B4-BE49-F238E27FC236}">
                <a16:creationId xmlns:a16="http://schemas.microsoft.com/office/drawing/2014/main" id="{56AD2FCC-9F6C-E3C0-91A0-7CE68CCF06D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298527" y="2083280"/>
            <a:ext cx="1743270" cy="274451"/>
          </a:xfrm>
          <a:prstGeom prst="rect">
            <a:avLst/>
          </a:prstGeom>
        </p:spPr>
      </p:pic>
      <p:sp>
        <p:nvSpPr>
          <p:cNvPr id="1024" name="Rectángulo 1023">
            <a:extLst>
              <a:ext uri="{FF2B5EF4-FFF2-40B4-BE49-F238E27FC236}">
                <a16:creationId xmlns:a16="http://schemas.microsoft.com/office/drawing/2014/main" id="{51520451-BF31-282A-0CB1-769E146737F0}"/>
              </a:ext>
            </a:extLst>
          </p:cNvPr>
          <p:cNvSpPr/>
          <p:nvPr/>
        </p:nvSpPr>
        <p:spPr>
          <a:xfrm>
            <a:off x="9312446" y="3780052"/>
            <a:ext cx="131161" cy="307776"/>
          </a:xfrm>
          <a:prstGeom prst="rect">
            <a:avLst/>
          </a:prstGeom>
          <a:noFill/>
        </p:spPr>
        <p:txBody>
          <a:bodyPr wrap="square" lIns="91440" tIns="45720" rIns="91440" bIns="45720">
            <a:spAutoFit/>
          </a:bodyPr>
          <a:lstStyle/>
          <a:p>
            <a:pPr algn="just"/>
            <a:r>
              <a:rPr lang="es-ES" sz="1400" b="1" dirty="0">
                <a:ln w="0">
                  <a:noFill/>
                </a:ln>
                <a:latin typeface="Poppins" panose="00000500000000000000" pitchFamily="2" charset="0"/>
                <a:cs typeface="Poppins" panose="00000500000000000000" pitchFamily="2" charset="0"/>
              </a:rPr>
              <a:t>|</a:t>
            </a:r>
            <a:endParaRPr lang="es-ES" sz="1400" b="1" cap="none" spc="0" dirty="0">
              <a:ln w="0">
                <a:noFill/>
              </a:ln>
              <a:latin typeface="Poppins" panose="00000500000000000000" pitchFamily="2" charset="0"/>
              <a:cs typeface="Poppins" panose="00000500000000000000" pitchFamily="2" charset="0"/>
            </a:endParaRPr>
          </a:p>
        </p:txBody>
      </p:sp>
      <p:pic>
        <p:nvPicPr>
          <p:cNvPr id="2" name="Imagen 1">
            <a:extLst>
              <a:ext uri="{FF2B5EF4-FFF2-40B4-BE49-F238E27FC236}">
                <a16:creationId xmlns:a16="http://schemas.microsoft.com/office/drawing/2014/main" id="{7C508EB6-2D97-2B11-8A0D-3E608FB4150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805486" y="2092989"/>
            <a:ext cx="1743270" cy="274451"/>
          </a:xfrm>
          <a:prstGeom prst="rect">
            <a:avLst/>
          </a:prstGeom>
        </p:spPr>
      </p:pic>
      <p:pic>
        <p:nvPicPr>
          <p:cNvPr id="20" name="Imagen 19">
            <a:extLst>
              <a:ext uri="{FF2B5EF4-FFF2-40B4-BE49-F238E27FC236}">
                <a16:creationId xmlns:a16="http://schemas.microsoft.com/office/drawing/2014/main" id="{4D8E86AD-E70B-DA8D-AF6F-097D529E4F7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312445" y="2081320"/>
            <a:ext cx="1743270" cy="274451"/>
          </a:xfrm>
          <a:prstGeom prst="rect">
            <a:avLst/>
          </a:prstGeom>
        </p:spPr>
      </p:pic>
      <p:pic>
        <p:nvPicPr>
          <p:cNvPr id="21" name="Imagen 20" descr="Icono&#10;&#10;Descripción generada automáticamente">
            <a:extLst>
              <a:ext uri="{FF2B5EF4-FFF2-40B4-BE49-F238E27FC236}">
                <a16:creationId xmlns:a16="http://schemas.microsoft.com/office/drawing/2014/main" id="{40B7B163-6D83-7B7B-2176-3CF87B43B46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12772" y="2186526"/>
            <a:ext cx="361970" cy="361970"/>
          </a:xfrm>
          <a:prstGeom prst="rect">
            <a:avLst/>
          </a:prstGeom>
        </p:spPr>
      </p:pic>
      <p:pic>
        <p:nvPicPr>
          <p:cNvPr id="22" name="Imagen 21" descr="Icono&#10;&#10;Descripción generada automáticamente">
            <a:extLst>
              <a:ext uri="{FF2B5EF4-FFF2-40B4-BE49-F238E27FC236}">
                <a16:creationId xmlns:a16="http://schemas.microsoft.com/office/drawing/2014/main" id="{2AF9107D-9C95-2FA6-15B2-81136F469A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98239" y="2965229"/>
            <a:ext cx="438100" cy="438100"/>
          </a:xfrm>
          <a:prstGeom prst="rect">
            <a:avLst/>
          </a:prstGeom>
        </p:spPr>
      </p:pic>
      <p:sp>
        <p:nvSpPr>
          <p:cNvPr id="27" name="Rectángulo 26">
            <a:extLst>
              <a:ext uri="{FF2B5EF4-FFF2-40B4-BE49-F238E27FC236}">
                <a16:creationId xmlns:a16="http://schemas.microsoft.com/office/drawing/2014/main" id="{30EA60C3-C839-A0C6-89B3-AF3F9557CCC4}"/>
              </a:ext>
            </a:extLst>
          </p:cNvPr>
          <p:cNvSpPr/>
          <p:nvPr/>
        </p:nvSpPr>
        <p:spPr>
          <a:xfrm>
            <a:off x="3851495" y="4393414"/>
            <a:ext cx="8869855" cy="307777"/>
          </a:xfrm>
          <a:prstGeom prst="rect">
            <a:avLst/>
          </a:prstGeom>
          <a:noFill/>
        </p:spPr>
        <p:txBody>
          <a:bodyPr wrap="square" lIns="91440" tIns="45720" rIns="91440" bIns="45720">
            <a:spAutoFit/>
          </a:bodyPr>
          <a:lstStyle/>
          <a:p>
            <a:pPr algn="just"/>
            <a:r>
              <a:rPr lang="es-ES" sz="1400" b="1" dirty="0">
                <a:ln w="0">
                  <a:noFill/>
                </a:ln>
                <a:latin typeface="Poppins" panose="00000500000000000000" pitchFamily="2" charset="0"/>
                <a:cs typeface="Poppins" panose="00000500000000000000" pitchFamily="2" charset="0"/>
              </a:rPr>
              <a:t> LAB             TIPO              COD.PATRIMONIAL               NÚMERO DE SERIE                ESTADO</a:t>
            </a:r>
            <a:endParaRPr lang="es-ES" sz="1400" b="1" cap="none" spc="0" dirty="0">
              <a:ln w="0">
                <a:noFill/>
              </a:ln>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9725173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1F32CDA-FFB5-6E7D-6BD8-F85FFEA91E91}"/>
              </a:ext>
            </a:extLst>
          </p:cNvPr>
          <p:cNvSpPr/>
          <p:nvPr/>
        </p:nvSpPr>
        <p:spPr>
          <a:xfrm>
            <a:off x="0" y="0"/>
            <a:ext cx="2616740" cy="116731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pic>
        <p:nvPicPr>
          <p:cNvPr id="5" name="Imagen 4" descr="Interfaz de usuario gráfica, Texto, Aplicación&#10;&#10;Descripción generada automáticamente">
            <a:extLst>
              <a:ext uri="{FF2B5EF4-FFF2-40B4-BE49-F238E27FC236}">
                <a16:creationId xmlns:a16="http://schemas.microsoft.com/office/drawing/2014/main" id="{8E422B7E-940B-4B59-8E84-BA16C9F2AE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671" y="134217"/>
            <a:ext cx="2194397" cy="887188"/>
          </a:xfrm>
          <a:prstGeom prst="rect">
            <a:avLst/>
          </a:prstGeom>
        </p:spPr>
      </p:pic>
      <p:sp>
        <p:nvSpPr>
          <p:cNvPr id="7" name="Rectángulo 6">
            <a:extLst>
              <a:ext uri="{FF2B5EF4-FFF2-40B4-BE49-F238E27FC236}">
                <a16:creationId xmlns:a16="http://schemas.microsoft.com/office/drawing/2014/main" id="{28E1129F-969D-8E7B-485E-F72C8E2ED915}"/>
              </a:ext>
            </a:extLst>
          </p:cNvPr>
          <p:cNvSpPr>
            <a:spLocks noGrp="1" noRot="1" noMove="1" noResize="1" noEditPoints="1" noAdjustHandles="1" noChangeArrowheads="1" noChangeShapeType="1"/>
          </p:cNvSpPr>
          <p:nvPr/>
        </p:nvSpPr>
        <p:spPr>
          <a:xfrm>
            <a:off x="2616740" y="0"/>
            <a:ext cx="9575260" cy="6858000"/>
          </a:xfrm>
          <a:prstGeom prst="rect">
            <a:avLst/>
          </a:prstGeom>
          <a:solidFill>
            <a:srgbClr val="EEEEEE"/>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9" name="Rectángulo 8">
            <a:extLst>
              <a:ext uri="{FF2B5EF4-FFF2-40B4-BE49-F238E27FC236}">
                <a16:creationId xmlns:a16="http://schemas.microsoft.com/office/drawing/2014/main" id="{7E1D6AD2-0514-7278-374D-11A9B4F7E598}"/>
              </a:ext>
            </a:extLst>
          </p:cNvPr>
          <p:cNvSpPr/>
          <p:nvPr/>
        </p:nvSpPr>
        <p:spPr>
          <a:xfrm>
            <a:off x="2996346" y="298770"/>
            <a:ext cx="5032147" cy="523220"/>
          </a:xfrm>
          <a:prstGeom prst="rect">
            <a:avLst/>
          </a:prstGeom>
          <a:noFill/>
        </p:spPr>
        <p:txBody>
          <a:bodyPr wrap="none" lIns="91440" tIns="45720" rIns="91440" bIns="45720">
            <a:spAutoFit/>
          </a:bodyPr>
          <a:lstStyle/>
          <a:p>
            <a:pPr algn="ctr"/>
            <a:r>
              <a:rPr lang="es-ES" sz="2800" b="1" dirty="0">
                <a:ln w="0">
                  <a:noFill/>
                </a:ln>
                <a:latin typeface="Poppins" panose="00000500000000000000" pitchFamily="2" charset="0"/>
                <a:cs typeface="Poppins" panose="00000500000000000000" pitchFamily="2" charset="0"/>
              </a:rPr>
              <a:t>HORARIOS DE LABORATORIO</a:t>
            </a:r>
            <a:endParaRPr lang="es-ES" sz="2800" b="1" cap="none" spc="0" dirty="0">
              <a:ln w="0">
                <a:noFill/>
              </a:ln>
              <a:latin typeface="Poppins" panose="00000500000000000000" pitchFamily="2" charset="0"/>
              <a:cs typeface="Poppins" panose="00000500000000000000" pitchFamily="2" charset="0"/>
            </a:endParaRPr>
          </a:p>
        </p:txBody>
      </p:sp>
      <p:sp>
        <p:nvSpPr>
          <p:cNvPr id="10" name="Rectángulo 9">
            <a:extLst>
              <a:ext uri="{FF2B5EF4-FFF2-40B4-BE49-F238E27FC236}">
                <a16:creationId xmlns:a16="http://schemas.microsoft.com/office/drawing/2014/main" id="{93593EA5-E513-AB1E-867F-556B9CE19BB8}"/>
              </a:ext>
            </a:extLst>
          </p:cNvPr>
          <p:cNvSpPr/>
          <p:nvPr/>
        </p:nvSpPr>
        <p:spPr>
          <a:xfrm>
            <a:off x="3189055" y="3492299"/>
            <a:ext cx="8737058" cy="3082331"/>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12" name="Rectángulo: esquinas redondeadas 11">
            <a:extLst>
              <a:ext uri="{FF2B5EF4-FFF2-40B4-BE49-F238E27FC236}">
                <a16:creationId xmlns:a16="http://schemas.microsoft.com/office/drawing/2014/main" id="{BFF866AC-8F2A-35D6-4074-DB71B8C6E7AD}"/>
              </a:ext>
            </a:extLst>
          </p:cNvPr>
          <p:cNvSpPr/>
          <p:nvPr/>
        </p:nvSpPr>
        <p:spPr>
          <a:xfrm>
            <a:off x="3339832" y="3175032"/>
            <a:ext cx="3804138" cy="416628"/>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bg1"/>
                </a:solidFill>
              </a:rPr>
              <a:t>HORARIOS REGISTRADOS</a:t>
            </a:r>
          </a:p>
        </p:txBody>
      </p:sp>
      <p:sp>
        <p:nvSpPr>
          <p:cNvPr id="15" name="Rectángulo 14">
            <a:extLst>
              <a:ext uri="{FF2B5EF4-FFF2-40B4-BE49-F238E27FC236}">
                <a16:creationId xmlns:a16="http://schemas.microsoft.com/office/drawing/2014/main" id="{A7E31D33-3343-C272-E602-519EB8179B91}"/>
              </a:ext>
            </a:extLst>
          </p:cNvPr>
          <p:cNvSpPr/>
          <p:nvPr/>
        </p:nvSpPr>
        <p:spPr>
          <a:xfrm>
            <a:off x="3189053" y="1302014"/>
            <a:ext cx="3247351" cy="1425933"/>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14" name="Rectángulo 13">
            <a:extLst>
              <a:ext uri="{FF2B5EF4-FFF2-40B4-BE49-F238E27FC236}">
                <a16:creationId xmlns:a16="http://schemas.microsoft.com/office/drawing/2014/main" id="{F17F8443-2BE1-ED58-9BFD-8556CABD39FE}"/>
              </a:ext>
            </a:extLst>
          </p:cNvPr>
          <p:cNvSpPr/>
          <p:nvPr/>
        </p:nvSpPr>
        <p:spPr>
          <a:xfrm>
            <a:off x="3361638" y="1589711"/>
            <a:ext cx="1614546" cy="307777"/>
          </a:xfrm>
          <a:prstGeom prst="rect">
            <a:avLst/>
          </a:prstGeom>
          <a:noFill/>
        </p:spPr>
        <p:txBody>
          <a:bodyPr wrap="none" lIns="91440" tIns="45720" rIns="91440" bIns="45720">
            <a:spAutoFit/>
          </a:bodyPr>
          <a:lstStyle/>
          <a:p>
            <a:pPr algn="ctr"/>
            <a:r>
              <a:rPr lang="es-ES" sz="1400" b="1" cap="none" spc="0" dirty="0">
                <a:ln w="0">
                  <a:noFill/>
                </a:ln>
                <a:solidFill>
                  <a:schemeClr val="accent2"/>
                </a:solidFill>
                <a:latin typeface="Poppins" panose="00000500000000000000" pitchFamily="2" charset="0"/>
                <a:cs typeface="Poppins" panose="00000500000000000000" pitchFamily="2" charset="0"/>
              </a:rPr>
              <a:t>Nro. Laboratorio</a:t>
            </a:r>
          </a:p>
        </p:txBody>
      </p:sp>
      <p:sp>
        <p:nvSpPr>
          <p:cNvPr id="16" name="Rectángulo: esquinas redondeadas 15">
            <a:extLst>
              <a:ext uri="{FF2B5EF4-FFF2-40B4-BE49-F238E27FC236}">
                <a16:creationId xmlns:a16="http://schemas.microsoft.com/office/drawing/2014/main" id="{2FF510BB-C4F2-A6C2-F64D-F3C1A20BAB2C}"/>
              </a:ext>
            </a:extLst>
          </p:cNvPr>
          <p:cNvSpPr/>
          <p:nvPr/>
        </p:nvSpPr>
        <p:spPr>
          <a:xfrm>
            <a:off x="3442967" y="1047557"/>
            <a:ext cx="2505159" cy="416628"/>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bg1"/>
                </a:solidFill>
              </a:rPr>
              <a:t>BUSCAR HORARIOS </a:t>
            </a:r>
          </a:p>
        </p:txBody>
      </p:sp>
      <p:sp>
        <p:nvSpPr>
          <p:cNvPr id="18" name="Rectángulo 17">
            <a:extLst>
              <a:ext uri="{FF2B5EF4-FFF2-40B4-BE49-F238E27FC236}">
                <a16:creationId xmlns:a16="http://schemas.microsoft.com/office/drawing/2014/main" id="{F86BA8E0-F62F-15B7-3888-62C3764B4215}"/>
              </a:ext>
            </a:extLst>
          </p:cNvPr>
          <p:cNvSpPr/>
          <p:nvPr/>
        </p:nvSpPr>
        <p:spPr>
          <a:xfrm>
            <a:off x="3442968" y="1951362"/>
            <a:ext cx="1853990" cy="370819"/>
          </a:xfrm>
          <a:prstGeom prst="rect">
            <a:avLst/>
          </a:prstGeom>
          <a:solidFill>
            <a:schemeClr val="bg1"/>
          </a:solidFill>
          <a:ln>
            <a:solidFill>
              <a:schemeClr val="accent2"/>
            </a:solidFill>
          </a:ln>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29" name="Rectángulo 28">
            <a:extLst>
              <a:ext uri="{FF2B5EF4-FFF2-40B4-BE49-F238E27FC236}">
                <a16:creationId xmlns:a16="http://schemas.microsoft.com/office/drawing/2014/main" id="{7355AAD9-7939-2EBE-7E60-DB418298A0D2}"/>
              </a:ext>
            </a:extLst>
          </p:cNvPr>
          <p:cNvSpPr/>
          <p:nvPr/>
        </p:nvSpPr>
        <p:spPr>
          <a:xfrm>
            <a:off x="3189054" y="3709709"/>
            <a:ext cx="8737059" cy="307777"/>
          </a:xfrm>
          <a:prstGeom prst="rect">
            <a:avLst/>
          </a:prstGeom>
          <a:noFill/>
        </p:spPr>
        <p:txBody>
          <a:bodyPr wrap="square" lIns="91440" tIns="45720" rIns="91440" bIns="45720">
            <a:spAutoFit/>
          </a:bodyPr>
          <a:lstStyle/>
          <a:p>
            <a:pPr algn="just"/>
            <a:r>
              <a:rPr lang="es-ES" sz="1400" b="1" dirty="0">
                <a:ln w="0">
                  <a:noFill/>
                </a:ln>
                <a:latin typeface="Poppins" panose="00000500000000000000" pitchFamily="2" charset="0"/>
                <a:cs typeface="Poppins" panose="00000500000000000000" pitchFamily="2" charset="0"/>
              </a:rPr>
              <a:t>  LABORATORIO 1</a:t>
            </a:r>
            <a:endParaRPr lang="es-ES" sz="1400" b="1" cap="none" spc="0" dirty="0">
              <a:ln w="0">
                <a:noFill/>
              </a:ln>
              <a:latin typeface="Poppins" panose="00000500000000000000" pitchFamily="2" charset="0"/>
              <a:cs typeface="Poppins" panose="00000500000000000000" pitchFamily="2" charset="0"/>
            </a:endParaRPr>
          </a:p>
        </p:txBody>
      </p:sp>
      <p:cxnSp>
        <p:nvCxnSpPr>
          <p:cNvPr id="31" name="Conector recto 30">
            <a:extLst>
              <a:ext uri="{FF2B5EF4-FFF2-40B4-BE49-F238E27FC236}">
                <a16:creationId xmlns:a16="http://schemas.microsoft.com/office/drawing/2014/main" id="{A484B0AC-C37F-5B39-75A2-E06B16CDEA0D}"/>
              </a:ext>
            </a:extLst>
          </p:cNvPr>
          <p:cNvCxnSpPr>
            <a:cxnSpLocks/>
          </p:cNvCxnSpPr>
          <p:nvPr/>
        </p:nvCxnSpPr>
        <p:spPr>
          <a:xfrm>
            <a:off x="3189054" y="4062544"/>
            <a:ext cx="8737059" cy="0"/>
          </a:xfrm>
          <a:prstGeom prst="line">
            <a:avLst/>
          </a:prstGeom>
        </p:spPr>
        <p:style>
          <a:lnRef idx="2">
            <a:schemeClr val="dk1"/>
          </a:lnRef>
          <a:fillRef idx="0">
            <a:schemeClr val="dk1"/>
          </a:fillRef>
          <a:effectRef idx="1">
            <a:schemeClr val="dk1"/>
          </a:effectRef>
          <a:fontRef idx="minor">
            <a:schemeClr val="tx1"/>
          </a:fontRef>
        </p:style>
      </p:cxnSp>
      <p:pic>
        <p:nvPicPr>
          <p:cNvPr id="3" name="Imagen 2" descr="Forma&#10;&#10;Descripción generada automáticamente con confianza baja">
            <a:extLst>
              <a:ext uri="{FF2B5EF4-FFF2-40B4-BE49-F238E27FC236}">
                <a16:creationId xmlns:a16="http://schemas.microsoft.com/office/drawing/2014/main" id="{DBEFD411-AA1D-8936-2EBD-4106784573A7}"/>
              </a:ext>
            </a:extLst>
          </p:cNvPr>
          <p:cNvPicPr>
            <a:picLocks noChangeAspect="1"/>
          </p:cNvPicPr>
          <p:nvPr/>
        </p:nvPicPr>
        <p:blipFill>
          <a:blip r:embed="rId3">
            <a:extLst>
              <a:ext uri="{28A0092B-C50C-407E-A947-70E740481C1C}">
                <a14:useLocalDpi xmlns:a14="http://schemas.microsoft.com/office/drawing/2010/main" val="0"/>
              </a:ext>
            </a:extLst>
          </a:blip>
          <a:srcRect t="47106" b="47244"/>
          <a:stretch/>
        </p:blipFill>
        <p:spPr>
          <a:xfrm flipV="1">
            <a:off x="3189054" y="6555976"/>
            <a:ext cx="8737059" cy="136703"/>
          </a:xfrm>
          <a:prstGeom prst="rect">
            <a:avLst/>
          </a:prstGeom>
        </p:spPr>
      </p:pic>
      <p:sp>
        <p:nvSpPr>
          <p:cNvPr id="36" name="Rectángulo 35">
            <a:extLst>
              <a:ext uri="{FF2B5EF4-FFF2-40B4-BE49-F238E27FC236}">
                <a16:creationId xmlns:a16="http://schemas.microsoft.com/office/drawing/2014/main" id="{F79E3F54-A31A-99D1-209F-C7BC4620C549}"/>
              </a:ext>
            </a:extLst>
          </p:cNvPr>
          <p:cNvSpPr/>
          <p:nvPr/>
        </p:nvSpPr>
        <p:spPr>
          <a:xfrm>
            <a:off x="6562859" y="1743599"/>
            <a:ext cx="1465634" cy="440525"/>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BUSCAR</a:t>
            </a:r>
          </a:p>
        </p:txBody>
      </p:sp>
      <p:graphicFrame>
        <p:nvGraphicFramePr>
          <p:cNvPr id="13" name="Tabla 12">
            <a:extLst>
              <a:ext uri="{FF2B5EF4-FFF2-40B4-BE49-F238E27FC236}">
                <a16:creationId xmlns:a16="http://schemas.microsoft.com/office/drawing/2014/main" id="{47C6D7D6-EC0B-B268-6D7A-16ABE1568114}"/>
              </a:ext>
            </a:extLst>
          </p:cNvPr>
          <p:cNvGraphicFramePr>
            <a:graphicFrameLocks noGrp="1"/>
          </p:cNvGraphicFramePr>
          <p:nvPr>
            <p:extLst>
              <p:ext uri="{D42A27DB-BD31-4B8C-83A1-F6EECF244321}">
                <p14:modId xmlns:p14="http://schemas.microsoft.com/office/powerpoint/2010/main" val="3341203961"/>
              </p:ext>
            </p:extLst>
          </p:nvPr>
        </p:nvGraphicFramePr>
        <p:xfrm>
          <a:off x="3521062" y="4325660"/>
          <a:ext cx="8073041" cy="1854200"/>
        </p:xfrm>
        <a:graphic>
          <a:graphicData uri="http://schemas.openxmlformats.org/drawingml/2006/table">
            <a:tbl>
              <a:tblPr firstRow="1" bandRow="1">
                <a:tableStyleId>{5940675A-B579-460E-94D1-54222C63F5DA}</a:tableStyleId>
              </a:tblPr>
              <a:tblGrid>
                <a:gridCol w="2200889">
                  <a:extLst>
                    <a:ext uri="{9D8B030D-6E8A-4147-A177-3AD203B41FA5}">
                      <a16:colId xmlns:a16="http://schemas.microsoft.com/office/drawing/2014/main" val="3279040480"/>
                    </a:ext>
                  </a:extLst>
                </a:gridCol>
                <a:gridCol w="1056341">
                  <a:extLst>
                    <a:ext uri="{9D8B030D-6E8A-4147-A177-3AD203B41FA5}">
                      <a16:colId xmlns:a16="http://schemas.microsoft.com/office/drawing/2014/main" val="1494378635"/>
                    </a:ext>
                  </a:extLst>
                </a:gridCol>
                <a:gridCol w="1089330">
                  <a:extLst>
                    <a:ext uri="{9D8B030D-6E8A-4147-A177-3AD203B41FA5}">
                      <a16:colId xmlns:a16="http://schemas.microsoft.com/office/drawing/2014/main" val="717157630"/>
                    </a:ext>
                  </a:extLst>
                </a:gridCol>
                <a:gridCol w="1421394">
                  <a:extLst>
                    <a:ext uri="{9D8B030D-6E8A-4147-A177-3AD203B41FA5}">
                      <a16:colId xmlns:a16="http://schemas.microsoft.com/office/drawing/2014/main" val="1115180335"/>
                    </a:ext>
                  </a:extLst>
                </a:gridCol>
                <a:gridCol w="1083502">
                  <a:extLst>
                    <a:ext uri="{9D8B030D-6E8A-4147-A177-3AD203B41FA5}">
                      <a16:colId xmlns:a16="http://schemas.microsoft.com/office/drawing/2014/main" val="176767674"/>
                    </a:ext>
                  </a:extLst>
                </a:gridCol>
                <a:gridCol w="1221585">
                  <a:extLst>
                    <a:ext uri="{9D8B030D-6E8A-4147-A177-3AD203B41FA5}">
                      <a16:colId xmlns:a16="http://schemas.microsoft.com/office/drawing/2014/main" val="2309842737"/>
                    </a:ext>
                  </a:extLst>
                </a:gridCol>
              </a:tblGrid>
              <a:tr h="370840">
                <a:tc>
                  <a:txBody>
                    <a:bodyPr/>
                    <a:lstStyle/>
                    <a:p>
                      <a:r>
                        <a:rPr lang="es-PE" sz="1600" dirty="0"/>
                        <a:t>ASIGNATURA</a:t>
                      </a:r>
                    </a:p>
                  </a:txBody>
                  <a:tcPr/>
                </a:tc>
                <a:tc>
                  <a:txBody>
                    <a:bodyPr/>
                    <a:lstStyle/>
                    <a:p>
                      <a:r>
                        <a:rPr lang="es-PE" sz="1600" dirty="0"/>
                        <a:t>LUNES</a:t>
                      </a:r>
                    </a:p>
                  </a:txBody>
                  <a:tcPr/>
                </a:tc>
                <a:tc>
                  <a:txBody>
                    <a:bodyPr/>
                    <a:lstStyle/>
                    <a:p>
                      <a:r>
                        <a:rPr lang="es-PE" sz="1600" dirty="0"/>
                        <a:t>MARTES</a:t>
                      </a:r>
                    </a:p>
                  </a:txBody>
                  <a:tcPr/>
                </a:tc>
                <a:tc>
                  <a:txBody>
                    <a:bodyPr/>
                    <a:lstStyle/>
                    <a:p>
                      <a:r>
                        <a:rPr lang="es-PE" sz="1600" dirty="0"/>
                        <a:t>MIERCOLES</a:t>
                      </a:r>
                    </a:p>
                  </a:txBody>
                  <a:tcPr/>
                </a:tc>
                <a:tc>
                  <a:txBody>
                    <a:bodyPr/>
                    <a:lstStyle/>
                    <a:p>
                      <a:r>
                        <a:rPr lang="es-PE" sz="1600" dirty="0"/>
                        <a:t>JUEVES</a:t>
                      </a:r>
                    </a:p>
                  </a:txBody>
                  <a:tcPr/>
                </a:tc>
                <a:tc>
                  <a:txBody>
                    <a:bodyPr/>
                    <a:lstStyle/>
                    <a:p>
                      <a:r>
                        <a:rPr lang="es-PE" sz="1600" dirty="0"/>
                        <a:t>VIERNES</a:t>
                      </a:r>
                    </a:p>
                  </a:txBody>
                  <a:tcPr/>
                </a:tc>
                <a:extLst>
                  <a:ext uri="{0D108BD9-81ED-4DB2-BD59-A6C34878D82A}">
                    <a16:rowId xmlns:a16="http://schemas.microsoft.com/office/drawing/2014/main" val="1252896135"/>
                  </a:ext>
                </a:extLst>
              </a:tr>
              <a:tr h="370840">
                <a:tc>
                  <a:txBody>
                    <a:bodyPr/>
                    <a:lstStyle/>
                    <a:p>
                      <a:r>
                        <a:rPr lang="es-PE" sz="1400" dirty="0"/>
                        <a:t>PROG.APLICADA II</a:t>
                      </a:r>
                    </a:p>
                  </a:txBody>
                  <a:tcPr/>
                </a:tc>
                <a:tc>
                  <a:txBody>
                    <a:bodyPr/>
                    <a:lstStyle/>
                    <a:p>
                      <a:r>
                        <a:rPr lang="es-PE" sz="1200" dirty="0"/>
                        <a:t>8:00 – 10:00</a:t>
                      </a:r>
                    </a:p>
                  </a:txBody>
                  <a:tcPr/>
                </a:tc>
                <a:tc>
                  <a:txBody>
                    <a:bodyPr/>
                    <a:lstStyle/>
                    <a:p>
                      <a:endParaRPr lang="es-PE" sz="1200"/>
                    </a:p>
                  </a:txBody>
                  <a:tcPr/>
                </a:tc>
                <a:tc>
                  <a:txBody>
                    <a:bodyPr/>
                    <a:lstStyle/>
                    <a:p>
                      <a:r>
                        <a:rPr lang="es-PE" sz="1200" dirty="0"/>
                        <a:t>13:00 – 15:00</a:t>
                      </a:r>
                    </a:p>
                  </a:txBody>
                  <a:tcPr/>
                </a:tc>
                <a:tc>
                  <a:txBody>
                    <a:bodyPr/>
                    <a:lstStyle/>
                    <a:p>
                      <a:endParaRPr lang="es-PE" sz="1200" dirty="0"/>
                    </a:p>
                  </a:txBody>
                  <a:tcPr/>
                </a:tc>
                <a:tc>
                  <a:txBody>
                    <a:bodyPr/>
                    <a:lstStyle/>
                    <a:p>
                      <a:endParaRPr lang="es-PE" sz="1200" dirty="0"/>
                    </a:p>
                  </a:txBody>
                  <a:tcPr/>
                </a:tc>
                <a:extLst>
                  <a:ext uri="{0D108BD9-81ED-4DB2-BD59-A6C34878D82A}">
                    <a16:rowId xmlns:a16="http://schemas.microsoft.com/office/drawing/2014/main" val="3260141671"/>
                  </a:ext>
                </a:extLst>
              </a:tr>
              <a:tr h="370840">
                <a:tc>
                  <a:txBody>
                    <a:bodyPr/>
                    <a:lstStyle/>
                    <a:p>
                      <a:r>
                        <a:rPr lang="es-PE" sz="1400" dirty="0"/>
                        <a:t>PROG.APLICADA I</a:t>
                      </a:r>
                    </a:p>
                  </a:txBody>
                  <a:tcPr/>
                </a:tc>
                <a:tc>
                  <a:txBody>
                    <a:bodyPr/>
                    <a:lstStyle/>
                    <a:p>
                      <a:endParaRPr lang="es-PE" sz="1200" dirty="0"/>
                    </a:p>
                  </a:txBody>
                  <a:tcPr/>
                </a:tc>
                <a:tc>
                  <a:txBody>
                    <a:bodyPr/>
                    <a:lstStyle/>
                    <a:p>
                      <a:r>
                        <a:rPr lang="es-PE" sz="1200" dirty="0"/>
                        <a:t>9:00 – 11:00</a:t>
                      </a:r>
                    </a:p>
                  </a:txBody>
                  <a:tcPr/>
                </a:tc>
                <a:tc>
                  <a:txBody>
                    <a:bodyPr/>
                    <a:lstStyle/>
                    <a:p>
                      <a:endParaRPr lang="es-PE" sz="1200" dirty="0"/>
                    </a:p>
                  </a:txBody>
                  <a:tcPr/>
                </a:tc>
                <a:tc>
                  <a:txBody>
                    <a:bodyPr/>
                    <a:lstStyle/>
                    <a:p>
                      <a:r>
                        <a:rPr lang="es-PE" sz="1200" dirty="0"/>
                        <a:t>10:30 – 12:30</a:t>
                      </a:r>
                    </a:p>
                  </a:txBody>
                  <a:tcPr/>
                </a:tc>
                <a:tc>
                  <a:txBody>
                    <a:bodyPr/>
                    <a:lstStyle/>
                    <a:p>
                      <a:endParaRPr lang="es-PE" sz="1200"/>
                    </a:p>
                  </a:txBody>
                  <a:tcPr/>
                </a:tc>
                <a:extLst>
                  <a:ext uri="{0D108BD9-81ED-4DB2-BD59-A6C34878D82A}">
                    <a16:rowId xmlns:a16="http://schemas.microsoft.com/office/drawing/2014/main" val="1267768524"/>
                  </a:ext>
                </a:extLst>
              </a:tr>
              <a:tr h="370840">
                <a:tc>
                  <a:txBody>
                    <a:bodyPr/>
                    <a:lstStyle/>
                    <a:p>
                      <a:r>
                        <a:rPr lang="es-PE" sz="1400" dirty="0"/>
                        <a:t>FUND. PROG I</a:t>
                      </a:r>
                    </a:p>
                  </a:txBody>
                  <a:tcPr/>
                </a:tc>
                <a:tc>
                  <a:txBody>
                    <a:bodyPr/>
                    <a:lstStyle/>
                    <a:p>
                      <a:r>
                        <a:rPr lang="es-PE" sz="1200" dirty="0"/>
                        <a:t>10:00 – 12:00</a:t>
                      </a:r>
                    </a:p>
                  </a:txBody>
                  <a:tcPr/>
                </a:tc>
                <a:tc>
                  <a:txBody>
                    <a:bodyPr/>
                    <a:lstStyle/>
                    <a:p>
                      <a:endParaRPr lang="es-PE" sz="1200" dirty="0"/>
                    </a:p>
                  </a:txBody>
                  <a:tcPr/>
                </a:tc>
                <a:tc>
                  <a:txBody>
                    <a:bodyPr/>
                    <a:lstStyle/>
                    <a:p>
                      <a:r>
                        <a:rPr lang="es-PE" sz="1200" dirty="0"/>
                        <a:t>9:00 – 11:00</a:t>
                      </a:r>
                    </a:p>
                  </a:txBody>
                  <a:tcPr/>
                </a:tc>
                <a:tc>
                  <a:txBody>
                    <a:bodyPr/>
                    <a:lstStyle/>
                    <a:p>
                      <a:endParaRPr lang="es-PE" sz="1200"/>
                    </a:p>
                  </a:txBody>
                  <a:tcPr/>
                </a:tc>
                <a:tc>
                  <a:txBody>
                    <a:bodyPr/>
                    <a:lstStyle/>
                    <a:p>
                      <a:endParaRPr lang="es-PE" sz="1200"/>
                    </a:p>
                  </a:txBody>
                  <a:tcPr/>
                </a:tc>
                <a:extLst>
                  <a:ext uri="{0D108BD9-81ED-4DB2-BD59-A6C34878D82A}">
                    <a16:rowId xmlns:a16="http://schemas.microsoft.com/office/drawing/2014/main" val="658545994"/>
                  </a:ext>
                </a:extLst>
              </a:tr>
              <a:tr h="370840">
                <a:tc>
                  <a:txBody>
                    <a:bodyPr/>
                    <a:lstStyle/>
                    <a:p>
                      <a:r>
                        <a:rPr lang="es-PE" sz="1400" dirty="0"/>
                        <a:t>BASE DE DATOS II</a:t>
                      </a:r>
                    </a:p>
                  </a:txBody>
                  <a:tcPr/>
                </a:tc>
                <a:tc>
                  <a:txBody>
                    <a:bodyPr/>
                    <a:lstStyle/>
                    <a:p>
                      <a:r>
                        <a:rPr lang="es-PE" sz="1200" dirty="0"/>
                        <a:t>15:00 – 17:00</a:t>
                      </a:r>
                    </a:p>
                  </a:txBody>
                  <a:tcPr/>
                </a:tc>
                <a:tc>
                  <a:txBody>
                    <a:bodyPr/>
                    <a:lstStyle/>
                    <a:p>
                      <a:r>
                        <a:rPr lang="es-PE" sz="1200" dirty="0"/>
                        <a:t>11:00 – 13:00</a:t>
                      </a:r>
                    </a:p>
                  </a:txBody>
                  <a:tcPr/>
                </a:tc>
                <a:tc>
                  <a:txBody>
                    <a:bodyPr/>
                    <a:lstStyle/>
                    <a:p>
                      <a:endParaRPr lang="es-PE" sz="1200"/>
                    </a:p>
                  </a:txBody>
                  <a:tcPr/>
                </a:tc>
                <a:tc>
                  <a:txBody>
                    <a:bodyPr/>
                    <a:lstStyle/>
                    <a:p>
                      <a:endParaRPr lang="es-PE" sz="1200"/>
                    </a:p>
                  </a:txBody>
                  <a:tcPr/>
                </a:tc>
                <a:tc>
                  <a:txBody>
                    <a:bodyPr/>
                    <a:lstStyle/>
                    <a:p>
                      <a:endParaRPr lang="es-PE" sz="1200" dirty="0"/>
                    </a:p>
                  </a:txBody>
                  <a:tcPr/>
                </a:tc>
                <a:extLst>
                  <a:ext uri="{0D108BD9-81ED-4DB2-BD59-A6C34878D82A}">
                    <a16:rowId xmlns:a16="http://schemas.microsoft.com/office/drawing/2014/main" val="1193613946"/>
                  </a:ext>
                </a:extLst>
              </a:tr>
            </a:tbl>
          </a:graphicData>
        </a:graphic>
      </p:graphicFrame>
      <p:sp>
        <p:nvSpPr>
          <p:cNvPr id="38" name="Rectángulo 37">
            <a:extLst>
              <a:ext uri="{FF2B5EF4-FFF2-40B4-BE49-F238E27FC236}">
                <a16:creationId xmlns:a16="http://schemas.microsoft.com/office/drawing/2014/main" id="{1193BE29-DBF2-3287-403C-5403DA2CA538}"/>
              </a:ext>
            </a:extLst>
          </p:cNvPr>
          <p:cNvSpPr/>
          <p:nvPr/>
        </p:nvSpPr>
        <p:spPr>
          <a:xfrm>
            <a:off x="8363936" y="134216"/>
            <a:ext cx="3636483" cy="2328325"/>
          </a:xfrm>
          <a:prstGeom prst="rect">
            <a:avLst/>
          </a:prstGeom>
          <a:solidFill>
            <a:srgbClr val="FF9800"/>
          </a:solidFill>
          <a:ln>
            <a:solidFill>
              <a:schemeClr val="tx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8" name="Rectángulo 7">
            <a:extLst>
              <a:ext uri="{FF2B5EF4-FFF2-40B4-BE49-F238E27FC236}">
                <a16:creationId xmlns:a16="http://schemas.microsoft.com/office/drawing/2014/main" id="{E9BD4FC7-C67E-35DD-327D-5830582CCB15}"/>
              </a:ext>
            </a:extLst>
          </p:cNvPr>
          <p:cNvSpPr/>
          <p:nvPr/>
        </p:nvSpPr>
        <p:spPr>
          <a:xfrm>
            <a:off x="8363936" y="137286"/>
            <a:ext cx="3636483" cy="440525"/>
          </a:xfrm>
          <a:prstGeom prst="rect">
            <a:avLst/>
          </a:prstGeom>
          <a:solidFill>
            <a:schemeClr val="accent2"/>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MENÚ AVANZADO</a:t>
            </a:r>
          </a:p>
        </p:txBody>
      </p:sp>
      <p:sp>
        <p:nvSpPr>
          <p:cNvPr id="17" name="Rectángulo 16">
            <a:extLst>
              <a:ext uri="{FF2B5EF4-FFF2-40B4-BE49-F238E27FC236}">
                <a16:creationId xmlns:a16="http://schemas.microsoft.com/office/drawing/2014/main" id="{829036EA-8307-2DD6-8C19-B6829EEF00F0}"/>
              </a:ext>
            </a:extLst>
          </p:cNvPr>
          <p:cNvSpPr/>
          <p:nvPr/>
        </p:nvSpPr>
        <p:spPr>
          <a:xfrm>
            <a:off x="8590095" y="1315011"/>
            <a:ext cx="3179409" cy="348490"/>
          </a:xfrm>
          <a:prstGeom prst="rect">
            <a:avLst/>
          </a:prstGeom>
          <a:solidFill>
            <a:schemeClr val="accent2"/>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MODIFICAR HORARIOS</a:t>
            </a:r>
          </a:p>
        </p:txBody>
      </p:sp>
      <p:sp>
        <p:nvSpPr>
          <p:cNvPr id="39" name="Rectángulo 38">
            <a:extLst>
              <a:ext uri="{FF2B5EF4-FFF2-40B4-BE49-F238E27FC236}">
                <a16:creationId xmlns:a16="http://schemas.microsoft.com/office/drawing/2014/main" id="{DBEA70B2-614D-05D8-67BE-2330D889A8A4}"/>
              </a:ext>
            </a:extLst>
          </p:cNvPr>
          <p:cNvSpPr/>
          <p:nvPr/>
        </p:nvSpPr>
        <p:spPr>
          <a:xfrm>
            <a:off x="8590095" y="801142"/>
            <a:ext cx="3179409" cy="353925"/>
          </a:xfrm>
          <a:prstGeom prst="rect">
            <a:avLst/>
          </a:prstGeom>
          <a:solidFill>
            <a:schemeClr val="accent2"/>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AGREGAR HORARIOS</a:t>
            </a:r>
          </a:p>
        </p:txBody>
      </p:sp>
      <p:pic>
        <p:nvPicPr>
          <p:cNvPr id="40" name="Imagen 39" descr="Icono&#10;&#10;Descripción generada automáticamente">
            <a:extLst>
              <a:ext uri="{FF2B5EF4-FFF2-40B4-BE49-F238E27FC236}">
                <a16:creationId xmlns:a16="http://schemas.microsoft.com/office/drawing/2014/main" id="{F96FCA67-1C30-46F2-7658-47DEC6C890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50816" y="1877582"/>
            <a:ext cx="438100" cy="438100"/>
          </a:xfrm>
          <a:prstGeom prst="rect">
            <a:avLst/>
          </a:prstGeom>
        </p:spPr>
      </p:pic>
      <p:sp>
        <p:nvSpPr>
          <p:cNvPr id="41" name="Rectángulo 40">
            <a:extLst>
              <a:ext uri="{FF2B5EF4-FFF2-40B4-BE49-F238E27FC236}">
                <a16:creationId xmlns:a16="http://schemas.microsoft.com/office/drawing/2014/main" id="{5369921C-B141-C23F-72E1-9D07C8D7BF90}"/>
              </a:ext>
            </a:extLst>
          </p:cNvPr>
          <p:cNvSpPr/>
          <p:nvPr/>
        </p:nvSpPr>
        <p:spPr>
          <a:xfrm>
            <a:off x="8594985" y="1840735"/>
            <a:ext cx="3179409" cy="348490"/>
          </a:xfrm>
          <a:prstGeom prst="rect">
            <a:avLst/>
          </a:prstGeom>
          <a:solidFill>
            <a:schemeClr val="accent2"/>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ELIMINAR HORARIOS</a:t>
            </a:r>
          </a:p>
        </p:txBody>
      </p:sp>
      <p:sp>
        <p:nvSpPr>
          <p:cNvPr id="2" name="Rectángulo 1">
            <a:extLst>
              <a:ext uri="{FF2B5EF4-FFF2-40B4-BE49-F238E27FC236}">
                <a16:creationId xmlns:a16="http://schemas.microsoft.com/office/drawing/2014/main" id="{310468BB-B4A2-AFFA-6CD3-E844D3988E85}"/>
              </a:ext>
            </a:extLst>
          </p:cNvPr>
          <p:cNvSpPr/>
          <p:nvPr/>
        </p:nvSpPr>
        <p:spPr>
          <a:xfrm>
            <a:off x="1" y="1155622"/>
            <a:ext cx="2616740" cy="5702378"/>
          </a:xfrm>
          <a:prstGeom prst="rect">
            <a:avLst/>
          </a:prstGeom>
          <a:solidFill>
            <a:srgbClr val="FF9800"/>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11" name="Rectángulo 10">
            <a:extLst>
              <a:ext uri="{FF2B5EF4-FFF2-40B4-BE49-F238E27FC236}">
                <a16:creationId xmlns:a16="http://schemas.microsoft.com/office/drawing/2014/main" id="{3A6EB627-DA8B-F8DE-3CCE-CD706259E398}"/>
              </a:ext>
            </a:extLst>
          </p:cNvPr>
          <p:cNvSpPr/>
          <p:nvPr/>
        </p:nvSpPr>
        <p:spPr>
          <a:xfrm>
            <a:off x="-230" y="3158709"/>
            <a:ext cx="2616740" cy="608472"/>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sp>
        <p:nvSpPr>
          <p:cNvPr id="25" name="Rectángulo 24">
            <a:extLst>
              <a:ext uri="{FF2B5EF4-FFF2-40B4-BE49-F238E27FC236}">
                <a16:creationId xmlns:a16="http://schemas.microsoft.com/office/drawing/2014/main" id="{FB591105-55E8-E8B4-BF15-B0AE90C6204B}"/>
              </a:ext>
            </a:extLst>
          </p:cNvPr>
          <p:cNvSpPr/>
          <p:nvPr/>
        </p:nvSpPr>
        <p:spPr>
          <a:xfrm>
            <a:off x="385267" y="5842870"/>
            <a:ext cx="1901953" cy="73176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CERRAR SESIÓN</a:t>
            </a:r>
          </a:p>
        </p:txBody>
      </p:sp>
      <p:sp>
        <p:nvSpPr>
          <p:cNvPr id="26" name="Rectángulo 25">
            <a:extLst>
              <a:ext uri="{FF2B5EF4-FFF2-40B4-BE49-F238E27FC236}">
                <a16:creationId xmlns:a16="http://schemas.microsoft.com/office/drawing/2014/main" id="{E7B36FD3-E4F2-DD20-4337-3D094A4D889E}"/>
              </a:ext>
            </a:extLst>
          </p:cNvPr>
          <p:cNvSpPr/>
          <p:nvPr/>
        </p:nvSpPr>
        <p:spPr>
          <a:xfrm>
            <a:off x="298270" y="3322996"/>
            <a:ext cx="1919115" cy="276999"/>
          </a:xfrm>
          <a:prstGeom prst="rect">
            <a:avLst/>
          </a:prstGeom>
          <a:noFill/>
          <a:effectLst/>
        </p:spPr>
        <p:txBody>
          <a:bodyPr wrap="none" lIns="91440" tIns="45720" rIns="91440" bIns="45720">
            <a:spAutoFit/>
          </a:bodyPr>
          <a:lstStyle/>
          <a:p>
            <a:pPr algn="ctr"/>
            <a:r>
              <a:rPr lang="es-ES" sz="1200" b="1" dirty="0">
                <a:ln w="0">
                  <a:noFill/>
                </a:ln>
                <a:solidFill>
                  <a:schemeClr val="bg1"/>
                </a:solidFill>
                <a:latin typeface="Poppins" panose="00000500000000000000" pitchFamily="2" charset="0"/>
                <a:cs typeface="Poppins" panose="00000500000000000000" pitchFamily="2" charset="0"/>
              </a:rPr>
              <a:t>REGISTRO DE USUARIOS</a:t>
            </a:r>
            <a:endParaRPr lang="es-ES" sz="1200" b="1" cap="none" spc="0" dirty="0">
              <a:ln w="0">
                <a:noFill/>
              </a:ln>
              <a:solidFill>
                <a:schemeClr val="bg1"/>
              </a:solidFill>
              <a:latin typeface="Poppins" panose="00000500000000000000" pitchFamily="2" charset="0"/>
              <a:cs typeface="Poppins" panose="00000500000000000000" pitchFamily="2" charset="0"/>
            </a:endParaRPr>
          </a:p>
        </p:txBody>
      </p:sp>
      <p:pic>
        <p:nvPicPr>
          <p:cNvPr id="27" name="Imagen 26" descr="Icono&#10;&#10;Descripción generada automáticamente">
            <a:extLst>
              <a:ext uri="{FF2B5EF4-FFF2-40B4-BE49-F238E27FC236}">
                <a16:creationId xmlns:a16="http://schemas.microsoft.com/office/drawing/2014/main" id="{5CC0118D-3AD2-EE07-9C2C-41C664F09D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45514" y="3448044"/>
            <a:ext cx="438100" cy="438100"/>
          </a:xfrm>
          <a:prstGeom prst="rect">
            <a:avLst/>
          </a:prstGeom>
        </p:spPr>
      </p:pic>
      <p:sp>
        <p:nvSpPr>
          <p:cNvPr id="28" name="Rectángulo 27">
            <a:extLst>
              <a:ext uri="{FF2B5EF4-FFF2-40B4-BE49-F238E27FC236}">
                <a16:creationId xmlns:a16="http://schemas.microsoft.com/office/drawing/2014/main" id="{865AC4DA-3725-1249-410C-13B8C4C959EC}"/>
              </a:ext>
            </a:extLst>
          </p:cNvPr>
          <p:cNvSpPr/>
          <p:nvPr/>
        </p:nvSpPr>
        <p:spPr>
          <a:xfrm>
            <a:off x="287106" y="3932200"/>
            <a:ext cx="2024914" cy="276999"/>
          </a:xfrm>
          <a:prstGeom prst="rect">
            <a:avLst/>
          </a:prstGeom>
          <a:noFill/>
        </p:spPr>
        <p:txBody>
          <a:bodyPr wrap="none" lIns="91440" tIns="45720" rIns="91440" bIns="45720">
            <a:spAutoFit/>
          </a:bodyPr>
          <a:lstStyle/>
          <a:p>
            <a:pPr algn="ctr"/>
            <a:r>
              <a:rPr lang="es-ES" sz="1200" cap="none" spc="0" dirty="0">
                <a:ln w="0">
                  <a:noFill/>
                </a:ln>
                <a:latin typeface="Poppins" panose="00000500000000000000" pitchFamily="2" charset="0"/>
                <a:cs typeface="Poppins" panose="00000500000000000000" pitchFamily="2" charset="0"/>
              </a:rPr>
              <a:t>CONTROL DE ASISTENCIA</a:t>
            </a:r>
          </a:p>
        </p:txBody>
      </p:sp>
      <p:sp>
        <p:nvSpPr>
          <p:cNvPr id="35" name="Rectángulo 34">
            <a:extLst>
              <a:ext uri="{FF2B5EF4-FFF2-40B4-BE49-F238E27FC236}">
                <a16:creationId xmlns:a16="http://schemas.microsoft.com/office/drawing/2014/main" id="{23F76CA8-5A9F-6097-14D2-36B7A13EFFEA}"/>
              </a:ext>
            </a:extLst>
          </p:cNvPr>
          <p:cNvSpPr/>
          <p:nvPr/>
        </p:nvSpPr>
        <p:spPr>
          <a:xfrm>
            <a:off x="393524" y="4543643"/>
            <a:ext cx="1806906" cy="276999"/>
          </a:xfrm>
          <a:prstGeom prst="rect">
            <a:avLst/>
          </a:prstGeom>
          <a:noFill/>
        </p:spPr>
        <p:txBody>
          <a:bodyPr wrap="none" lIns="91440" tIns="45720" rIns="91440" bIns="45720">
            <a:spAutoFit/>
          </a:bodyPr>
          <a:lstStyle/>
          <a:p>
            <a:pPr algn="ctr"/>
            <a:r>
              <a:rPr lang="es-ES" sz="1200" dirty="0">
                <a:ln w="0">
                  <a:noFill/>
                </a:ln>
                <a:latin typeface="Poppins" panose="00000500000000000000" pitchFamily="2" charset="0"/>
                <a:cs typeface="Poppins" panose="00000500000000000000" pitchFamily="2" charset="0"/>
              </a:rPr>
              <a:t>CONTROL DE EQUIPOS</a:t>
            </a:r>
            <a:endParaRPr lang="es-ES" sz="1200" cap="none" spc="0" dirty="0">
              <a:ln w="0">
                <a:noFill/>
              </a:ln>
              <a:latin typeface="Poppins" panose="00000500000000000000" pitchFamily="2" charset="0"/>
              <a:cs typeface="Poppins" panose="00000500000000000000" pitchFamily="2" charset="0"/>
            </a:endParaRPr>
          </a:p>
        </p:txBody>
      </p:sp>
      <p:sp>
        <p:nvSpPr>
          <p:cNvPr id="37" name="Rectángulo 36">
            <a:extLst>
              <a:ext uri="{FF2B5EF4-FFF2-40B4-BE49-F238E27FC236}">
                <a16:creationId xmlns:a16="http://schemas.microsoft.com/office/drawing/2014/main" id="{970906C6-8E07-C721-93F1-67D2162A6EA1}"/>
              </a:ext>
            </a:extLst>
          </p:cNvPr>
          <p:cNvSpPr/>
          <p:nvPr/>
        </p:nvSpPr>
        <p:spPr>
          <a:xfrm>
            <a:off x="201728" y="5057432"/>
            <a:ext cx="2268571" cy="276999"/>
          </a:xfrm>
          <a:prstGeom prst="rect">
            <a:avLst/>
          </a:prstGeom>
          <a:noFill/>
        </p:spPr>
        <p:txBody>
          <a:bodyPr wrap="none" lIns="91440" tIns="45720" rIns="91440" bIns="45720">
            <a:spAutoFit/>
          </a:bodyPr>
          <a:lstStyle/>
          <a:p>
            <a:pPr algn="ctr"/>
            <a:r>
              <a:rPr lang="es-ES" sz="1200" dirty="0">
                <a:ln w="0">
                  <a:noFill/>
                </a:ln>
                <a:latin typeface="Poppins" panose="00000500000000000000" pitchFamily="2" charset="0"/>
                <a:cs typeface="Poppins" panose="00000500000000000000" pitchFamily="2" charset="0"/>
              </a:rPr>
              <a:t>HORARIOS DE LABORATORIO</a:t>
            </a:r>
            <a:endParaRPr lang="es-ES" sz="1200" cap="none" spc="0" dirty="0">
              <a:ln w="0">
                <a:noFill/>
              </a:ln>
              <a:latin typeface="Poppins" panose="00000500000000000000" pitchFamily="2" charset="0"/>
              <a:cs typeface="Poppins" panose="00000500000000000000" pitchFamily="2" charset="0"/>
            </a:endParaRPr>
          </a:p>
        </p:txBody>
      </p:sp>
      <p:sp>
        <p:nvSpPr>
          <p:cNvPr id="42" name="Rectángulo 41">
            <a:extLst>
              <a:ext uri="{FF2B5EF4-FFF2-40B4-BE49-F238E27FC236}">
                <a16:creationId xmlns:a16="http://schemas.microsoft.com/office/drawing/2014/main" id="{B198B94F-2944-C609-C0D4-FB9BDA7AF944}"/>
              </a:ext>
            </a:extLst>
          </p:cNvPr>
          <p:cNvSpPr/>
          <p:nvPr/>
        </p:nvSpPr>
        <p:spPr>
          <a:xfrm>
            <a:off x="288750" y="2722803"/>
            <a:ext cx="2149779" cy="338554"/>
          </a:xfrm>
          <a:prstGeom prst="rect">
            <a:avLst/>
          </a:prstGeom>
          <a:noFill/>
        </p:spPr>
        <p:txBody>
          <a:bodyPr wrap="square" lIns="91440" tIns="45720" rIns="91440" bIns="45720">
            <a:spAutoFit/>
          </a:bodyPr>
          <a:lstStyle/>
          <a:p>
            <a:r>
              <a:rPr lang="es-ES" sz="1600" b="1" dirty="0">
                <a:ln w="0">
                  <a:noFill/>
                </a:ln>
                <a:latin typeface="Poppins" panose="00000500000000000000" pitchFamily="2" charset="0"/>
                <a:cs typeface="Poppins" panose="00000500000000000000" pitchFamily="2" charset="0"/>
              </a:rPr>
              <a:t>Nombre de Usuario</a:t>
            </a:r>
            <a:endParaRPr lang="es-ES" sz="1600" b="1" cap="none" spc="0" dirty="0">
              <a:ln w="0">
                <a:noFill/>
              </a:ln>
              <a:latin typeface="Poppins" panose="00000500000000000000" pitchFamily="2" charset="0"/>
              <a:cs typeface="Poppins" panose="00000500000000000000" pitchFamily="2" charset="0"/>
            </a:endParaRPr>
          </a:p>
        </p:txBody>
      </p:sp>
      <p:pic>
        <p:nvPicPr>
          <p:cNvPr id="43" name="Imagen 42" descr="Dibujo de un animal con la boca abierta&#10;&#10;Descripción generada automáticamente con confianza baja">
            <a:extLst>
              <a:ext uri="{FF2B5EF4-FFF2-40B4-BE49-F238E27FC236}">
                <a16:creationId xmlns:a16="http://schemas.microsoft.com/office/drawing/2014/main" id="{02990CF8-5B2B-C558-46CC-361B7DB0E97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5392" y="1331606"/>
            <a:ext cx="1373057" cy="1362177"/>
          </a:xfrm>
          <a:prstGeom prst="rect">
            <a:avLst/>
          </a:prstGeom>
        </p:spPr>
      </p:pic>
    </p:spTree>
    <p:extLst>
      <p:ext uri="{BB962C8B-B14F-4D97-AF65-F5344CB8AC3E}">
        <p14:creationId xmlns:p14="http://schemas.microsoft.com/office/powerpoint/2010/main" val="15498412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1F32CDA-FFB5-6E7D-6BD8-F85FFEA91E91}"/>
              </a:ext>
            </a:extLst>
          </p:cNvPr>
          <p:cNvSpPr/>
          <p:nvPr/>
        </p:nvSpPr>
        <p:spPr>
          <a:xfrm>
            <a:off x="0" y="0"/>
            <a:ext cx="2616740" cy="116731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pic>
        <p:nvPicPr>
          <p:cNvPr id="5" name="Imagen 4" descr="Interfaz de usuario gráfica, Texto, Aplicación&#10;&#10;Descripción generada automáticamente">
            <a:extLst>
              <a:ext uri="{FF2B5EF4-FFF2-40B4-BE49-F238E27FC236}">
                <a16:creationId xmlns:a16="http://schemas.microsoft.com/office/drawing/2014/main" id="{8E422B7E-940B-4B59-8E84-BA16C9F2AE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671" y="134217"/>
            <a:ext cx="2194397" cy="887188"/>
          </a:xfrm>
          <a:prstGeom prst="rect">
            <a:avLst/>
          </a:prstGeom>
        </p:spPr>
      </p:pic>
      <p:sp>
        <p:nvSpPr>
          <p:cNvPr id="7" name="Rectángulo 6">
            <a:extLst>
              <a:ext uri="{FF2B5EF4-FFF2-40B4-BE49-F238E27FC236}">
                <a16:creationId xmlns:a16="http://schemas.microsoft.com/office/drawing/2014/main" id="{28E1129F-969D-8E7B-485E-F72C8E2ED915}"/>
              </a:ext>
            </a:extLst>
          </p:cNvPr>
          <p:cNvSpPr>
            <a:spLocks noGrp="1" noRot="1" noMove="1" noResize="1" noEditPoints="1" noAdjustHandles="1" noChangeArrowheads="1" noChangeShapeType="1"/>
          </p:cNvSpPr>
          <p:nvPr/>
        </p:nvSpPr>
        <p:spPr>
          <a:xfrm>
            <a:off x="2616740" y="0"/>
            <a:ext cx="9575260" cy="6858000"/>
          </a:xfrm>
          <a:prstGeom prst="rect">
            <a:avLst/>
          </a:prstGeom>
          <a:solidFill>
            <a:srgbClr val="EEEEEE"/>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9" name="Rectángulo 8">
            <a:extLst>
              <a:ext uri="{FF2B5EF4-FFF2-40B4-BE49-F238E27FC236}">
                <a16:creationId xmlns:a16="http://schemas.microsoft.com/office/drawing/2014/main" id="{7E1D6AD2-0514-7278-374D-11A9B4F7E598}"/>
              </a:ext>
            </a:extLst>
          </p:cNvPr>
          <p:cNvSpPr/>
          <p:nvPr/>
        </p:nvSpPr>
        <p:spPr>
          <a:xfrm>
            <a:off x="3569426" y="298770"/>
            <a:ext cx="3886000" cy="523220"/>
          </a:xfrm>
          <a:prstGeom prst="rect">
            <a:avLst/>
          </a:prstGeom>
          <a:noFill/>
        </p:spPr>
        <p:txBody>
          <a:bodyPr wrap="none" lIns="91440" tIns="45720" rIns="91440" bIns="45720">
            <a:spAutoFit/>
          </a:bodyPr>
          <a:lstStyle/>
          <a:p>
            <a:pPr algn="ctr"/>
            <a:r>
              <a:rPr lang="es-ES" sz="2800" b="1" cap="none" spc="0" dirty="0">
                <a:ln w="0">
                  <a:noFill/>
                </a:ln>
                <a:latin typeface="Poppins" panose="00000500000000000000" pitchFamily="2" charset="0"/>
                <a:cs typeface="Poppins" panose="00000500000000000000" pitchFamily="2" charset="0"/>
              </a:rPr>
              <a:t>AGREGAR HORARIOS</a:t>
            </a:r>
          </a:p>
        </p:txBody>
      </p:sp>
      <p:pic>
        <p:nvPicPr>
          <p:cNvPr id="3" name="Imagen 2" descr="Forma&#10;&#10;Descripción generada automáticamente con confianza baja">
            <a:extLst>
              <a:ext uri="{FF2B5EF4-FFF2-40B4-BE49-F238E27FC236}">
                <a16:creationId xmlns:a16="http://schemas.microsoft.com/office/drawing/2014/main" id="{DBEFD411-AA1D-8936-2EBD-4106784573A7}"/>
              </a:ext>
            </a:extLst>
          </p:cNvPr>
          <p:cNvPicPr>
            <a:picLocks noChangeAspect="1"/>
          </p:cNvPicPr>
          <p:nvPr/>
        </p:nvPicPr>
        <p:blipFill>
          <a:blip r:embed="rId3">
            <a:extLst>
              <a:ext uri="{28A0092B-C50C-407E-A947-70E740481C1C}">
                <a14:useLocalDpi xmlns:a14="http://schemas.microsoft.com/office/drawing/2010/main" val="0"/>
              </a:ext>
            </a:extLst>
          </a:blip>
          <a:srcRect t="47106" b="47244"/>
          <a:stretch/>
        </p:blipFill>
        <p:spPr>
          <a:xfrm flipV="1">
            <a:off x="3189054" y="6555976"/>
            <a:ext cx="8737059" cy="136703"/>
          </a:xfrm>
          <a:prstGeom prst="rect">
            <a:avLst/>
          </a:prstGeom>
        </p:spPr>
      </p:pic>
      <p:sp>
        <p:nvSpPr>
          <p:cNvPr id="2" name="Rectángulo 1">
            <a:extLst>
              <a:ext uri="{FF2B5EF4-FFF2-40B4-BE49-F238E27FC236}">
                <a16:creationId xmlns:a16="http://schemas.microsoft.com/office/drawing/2014/main" id="{EDE957D0-AB31-E053-4D14-DBBE790568E6}"/>
              </a:ext>
            </a:extLst>
          </p:cNvPr>
          <p:cNvSpPr/>
          <p:nvPr/>
        </p:nvSpPr>
        <p:spPr>
          <a:xfrm>
            <a:off x="1" y="1155622"/>
            <a:ext cx="2616740" cy="5702378"/>
          </a:xfrm>
          <a:prstGeom prst="rect">
            <a:avLst/>
          </a:prstGeom>
          <a:solidFill>
            <a:srgbClr val="FF9800"/>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11" name="Rectángulo 10">
            <a:extLst>
              <a:ext uri="{FF2B5EF4-FFF2-40B4-BE49-F238E27FC236}">
                <a16:creationId xmlns:a16="http://schemas.microsoft.com/office/drawing/2014/main" id="{CB4C71E5-3B69-1BE7-BF77-71E3DD243C79}"/>
              </a:ext>
            </a:extLst>
          </p:cNvPr>
          <p:cNvSpPr/>
          <p:nvPr/>
        </p:nvSpPr>
        <p:spPr>
          <a:xfrm>
            <a:off x="-230" y="3158709"/>
            <a:ext cx="2616740" cy="608472"/>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sp>
        <p:nvSpPr>
          <p:cNvPr id="16" name="Rectángulo 15">
            <a:extLst>
              <a:ext uri="{FF2B5EF4-FFF2-40B4-BE49-F238E27FC236}">
                <a16:creationId xmlns:a16="http://schemas.microsoft.com/office/drawing/2014/main" id="{B4531A32-BBF1-1DB6-E84D-98C29CC9580C}"/>
              </a:ext>
            </a:extLst>
          </p:cNvPr>
          <p:cNvSpPr/>
          <p:nvPr/>
        </p:nvSpPr>
        <p:spPr>
          <a:xfrm>
            <a:off x="385267" y="5842870"/>
            <a:ext cx="1901953" cy="73176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CERRAR SESIÓN</a:t>
            </a:r>
          </a:p>
        </p:txBody>
      </p:sp>
      <p:sp>
        <p:nvSpPr>
          <p:cNvPr id="17" name="Rectángulo 16">
            <a:extLst>
              <a:ext uri="{FF2B5EF4-FFF2-40B4-BE49-F238E27FC236}">
                <a16:creationId xmlns:a16="http://schemas.microsoft.com/office/drawing/2014/main" id="{F2DD7941-2FB3-3AE8-172B-4CAC151325B9}"/>
              </a:ext>
            </a:extLst>
          </p:cNvPr>
          <p:cNvSpPr/>
          <p:nvPr/>
        </p:nvSpPr>
        <p:spPr>
          <a:xfrm>
            <a:off x="298270" y="3322996"/>
            <a:ext cx="1919115" cy="276999"/>
          </a:xfrm>
          <a:prstGeom prst="rect">
            <a:avLst/>
          </a:prstGeom>
          <a:noFill/>
          <a:effectLst/>
        </p:spPr>
        <p:txBody>
          <a:bodyPr wrap="none" lIns="91440" tIns="45720" rIns="91440" bIns="45720">
            <a:spAutoFit/>
          </a:bodyPr>
          <a:lstStyle/>
          <a:p>
            <a:pPr algn="ctr"/>
            <a:r>
              <a:rPr lang="es-ES" sz="1200" b="1" dirty="0">
                <a:ln w="0">
                  <a:noFill/>
                </a:ln>
                <a:solidFill>
                  <a:schemeClr val="bg1"/>
                </a:solidFill>
                <a:latin typeface="Poppins" panose="00000500000000000000" pitchFamily="2" charset="0"/>
                <a:cs typeface="Poppins" panose="00000500000000000000" pitchFamily="2" charset="0"/>
              </a:rPr>
              <a:t>REGISTRO DE USUARIOS</a:t>
            </a:r>
            <a:endParaRPr lang="es-ES" sz="1200" b="1" cap="none" spc="0" dirty="0">
              <a:ln w="0">
                <a:noFill/>
              </a:ln>
              <a:solidFill>
                <a:schemeClr val="bg1"/>
              </a:solidFill>
              <a:latin typeface="Poppins" panose="00000500000000000000" pitchFamily="2" charset="0"/>
              <a:cs typeface="Poppins" panose="00000500000000000000" pitchFamily="2" charset="0"/>
            </a:endParaRPr>
          </a:p>
        </p:txBody>
      </p:sp>
      <p:pic>
        <p:nvPicPr>
          <p:cNvPr id="18" name="Imagen 17" descr="Icono&#10;&#10;Descripción generada automáticamente">
            <a:extLst>
              <a:ext uri="{FF2B5EF4-FFF2-40B4-BE49-F238E27FC236}">
                <a16:creationId xmlns:a16="http://schemas.microsoft.com/office/drawing/2014/main" id="{08881F9E-D103-EC51-A837-D0C408D27B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45514" y="3448044"/>
            <a:ext cx="438100" cy="438100"/>
          </a:xfrm>
          <a:prstGeom prst="rect">
            <a:avLst/>
          </a:prstGeom>
        </p:spPr>
      </p:pic>
      <p:sp>
        <p:nvSpPr>
          <p:cNvPr id="19" name="Rectángulo 18">
            <a:extLst>
              <a:ext uri="{FF2B5EF4-FFF2-40B4-BE49-F238E27FC236}">
                <a16:creationId xmlns:a16="http://schemas.microsoft.com/office/drawing/2014/main" id="{E126033E-C2A2-1A4F-D1A3-8D516493AB84}"/>
              </a:ext>
            </a:extLst>
          </p:cNvPr>
          <p:cNvSpPr/>
          <p:nvPr/>
        </p:nvSpPr>
        <p:spPr>
          <a:xfrm>
            <a:off x="287106" y="3932200"/>
            <a:ext cx="2024914" cy="276999"/>
          </a:xfrm>
          <a:prstGeom prst="rect">
            <a:avLst/>
          </a:prstGeom>
          <a:noFill/>
        </p:spPr>
        <p:txBody>
          <a:bodyPr wrap="none" lIns="91440" tIns="45720" rIns="91440" bIns="45720">
            <a:spAutoFit/>
          </a:bodyPr>
          <a:lstStyle/>
          <a:p>
            <a:pPr algn="ctr"/>
            <a:r>
              <a:rPr lang="es-ES" sz="1200" cap="none" spc="0" dirty="0">
                <a:ln w="0">
                  <a:noFill/>
                </a:ln>
                <a:latin typeface="Poppins" panose="00000500000000000000" pitchFamily="2" charset="0"/>
                <a:cs typeface="Poppins" panose="00000500000000000000" pitchFamily="2" charset="0"/>
              </a:rPr>
              <a:t>CONTROL DE ASISTENCIA</a:t>
            </a:r>
          </a:p>
        </p:txBody>
      </p:sp>
      <p:sp>
        <p:nvSpPr>
          <p:cNvPr id="20" name="Rectángulo 19">
            <a:extLst>
              <a:ext uri="{FF2B5EF4-FFF2-40B4-BE49-F238E27FC236}">
                <a16:creationId xmlns:a16="http://schemas.microsoft.com/office/drawing/2014/main" id="{12062982-4687-A9AB-5FF2-38164E94BE31}"/>
              </a:ext>
            </a:extLst>
          </p:cNvPr>
          <p:cNvSpPr/>
          <p:nvPr/>
        </p:nvSpPr>
        <p:spPr>
          <a:xfrm>
            <a:off x="393524" y="4543643"/>
            <a:ext cx="1806906" cy="276999"/>
          </a:xfrm>
          <a:prstGeom prst="rect">
            <a:avLst/>
          </a:prstGeom>
          <a:noFill/>
        </p:spPr>
        <p:txBody>
          <a:bodyPr wrap="none" lIns="91440" tIns="45720" rIns="91440" bIns="45720">
            <a:spAutoFit/>
          </a:bodyPr>
          <a:lstStyle/>
          <a:p>
            <a:pPr algn="ctr"/>
            <a:r>
              <a:rPr lang="es-ES" sz="1200" dirty="0">
                <a:ln w="0">
                  <a:noFill/>
                </a:ln>
                <a:latin typeface="Poppins" panose="00000500000000000000" pitchFamily="2" charset="0"/>
                <a:cs typeface="Poppins" panose="00000500000000000000" pitchFamily="2" charset="0"/>
              </a:rPr>
              <a:t>CONTROL DE EQUIPOS</a:t>
            </a:r>
            <a:endParaRPr lang="es-ES" sz="1200" cap="none" spc="0" dirty="0">
              <a:ln w="0">
                <a:noFill/>
              </a:ln>
              <a:latin typeface="Poppins" panose="00000500000000000000" pitchFamily="2" charset="0"/>
              <a:cs typeface="Poppins" panose="00000500000000000000" pitchFamily="2" charset="0"/>
            </a:endParaRPr>
          </a:p>
        </p:txBody>
      </p:sp>
      <p:sp>
        <p:nvSpPr>
          <p:cNvPr id="21" name="Rectángulo 20">
            <a:extLst>
              <a:ext uri="{FF2B5EF4-FFF2-40B4-BE49-F238E27FC236}">
                <a16:creationId xmlns:a16="http://schemas.microsoft.com/office/drawing/2014/main" id="{4818D74B-FB99-0C33-32E1-1B6E2E647CDE}"/>
              </a:ext>
            </a:extLst>
          </p:cNvPr>
          <p:cNvSpPr/>
          <p:nvPr/>
        </p:nvSpPr>
        <p:spPr>
          <a:xfrm>
            <a:off x="201728" y="5057432"/>
            <a:ext cx="2268571" cy="276999"/>
          </a:xfrm>
          <a:prstGeom prst="rect">
            <a:avLst/>
          </a:prstGeom>
          <a:noFill/>
        </p:spPr>
        <p:txBody>
          <a:bodyPr wrap="none" lIns="91440" tIns="45720" rIns="91440" bIns="45720">
            <a:spAutoFit/>
          </a:bodyPr>
          <a:lstStyle/>
          <a:p>
            <a:pPr algn="ctr"/>
            <a:r>
              <a:rPr lang="es-ES" sz="1200" dirty="0">
                <a:ln w="0">
                  <a:noFill/>
                </a:ln>
                <a:latin typeface="Poppins" panose="00000500000000000000" pitchFamily="2" charset="0"/>
                <a:cs typeface="Poppins" panose="00000500000000000000" pitchFamily="2" charset="0"/>
              </a:rPr>
              <a:t>HORARIOS DE LABORATORIO</a:t>
            </a:r>
            <a:endParaRPr lang="es-ES" sz="1200" cap="none" spc="0" dirty="0">
              <a:ln w="0">
                <a:noFill/>
              </a:ln>
              <a:latin typeface="Poppins" panose="00000500000000000000" pitchFamily="2" charset="0"/>
              <a:cs typeface="Poppins" panose="00000500000000000000" pitchFamily="2" charset="0"/>
            </a:endParaRPr>
          </a:p>
        </p:txBody>
      </p:sp>
      <p:sp>
        <p:nvSpPr>
          <p:cNvPr id="22" name="Rectángulo 21">
            <a:extLst>
              <a:ext uri="{FF2B5EF4-FFF2-40B4-BE49-F238E27FC236}">
                <a16:creationId xmlns:a16="http://schemas.microsoft.com/office/drawing/2014/main" id="{6C8E62FA-8C93-F564-A356-0521032E2A5D}"/>
              </a:ext>
            </a:extLst>
          </p:cNvPr>
          <p:cNvSpPr/>
          <p:nvPr/>
        </p:nvSpPr>
        <p:spPr>
          <a:xfrm>
            <a:off x="288750" y="2722803"/>
            <a:ext cx="2149779" cy="338554"/>
          </a:xfrm>
          <a:prstGeom prst="rect">
            <a:avLst/>
          </a:prstGeom>
          <a:noFill/>
        </p:spPr>
        <p:txBody>
          <a:bodyPr wrap="square" lIns="91440" tIns="45720" rIns="91440" bIns="45720">
            <a:spAutoFit/>
          </a:bodyPr>
          <a:lstStyle/>
          <a:p>
            <a:r>
              <a:rPr lang="es-ES" sz="1600" b="1" dirty="0">
                <a:ln w="0">
                  <a:noFill/>
                </a:ln>
                <a:latin typeface="Poppins" panose="00000500000000000000" pitchFamily="2" charset="0"/>
                <a:cs typeface="Poppins" panose="00000500000000000000" pitchFamily="2" charset="0"/>
              </a:rPr>
              <a:t>Nombre de Usuario</a:t>
            </a:r>
            <a:endParaRPr lang="es-ES" sz="1600" b="1" cap="none" spc="0" dirty="0">
              <a:ln w="0">
                <a:noFill/>
              </a:ln>
              <a:latin typeface="Poppins" panose="00000500000000000000" pitchFamily="2" charset="0"/>
              <a:cs typeface="Poppins" panose="00000500000000000000" pitchFamily="2" charset="0"/>
            </a:endParaRPr>
          </a:p>
        </p:txBody>
      </p:sp>
      <p:pic>
        <p:nvPicPr>
          <p:cNvPr id="23" name="Imagen 22" descr="Dibujo de un animal con la boca abierta&#10;&#10;Descripción generada automáticamente con confianza baja">
            <a:extLst>
              <a:ext uri="{FF2B5EF4-FFF2-40B4-BE49-F238E27FC236}">
                <a16:creationId xmlns:a16="http://schemas.microsoft.com/office/drawing/2014/main" id="{F6E8F82D-E0A4-0A37-3C9F-FBA7A2717B7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5392" y="1331606"/>
            <a:ext cx="1373057" cy="1362177"/>
          </a:xfrm>
          <a:prstGeom prst="rect">
            <a:avLst/>
          </a:prstGeom>
        </p:spPr>
      </p:pic>
    </p:spTree>
    <p:extLst>
      <p:ext uri="{BB962C8B-B14F-4D97-AF65-F5344CB8AC3E}">
        <p14:creationId xmlns:p14="http://schemas.microsoft.com/office/powerpoint/2010/main" val="22208539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1F32CDA-FFB5-6E7D-6BD8-F85FFEA91E91}"/>
              </a:ext>
            </a:extLst>
          </p:cNvPr>
          <p:cNvSpPr/>
          <p:nvPr/>
        </p:nvSpPr>
        <p:spPr>
          <a:xfrm>
            <a:off x="0" y="0"/>
            <a:ext cx="2616740" cy="116731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pic>
        <p:nvPicPr>
          <p:cNvPr id="5" name="Imagen 4" descr="Interfaz de usuario gráfica, Texto, Aplicación&#10;&#10;Descripción generada automáticamente">
            <a:extLst>
              <a:ext uri="{FF2B5EF4-FFF2-40B4-BE49-F238E27FC236}">
                <a16:creationId xmlns:a16="http://schemas.microsoft.com/office/drawing/2014/main" id="{8E422B7E-940B-4B59-8E84-BA16C9F2AE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671" y="134217"/>
            <a:ext cx="2194397" cy="887188"/>
          </a:xfrm>
          <a:prstGeom prst="rect">
            <a:avLst/>
          </a:prstGeom>
        </p:spPr>
      </p:pic>
      <p:sp>
        <p:nvSpPr>
          <p:cNvPr id="7" name="Rectángulo 6">
            <a:extLst>
              <a:ext uri="{FF2B5EF4-FFF2-40B4-BE49-F238E27FC236}">
                <a16:creationId xmlns:a16="http://schemas.microsoft.com/office/drawing/2014/main" id="{28E1129F-969D-8E7B-485E-F72C8E2ED915}"/>
              </a:ext>
            </a:extLst>
          </p:cNvPr>
          <p:cNvSpPr>
            <a:spLocks noGrp="1" noRot="1" noMove="1" noResize="1" noEditPoints="1" noAdjustHandles="1" noChangeArrowheads="1" noChangeShapeType="1"/>
          </p:cNvSpPr>
          <p:nvPr/>
        </p:nvSpPr>
        <p:spPr>
          <a:xfrm>
            <a:off x="2616740" y="0"/>
            <a:ext cx="9575260" cy="6858000"/>
          </a:xfrm>
          <a:prstGeom prst="rect">
            <a:avLst/>
          </a:prstGeom>
          <a:solidFill>
            <a:srgbClr val="EEEEEE"/>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9" name="Rectángulo 8">
            <a:extLst>
              <a:ext uri="{FF2B5EF4-FFF2-40B4-BE49-F238E27FC236}">
                <a16:creationId xmlns:a16="http://schemas.microsoft.com/office/drawing/2014/main" id="{7E1D6AD2-0514-7278-374D-11A9B4F7E598}"/>
              </a:ext>
            </a:extLst>
          </p:cNvPr>
          <p:cNvSpPr/>
          <p:nvPr/>
        </p:nvSpPr>
        <p:spPr>
          <a:xfrm>
            <a:off x="3411527" y="298770"/>
            <a:ext cx="4201792" cy="523220"/>
          </a:xfrm>
          <a:prstGeom prst="rect">
            <a:avLst/>
          </a:prstGeom>
          <a:noFill/>
        </p:spPr>
        <p:txBody>
          <a:bodyPr wrap="none" lIns="91440" tIns="45720" rIns="91440" bIns="45720">
            <a:spAutoFit/>
          </a:bodyPr>
          <a:lstStyle/>
          <a:p>
            <a:pPr algn="ctr"/>
            <a:r>
              <a:rPr lang="es-ES" sz="2800" b="1" dirty="0">
                <a:ln w="0">
                  <a:noFill/>
                </a:ln>
                <a:latin typeface="Poppins" panose="00000500000000000000" pitchFamily="2" charset="0"/>
                <a:cs typeface="Poppins" panose="00000500000000000000" pitchFamily="2" charset="0"/>
              </a:rPr>
              <a:t>MODIFICAR HORARIOS</a:t>
            </a:r>
            <a:endParaRPr lang="es-ES" sz="2800" b="1" cap="none" spc="0" dirty="0">
              <a:ln w="0">
                <a:noFill/>
              </a:ln>
              <a:latin typeface="Poppins" panose="00000500000000000000" pitchFamily="2" charset="0"/>
              <a:cs typeface="Poppins" panose="00000500000000000000" pitchFamily="2" charset="0"/>
            </a:endParaRPr>
          </a:p>
        </p:txBody>
      </p:sp>
      <p:pic>
        <p:nvPicPr>
          <p:cNvPr id="3" name="Imagen 2" descr="Forma&#10;&#10;Descripción generada automáticamente con confianza baja">
            <a:extLst>
              <a:ext uri="{FF2B5EF4-FFF2-40B4-BE49-F238E27FC236}">
                <a16:creationId xmlns:a16="http://schemas.microsoft.com/office/drawing/2014/main" id="{DBEFD411-AA1D-8936-2EBD-4106784573A7}"/>
              </a:ext>
            </a:extLst>
          </p:cNvPr>
          <p:cNvPicPr>
            <a:picLocks noChangeAspect="1"/>
          </p:cNvPicPr>
          <p:nvPr/>
        </p:nvPicPr>
        <p:blipFill>
          <a:blip r:embed="rId3">
            <a:extLst>
              <a:ext uri="{28A0092B-C50C-407E-A947-70E740481C1C}">
                <a14:useLocalDpi xmlns:a14="http://schemas.microsoft.com/office/drawing/2010/main" val="0"/>
              </a:ext>
            </a:extLst>
          </a:blip>
          <a:srcRect t="47106" b="47244"/>
          <a:stretch/>
        </p:blipFill>
        <p:spPr>
          <a:xfrm flipV="1">
            <a:off x="3189054" y="6555976"/>
            <a:ext cx="8737059" cy="136703"/>
          </a:xfrm>
          <a:prstGeom prst="rect">
            <a:avLst/>
          </a:prstGeom>
        </p:spPr>
      </p:pic>
      <p:sp>
        <p:nvSpPr>
          <p:cNvPr id="8" name="Rectángulo 7">
            <a:extLst>
              <a:ext uri="{FF2B5EF4-FFF2-40B4-BE49-F238E27FC236}">
                <a16:creationId xmlns:a16="http://schemas.microsoft.com/office/drawing/2014/main" id="{DD19F54F-EF68-51CF-790F-4E8528BF24E9}"/>
              </a:ext>
            </a:extLst>
          </p:cNvPr>
          <p:cNvSpPr/>
          <p:nvPr/>
        </p:nvSpPr>
        <p:spPr>
          <a:xfrm>
            <a:off x="1" y="1155622"/>
            <a:ext cx="2616740" cy="5702378"/>
          </a:xfrm>
          <a:prstGeom prst="rect">
            <a:avLst/>
          </a:prstGeom>
          <a:solidFill>
            <a:srgbClr val="FF9800"/>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10" name="Rectángulo 9">
            <a:extLst>
              <a:ext uri="{FF2B5EF4-FFF2-40B4-BE49-F238E27FC236}">
                <a16:creationId xmlns:a16="http://schemas.microsoft.com/office/drawing/2014/main" id="{AEB11A55-4D6D-D1F9-73AD-7C04961B23E2}"/>
              </a:ext>
            </a:extLst>
          </p:cNvPr>
          <p:cNvSpPr/>
          <p:nvPr/>
        </p:nvSpPr>
        <p:spPr>
          <a:xfrm>
            <a:off x="-230" y="3158709"/>
            <a:ext cx="2616740" cy="608472"/>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sp>
        <p:nvSpPr>
          <p:cNvPr id="12" name="Rectángulo 11">
            <a:extLst>
              <a:ext uri="{FF2B5EF4-FFF2-40B4-BE49-F238E27FC236}">
                <a16:creationId xmlns:a16="http://schemas.microsoft.com/office/drawing/2014/main" id="{A32DCDBF-C342-5C57-6733-13A70665254C}"/>
              </a:ext>
            </a:extLst>
          </p:cNvPr>
          <p:cNvSpPr/>
          <p:nvPr/>
        </p:nvSpPr>
        <p:spPr>
          <a:xfrm>
            <a:off x="385267" y="5842870"/>
            <a:ext cx="1901953" cy="73176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CERRAR SESIÓN</a:t>
            </a:r>
          </a:p>
        </p:txBody>
      </p:sp>
      <p:sp>
        <p:nvSpPr>
          <p:cNvPr id="13" name="Rectángulo 12">
            <a:extLst>
              <a:ext uri="{FF2B5EF4-FFF2-40B4-BE49-F238E27FC236}">
                <a16:creationId xmlns:a16="http://schemas.microsoft.com/office/drawing/2014/main" id="{A139D534-429D-765B-0E99-4B17E57162D1}"/>
              </a:ext>
            </a:extLst>
          </p:cNvPr>
          <p:cNvSpPr/>
          <p:nvPr/>
        </p:nvSpPr>
        <p:spPr>
          <a:xfrm>
            <a:off x="298270" y="3322996"/>
            <a:ext cx="1919115" cy="276999"/>
          </a:xfrm>
          <a:prstGeom prst="rect">
            <a:avLst/>
          </a:prstGeom>
          <a:noFill/>
          <a:effectLst/>
        </p:spPr>
        <p:txBody>
          <a:bodyPr wrap="none" lIns="91440" tIns="45720" rIns="91440" bIns="45720">
            <a:spAutoFit/>
          </a:bodyPr>
          <a:lstStyle/>
          <a:p>
            <a:pPr algn="ctr"/>
            <a:r>
              <a:rPr lang="es-ES" sz="1200" b="1" dirty="0">
                <a:ln w="0">
                  <a:noFill/>
                </a:ln>
                <a:solidFill>
                  <a:schemeClr val="bg1"/>
                </a:solidFill>
                <a:latin typeface="Poppins" panose="00000500000000000000" pitchFamily="2" charset="0"/>
                <a:cs typeface="Poppins" panose="00000500000000000000" pitchFamily="2" charset="0"/>
              </a:rPr>
              <a:t>REGISTRO DE USUARIOS</a:t>
            </a:r>
            <a:endParaRPr lang="es-ES" sz="1200" b="1" cap="none" spc="0" dirty="0">
              <a:ln w="0">
                <a:noFill/>
              </a:ln>
              <a:solidFill>
                <a:schemeClr val="bg1"/>
              </a:solidFill>
              <a:latin typeface="Poppins" panose="00000500000000000000" pitchFamily="2" charset="0"/>
              <a:cs typeface="Poppins" panose="00000500000000000000" pitchFamily="2" charset="0"/>
            </a:endParaRPr>
          </a:p>
        </p:txBody>
      </p:sp>
      <p:pic>
        <p:nvPicPr>
          <p:cNvPr id="14" name="Imagen 13" descr="Icono&#10;&#10;Descripción generada automáticamente">
            <a:extLst>
              <a:ext uri="{FF2B5EF4-FFF2-40B4-BE49-F238E27FC236}">
                <a16:creationId xmlns:a16="http://schemas.microsoft.com/office/drawing/2014/main" id="{CE771F6B-0548-FBFA-B63F-245F692698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45514" y="3448044"/>
            <a:ext cx="438100" cy="438100"/>
          </a:xfrm>
          <a:prstGeom prst="rect">
            <a:avLst/>
          </a:prstGeom>
        </p:spPr>
      </p:pic>
      <p:sp>
        <p:nvSpPr>
          <p:cNvPr id="15" name="Rectángulo 14">
            <a:extLst>
              <a:ext uri="{FF2B5EF4-FFF2-40B4-BE49-F238E27FC236}">
                <a16:creationId xmlns:a16="http://schemas.microsoft.com/office/drawing/2014/main" id="{232FB38E-1E4D-500C-0BE2-0109463E2474}"/>
              </a:ext>
            </a:extLst>
          </p:cNvPr>
          <p:cNvSpPr/>
          <p:nvPr/>
        </p:nvSpPr>
        <p:spPr>
          <a:xfrm>
            <a:off x="287106" y="3932200"/>
            <a:ext cx="2024914" cy="276999"/>
          </a:xfrm>
          <a:prstGeom prst="rect">
            <a:avLst/>
          </a:prstGeom>
          <a:noFill/>
        </p:spPr>
        <p:txBody>
          <a:bodyPr wrap="none" lIns="91440" tIns="45720" rIns="91440" bIns="45720">
            <a:spAutoFit/>
          </a:bodyPr>
          <a:lstStyle/>
          <a:p>
            <a:pPr algn="ctr"/>
            <a:r>
              <a:rPr lang="es-ES" sz="1200" cap="none" spc="0" dirty="0">
                <a:ln w="0">
                  <a:noFill/>
                </a:ln>
                <a:latin typeface="Poppins" panose="00000500000000000000" pitchFamily="2" charset="0"/>
                <a:cs typeface="Poppins" panose="00000500000000000000" pitchFamily="2" charset="0"/>
              </a:rPr>
              <a:t>CONTROL DE ASISTENCIA</a:t>
            </a:r>
          </a:p>
        </p:txBody>
      </p:sp>
      <p:sp>
        <p:nvSpPr>
          <p:cNvPr id="16" name="Rectángulo 15">
            <a:extLst>
              <a:ext uri="{FF2B5EF4-FFF2-40B4-BE49-F238E27FC236}">
                <a16:creationId xmlns:a16="http://schemas.microsoft.com/office/drawing/2014/main" id="{2AD156CF-5D2D-CD5D-3FB1-C9BE45238C54}"/>
              </a:ext>
            </a:extLst>
          </p:cNvPr>
          <p:cNvSpPr/>
          <p:nvPr/>
        </p:nvSpPr>
        <p:spPr>
          <a:xfrm>
            <a:off x="393524" y="4543643"/>
            <a:ext cx="1806906" cy="276999"/>
          </a:xfrm>
          <a:prstGeom prst="rect">
            <a:avLst/>
          </a:prstGeom>
          <a:noFill/>
        </p:spPr>
        <p:txBody>
          <a:bodyPr wrap="none" lIns="91440" tIns="45720" rIns="91440" bIns="45720">
            <a:spAutoFit/>
          </a:bodyPr>
          <a:lstStyle/>
          <a:p>
            <a:pPr algn="ctr"/>
            <a:r>
              <a:rPr lang="es-ES" sz="1200" dirty="0">
                <a:ln w="0">
                  <a:noFill/>
                </a:ln>
                <a:latin typeface="Poppins" panose="00000500000000000000" pitchFamily="2" charset="0"/>
                <a:cs typeface="Poppins" panose="00000500000000000000" pitchFamily="2" charset="0"/>
              </a:rPr>
              <a:t>CONTROL DE EQUIPOS</a:t>
            </a:r>
            <a:endParaRPr lang="es-ES" sz="1200" cap="none" spc="0" dirty="0">
              <a:ln w="0">
                <a:noFill/>
              </a:ln>
              <a:latin typeface="Poppins" panose="00000500000000000000" pitchFamily="2" charset="0"/>
              <a:cs typeface="Poppins" panose="00000500000000000000" pitchFamily="2" charset="0"/>
            </a:endParaRPr>
          </a:p>
        </p:txBody>
      </p:sp>
      <p:sp>
        <p:nvSpPr>
          <p:cNvPr id="17" name="Rectángulo 16">
            <a:extLst>
              <a:ext uri="{FF2B5EF4-FFF2-40B4-BE49-F238E27FC236}">
                <a16:creationId xmlns:a16="http://schemas.microsoft.com/office/drawing/2014/main" id="{B0F14E3E-0D54-36AC-BFE2-809C162018A1}"/>
              </a:ext>
            </a:extLst>
          </p:cNvPr>
          <p:cNvSpPr/>
          <p:nvPr/>
        </p:nvSpPr>
        <p:spPr>
          <a:xfrm>
            <a:off x="201728" y="5057432"/>
            <a:ext cx="2268571" cy="276999"/>
          </a:xfrm>
          <a:prstGeom prst="rect">
            <a:avLst/>
          </a:prstGeom>
          <a:noFill/>
        </p:spPr>
        <p:txBody>
          <a:bodyPr wrap="none" lIns="91440" tIns="45720" rIns="91440" bIns="45720">
            <a:spAutoFit/>
          </a:bodyPr>
          <a:lstStyle/>
          <a:p>
            <a:pPr algn="ctr"/>
            <a:r>
              <a:rPr lang="es-ES" sz="1200" dirty="0">
                <a:ln w="0">
                  <a:noFill/>
                </a:ln>
                <a:latin typeface="Poppins" panose="00000500000000000000" pitchFamily="2" charset="0"/>
                <a:cs typeface="Poppins" panose="00000500000000000000" pitchFamily="2" charset="0"/>
              </a:rPr>
              <a:t>HORARIOS DE LABORATORIO</a:t>
            </a:r>
            <a:endParaRPr lang="es-ES" sz="1200" cap="none" spc="0" dirty="0">
              <a:ln w="0">
                <a:noFill/>
              </a:ln>
              <a:latin typeface="Poppins" panose="00000500000000000000" pitchFamily="2" charset="0"/>
              <a:cs typeface="Poppins" panose="00000500000000000000" pitchFamily="2" charset="0"/>
            </a:endParaRPr>
          </a:p>
        </p:txBody>
      </p:sp>
      <p:sp>
        <p:nvSpPr>
          <p:cNvPr id="18" name="Rectángulo 17">
            <a:extLst>
              <a:ext uri="{FF2B5EF4-FFF2-40B4-BE49-F238E27FC236}">
                <a16:creationId xmlns:a16="http://schemas.microsoft.com/office/drawing/2014/main" id="{B8F10B82-37C1-B0F1-19C8-6928FD5CE0A2}"/>
              </a:ext>
            </a:extLst>
          </p:cNvPr>
          <p:cNvSpPr/>
          <p:nvPr/>
        </p:nvSpPr>
        <p:spPr>
          <a:xfrm>
            <a:off x="288750" y="2722803"/>
            <a:ext cx="2149779" cy="338554"/>
          </a:xfrm>
          <a:prstGeom prst="rect">
            <a:avLst/>
          </a:prstGeom>
          <a:noFill/>
        </p:spPr>
        <p:txBody>
          <a:bodyPr wrap="square" lIns="91440" tIns="45720" rIns="91440" bIns="45720">
            <a:spAutoFit/>
          </a:bodyPr>
          <a:lstStyle/>
          <a:p>
            <a:r>
              <a:rPr lang="es-ES" sz="1600" b="1" dirty="0">
                <a:ln w="0">
                  <a:noFill/>
                </a:ln>
                <a:latin typeface="Poppins" panose="00000500000000000000" pitchFamily="2" charset="0"/>
                <a:cs typeface="Poppins" panose="00000500000000000000" pitchFamily="2" charset="0"/>
              </a:rPr>
              <a:t>Nombre de Usuario</a:t>
            </a:r>
            <a:endParaRPr lang="es-ES" sz="1600" b="1" cap="none" spc="0" dirty="0">
              <a:ln w="0">
                <a:noFill/>
              </a:ln>
              <a:latin typeface="Poppins" panose="00000500000000000000" pitchFamily="2" charset="0"/>
              <a:cs typeface="Poppins" panose="00000500000000000000" pitchFamily="2" charset="0"/>
            </a:endParaRPr>
          </a:p>
        </p:txBody>
      </p:sp>
      <p:pic>
        <p:nvPicPr>
          <p:cNvPr id="19" name="Imagen 18" descr="Dibujo de un animal con la boca abierta&#10;&#10;Descripción generada automáticamente con confianza baja">
            <a:extLst>
              <a:ext uri="{FF2B5EF4-FFF2-40B4-BE49-F238E27FC236}">
                <a16:creationId xmlns:a16="http://schemas.microsoft.com/office/drawing/2014/main" id="{3A1EEF73-6FFA-1AA7-6188-CB2E5C72B97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5392" y="1331606"/>
            <a:ext cx="1373057" cy="1362177"/>
          </a:xfrm>
          <a:prstGeom prst="rect">
            <a:avLst/>
          </a:prstGeom>
        </p:spPr>
      </p:pic>
    </p:spTree>
    <p:extLst>
      <p:ext uri="{BB962C8B-B14F-4D97-AF65-F5344CB8AC3E}">
        <p14:creationId xmlns:p14="http://schemas.microsoft.com/office/powerpoint/2010/main" val="16349362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1F32CDA-FFB5-6E7D-6BD8-F85FFEA91E91}"/>
              </a:ext>
            </a:extLst>
          </p:cNvPr>
          <p:cNvSpPr/>
          <p:nvPr/>
        </p:nvSpPr>
        <p:spPr>
          <a:xfrm>
            <a:off x="0" y="0"/>
            <a:ext cx="2616740" cy="116731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pic>
        <p:nvPicPr>
          <p:cNvPr id="5" name="Imagen 4" descr="Interfaz de usuario gráfica, Texto, Aplicación&#10;&#10;Descripción generada automáticamente">
            <a:extLst>
              <a:ext uri="{FF2B5EF4-FFF2-40B4-BE49-F238E27FC236}">
                <a16:creationId xmlns:a16="http://schemas.microsoft.com/office/drawing/2014/main" id="{8E422B7E-940B-4B59-8E84-BA16C9F2AE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671" y="134217"/>
            <a:ext cx="2194397" cy="887188"/>
          </a:xfrm>
          <a:prstGeom prst="rect">
            <a:avLst/>
          </a:prstGeom>
        </p:spPr>
      </p:pic>
      <p:sp>
        <p:nvSpPr>
          <p:cNvPr id="7" name="Rectángulo 6">
            <a:extLst>
              <a:ext uri="{FF2B5EF4-FFF2-40B4-BE49-F238E27FC236}">
                <a16:creationId xmlns:a16="http://schemas.microsoft.com/office/drawing/2014/main" id="{28E1129F-969D-8E7B-485E-F72C8E2ED915}"/>
              </a:ext>
            </a:extLst>
          </p:cNvPr>
          <p:cNvSpPr>
            <a:spLocks noGrp="1" noRot="1" noMove="1" noResize="1" noEditPoints="1" noAdjustHandles="1" noChangeArrowheads="1" noChangeShapeType="1"/>
          </p:cNvSpPr>
          <p:nvPr/>
        </p:nvSpPr>
        <p:spPr>
          <a:xfrm>
            <a:off x="2616740" y="0"/>
            <a:ext cx="9575260" cy="6858000"/>
          </a:xfrm>
          <a:prstGeom prst="rect">
            <a:avLst/>
          </a:prstGeom>
          <a:solidFill>
            <a:srgbClr val="EEEEEE"/>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9" name="Rectángulo 8">
            <a:extLst>
              <a:ext uri="{FF2B5EF4-FFF2-40B4-BE49-F238E27FC236}">
                <a16:creationId xmlns:a16="http://schemas.microsoft.com/office/drawing/2014/main" id="{7E1D6AD2-0514-7278-374D-11A9B4F7E598}"/>
              </a:ext>
            </a:extLst>
          </p:cNvPr>
          <p:cNvSpPr/>
          <p:nvPr/>
        </p:nvSpPr>
        <p:spPr>
          <a:xfrm>
            <a:off x="3601485" y="298770"/>
            <a:ext cx="3821880" cy="523220"/>
          </a:xfrm>
          <a:prstGeom prst="rect">
            <a:avLst/>
          </a:prstGeom>
          <a:noFill/>
        </p:spPr>
        <p:txBody>
          <a:bodyPr wrap="none" lIns="91440" tIns="45720" rIns="91440" bIns="45720">
            <a:spAutoFit/>
          </a:bodyPr>
          <a:lstStyle/>
          <a:p>
            <a:pPr algn="ctr"/>
            <a:r>
              <a:rPr lang="es-ES" sz="2800" b="1" dirty="0">
                <a:ln w="0">
                  <a:noFill/>
                </a:ln>
                <a:latin typeface="Poppins" panose="00000500000000000000" pitchFamily="2" charset="0"/>
                <a:cs typeface="Poppins" panose="00000500000000000000" pitchFamily="2" charset="0"/>
              </a:rPr>
              <a:t>ELIMINAR HORARIOS</a:t>
            </a:r>
            <a:endParaRPr lang="es-ES" sz="2800" b="1" cap="none" spc="0" dirty="0">
              <a:ln w="0">
                <a:noFill/>
              </a:ln>
              <a:latin typeface="Poppins" panose="00000500000000000000" pitchFamily="2" charset="0"/>
              <a:cs typeface="Poppins" panose="00000500000000000000" pitchFamily="2" charset="0"/>
            </a:endParaRPr>
          </a:p>
        </p:txBody>
      </p:sp>
      <p:pic>
        <p:nvPicPr>
          <p:cNvPr id="3" name="Imagen 2" descr="Forma&#10;&#10;Descripción generada automáticamente con confianza baja">
            <a:extLst>
              <a:ext uri="{FF2B5EF4-FFF2-40B4-BE49-F238E27FC236}">
                <a16:creationId xmlns:a16="http://schemas.microsoft.com/office/drawing/2014/main" id="{DBEFD411-AA1D-8936-2EBD-4106784573A7}"/>
              </a:ext>
            </a:extLst>
          </p:cNvPr>
          <p:cNvPicPr>
            <a:picLocks noChangeAspect="1"/>
          </p:cNvPicPr>
          <p:nvPr/>
        </p:nvPicPr>
        <p:blipFill>
          <a:blip r:embed="rId3">
            <a:extLst>
              <a:ext uri="{28A0092B-C50C-407E-A947-70E740481C1C}">
                <a14:useLocalDpi xmlns:a14="http://schemas.microsoft.com/office/drawing/2010/main" val="0"/>
              </a:ext>
            </a:extLst>
          </a:blip>
          <a:srcRect t="47106" b="47244"/>
          <a:stretch/>
        </p:blipFill>
        <p:spPr>
          <a:xfrm flipV="1">
            <a:off x="3189054" y="6555976"/>
            <a:ext cx="8737059" cy="136703"/>
          </a:xfrm>
          <a:prstGeom prst="rect">
            <a:avLst/>
          </a:prstGeom>
        </p:spPr>
      </p:pic>
      <p:sp>
        <p:nvSpPr>
          <p:cNvPr id="8" name="Rectángulo 7">
            <a:extLst>
              <a:ext uri="{FF2B5EF4-FFF2-40B4-BE49-F238E27FC236}">
                <a16:creationId xmlns:a16="http://schemas.microsoft.com/office/drawing/2014/main" id="{6BA9C66A-B03E-F2B8-21C3-24A214E90961}"/>
              </a:ext>
            </a:extLst>
          </p:cNvPr>
          <p:cNvSpPr/>
          <p:nvPr/>
        </p:nvSpPr>
        <p:spPr>
          <a:xfrm>
            <a:off x="1" y="1155622"/>
            <a:ext cx="2616740" cy="5702378"/>
          </a:xfrm>
          <a:prstGeom prst="rect">
            <a:avLst/>
          </a:prstGeom>
          <a:solidFill>
            <a:srgbClr val="FF9800"/>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dirty="0"/>
          </a:p>
        </p:txBody>
      </p:sp>
      <p:sp>
        <p:nvSpPr>
          <p:cNvPr id="10" name="Rectángulo 9">
            <a:extLst>
              <a:ext uri="{FF2B5EF4-FFF2-40B4-BE49-F238E27FC236}">
                <a16:creationId xmlns:a16="http://schemas.microsoft.com/office/drawing/2014/main" id="{671F1AE4-DE0B-7438-2DD4-0C988391D8F7}"/>
              </a:ext>
            </a:extLst>
          </p:cNvPr>
          <p:cNvSpPr/>
          <p:nvPr/>
        </p:nvSpPr>
        <p:spPr>
          <a:xfrm>
            <a:off x="-230" y="3158709"/>
            <a:ext cx="2616740" cy="608472"/>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PE" dirty="0">
              <a:solidFill>
                <a:schemeClr val="bg1"/>
              </a:solidFill>
            </a:endParaRPr>
          </a:p>
        </p:txBody>
      </p:sp>
      <p:sp>
        <p:nvSpPr>
          <p:cNvPr id="12" name="Rectángulo 11">
            <a:extLst>
              <a:ext uri="{FF2B5EF4-FFF2-40B4-BE49-F238E27FC236}">
                <a16:creationId xmlns:a16="http://schemas.microsoft.com/office/drawing/2014/main" id="{4E3D9680-C088-5F1B-99B4-788ADE9C5911}"/>
              </a:ext>
            </a:extLst>
          </p:cNvPr>
          <p:cNvSpPr/>
          <p:nvPr/>
        </p:nvSpPr>
        <p:spPr>
          <a:xfrm>
            <a:off x="385267" y="5842870"/>
            <a:ext cx="1901953" cy="73176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dirty="0">
                <a:solidFill>
                  <a:schemeClr val="bg1"/>
                </a:solidFill>
              </a:rPr>
              <a:t>CERRAR SESIÓN</a:t>
            </a:r>
          </a:p>
        </p:txBody>
      </p:sp>
      <p:sp>
        <p:nvSpPr>
          <p:cNvPr id="13" name="Rectángulo 12">
            <a:extLst>
              <a:ext uri="{FF2B5EF4-FFF2-40B4-BE49-F238E27FC236}">
                <a16:creationId xmlns:a16="http://schemas.microsoft.com/office/drawing/2014/main" id="{94FDC131-9A04-781B-260D-3D5CD55EA32A}"/>
              </a:ext>
            </a:extLst>
          </p:cNvPr>
          <p:cNvSpPr/>
          <p:nvPr/>
        </p:nvSpPr>
        <p:spPr>
          <a:xfrm>
            <a:off x="298270" y="3322996"/>
            <a:ext cx="1919115" cy="276999"/>
          </a:xfrm>
          <a:prstGeom prst="rect">
            <a:avLst/>
          </a:prstGeom>
          <a:noFill/>
          <a:effectLst/>
        </p:spPr>
        <p:txBody>
          <a:bodyPr wrap="none" lIns="91440" tIns="45720" rIns="91440" bIns="45720">
            <a:spAutoFit/>
          </a:bodyPr>
          <a:lstStyle/>
          <a:p>
            <a:pPr algn="ctr"/>
            <a:r>
              <a:rPr lang="es-ES" sz="1200" b="1" dirty="0">
                <a:ln w="0">
                  <a:noFill/>
                </a:ln>
                <a:solidFill>
                  <a:schemeClr val="bg1"/>
                </a:solidFill>
                <a:latin typeface="Poppins" panose="00000500000000000000" pitchFamily="2" charset="0"/>
                <a:cs typeface="Poppins" panose="00000500000000000000" pitchFamily="2" charset="0"/>
              </a:rPr>
              <a:t>REGISTRO DE USUARIOS</a:t>
            </a:r>
            <a:endParaRPr lang="es-ES" sz="1200" b="1" cap="none" spc="0" dirty="0">
              <a:ln w="0">
                <a:noFill/>
              </a:ln>
              <a:solidFill>
                <a:schemeClr val="bg1"/>
              </a:solidFill>
              <a:latin typeface="Poppins" panose="00000500000000000000" pitchFamily="2" charset="0"/>
              <a:cs typeface="Poppins" panose="00000500000000000000" pitchFamily="2" charset="0"/>
            </a:endParaRPr>
          </a:p>
        </p:txBody>
      </p:sp>
      <p:pic>
        <p:nvPicPr>
          <p:cNvPr id="14" name="Imagen 13" descr="Icono&#10;&#10;Descripción generada automáticamente">
            <a:extLst>
              <a:ext uri="{FF2B5EF4-FFF2-40B4-BE49-F238E27FC236}">
                <a16:creationId xmlns:a16="http://schemas.microsoft.com/office/drawing/2014/main" id="{BDF7F78B-C138-4EB6-AC4F-9ABF5E66FE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45514" y="3448044"/>
            <a:ext cx="438100" cy="438100"/>
          </a:xfrm>
          <a:prstGeom prst="rect">
            <a:avLst/>
          </a:prstGeom>
        </p:spPr>
      </p:pic>
      <p:sp>
        <p:nvSpPr>
          <p:cNvPr id="15" name="Rectángulo 14">
            <a:extLst>
              <a:ext uri="{FF2B5EF4-FFF2-40B4-BE49-F238E27FC236}">
                <a16:creationId xmlns:a16="http://schemas.microsoft.com/office/drawing/2014/main" id="{9362F0A0-F3FF-9DB0-0E40-3417CBED0620}"/>
              </a:ext>
            </a:extLst>
          </p:cNvPr>
          <p:cNvSpPr/>
          <p:nvPr/>
        </p:nvSpPr>
        <p:spPr>
          <a:xfrm>
            <a:off x="287106" y="3932200"/>
            <a:ext cx="2024914" cy="276999"/>
          </a:xfrm>
          <a:prstGeom prst="rect">
            <a:avLst/>
          </a:prstGeom>
          <a:noFill/>
        </p:spPr>
        <p:txBody>
          <a:bodyPr wrap="none" lIns="91440" tIns="45720" rIns="91440" bIns="45720">
            <a:spAutoFit/>
          </a:bodyPr>
          <a:lstStyle/>
          <a:p>
            <a:pPr algn="ctr"/>
            <a:r>
              <a:rPr lang="es-ES" sz="1200" cap="none" spc="0" dirty="0">
                <a:ln w="0">
                  <a:noFill/>
                </a:ln>
                <a:latin typeface="Poppins" panose="00000500000000000000" pitchFamily="2" charset="0"/>
                <a:cs typeface="Poppins" panose="00000500000000000000" pitchFamily="2" charset="0"/>
              </a:rPr>
              <a:t>CONTROL DE ASISTENCIA</a:t>
            </a:r>
          </a:p>
        </p:txBody>
      </p:sp>
      <p:sp>
        <p:nvSpPr>
          <p:cNvPr id="16" name="Rectángulo 15">
            <a:extLst>
              <a:ext uri="{FF2B5EF4-FFF2-40B4-BE49-F238E27FC236}">
                <a16:creationId xmlns:a16="http://schemas.microsoft.com/office/drawing/2014/main" id="{F7D33391-092B-BD30-3ED0-A32E00DFE470}"/>
              </a:ext>
            </a:extLst>
          </p:cNvPr>
          <p:cNvSpPr/>
          <p:nvPr/>
        </p:nvSpPr>
        <p:spPr>
          <a:xfrm>
            <a:off x="393524" y="4543643"/>
            <a:ext cx="1806906" cy="276999"/>
          </a:xfrm>
          <a:prstGeom prst="rect">
            <a:avLst/>
          </a:prstGeom>
          <a:noFill/>
        </p:spPr>
        <p:txBody>
          <a:bodyPr wrap="none" lIns="91440" tIns="45720" rIns="91440" bIns="45720">
            <a:spAutoFit/>
          </a:bodyPr>
          <a:lstStyle/>
          <a:p>
            <a:pPr algn="ctr"/>
            <a:r>
              <a:rPr lang="es-ES" sz="1200" dirty="0">
                <a:ln w="0">
                  <a:noFill/>
                </a:ln>
                <a:latin typeface="Poppins" panose="00000500000000000000" pitchFamily="2" charset="0"/>
                <a:cs typeface="Poppins" panose="00000500000000000000" pitchFamily="2" charset="0"/>
              </a:rPr>
              <a:t>CONTROL DE EQUIPOS</a:t>
            </a:r>
            <a:endParaRPr lang="es-ES" sz="1200" cap="none" spc="0" dirty="0">
              <a:ln w="0">
                <a:noFill/>
              </a:ln>
              <a:latin typeface="Poppins" panose="00000500000000000000" pitchFamily="2" charset="0"/>
              <a:cs typeface="Poppins" panose="00000500000000000000" pitchFamily="2" charset="0"/>
            </a:endParaRPr>
          </a:p>
        </p:txBody>
      </p:sp>
      <p:sp>
        <p:nvSpPr>
          <p:cNvPr id="17" name="Rectángulo 16">
            <a:extLst>
              <a:ext uri="{FF2B5EF4-FFF2-40B4-BE49-F238E27FC236}">
                <a16:creationId xmlns:a16="http://schemas.microsoft.com/office/drawing/2014/main" id="{4AC0B52F-9F38-94E5-6F83-C10596C9F188}"/>
              </a:ext>
            </a:extLst>
          </p:cNvPr>
          <p:cNvSpPr/>
          <p:nvPr/>
        </p:nvSpPr>
        <p:spPr>
          <a:xfrm>
            <a:off x="201728" y="5057432"/>
            <a:ext cx="2268571" cy="276999"/>
          </a:xfrm>
          <a:prstGeom prst="rect">
            <a:avLst/>
          </a:prstGeom>
          <a:noFill/>
        </p:spPr>
        <p:txBody>
          <a:bodyPr wrap="none" lIns="91440" tIns="45720" rIns="91440" bIns="45720">
            <a:spAutoFit/>
          </a:bodyPr>
          <a:lstStyle/>
          <a:p>
            <a:pPr algn="ctr"/>
            <a:r>
              <a:rPr lang="es-ES" sz="1200" dirty="0">
                <a:ln w="0">
                  <a:noFill/>
                </a:ln>
                <a:latin typeface="Poppins" panose="00000500000000000000" pitchFamily="2" charset="0"/>
                <a:cs typeface="Poppins" panose="00000500000000000000" pitchFamily="2" charset="0"/>
              </a:rPr>
              <a:t>HORARIOS DE LABORATORIO</a:t>
            </a:r>
            <a:endParaRPr lang="es-ES" sz="1200" cap="none" spc="0" dirty="0">
              <a:ln w="0">
                <a:noFill/>
              </a:ln>
              <a:latin typeface="Poppins" panose="00000500000000000000" pitchFamily="2" charset="0"/>
              <a:cs typeface="Poppins" panose="00000500000000000000" pitchFamily="2" charset="0"/>
            </a:endParaRPr>
          </a:p>
        </p:txBody>
      </p:sp>
      <p:sp>
        <p:nvSpPr>
          <p:cNvPr id="18" name="Rectángulo 17">
            <a:extLst>
              <a:ext uri="{FF2B5EF4-FFF2-40B4-BE49-F238E27FC236}">
                <a16:creationId xmlns:a16="http://schemas.microsoft.com/office/drawing/2014/main" id="{1BBDCB63-F583-2659-2904-6F930B64859C}"/>
              </a:ext>
            </a:extLst>
          </p:cNvPr>
          <p:cNvSpPr/>
          <p:nvPr/>
        </p:nvSpPr>
        <p:spPr>
          <a:xfrm>
            <a:off x="288750" y="2722803"/>
            <a:ext cx="2149779" cy="338554"/>
          </a:xfrm>
          <a:prstGeom prst="rect">
            <a:avLst/>
          </a:prstGeom>
          <a:noFill/>
        </p:spPr>
        <p:txBody>
          <a:bodyPr wrap="square" lIns="91440" tIns="45720" rIns="91440" bIns="45720">
            <a:spAutoFit/>
          </a:bodyPr>
          <a:lstStyle/>
          <a:p>
            <a:r>
              <a:rPr lang="es-ES" sz="1600" b="1" dirty="0">
                <a:ln w="0">
                  <a:noFill/>
                </a:ln>
                <a:latin typeface="Poppins" panose="00000500000000000000" pitchFamily="2" charset="0"/>
                <a:cs typeface="Poppins" panose="00000500000000000000" pitchFamily="2" charset="0"/>
              </a:rPr>
              <a:t>Nombre de Usuario</a:t>
            </a:r>
            <a:endParaRPr lang="es-ES" sz="1600" b="1" cap="none" spc="0" dirty="0">
              <a:ln w="0">
                <a:noFill/>
              </a:ln>
              <a:latin typeface="Poppins" panose="00000500000000000000" pitchFamily="2" charset="0"/>
              <a:cs typeface="Poppins" panose="00000500000000000000" pitchFamily="2" charset="0"/>
            </a:endParaRPr>
          </a:p>
        </p:txBody>
      </p:sp>
      <p:pic>
        <p:nvPicPr>
          <p:cNvPr id="19" name="Imagen 18" descr="Dibujo de un animal con la boca abierta&#10;&#10;Descripción generada automáticamente con confianza baja">
            <a:extLst>
              <a:ext uri="{FF2B5EF4-FFF2-40B4-BE49-F238E27FC236}">
                <a16:creationId xmlns:a16="http://schemas.microsoft.com/office/drawing/2014/main" id="{96F634A8-C5B1-A7F0-DDA0-8100788354D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5392" y="1331606"/>
            <a:ext cx="1373057" cy="1362177"/>
          </a:xfrm>
          <a:prstGeom prst="rect">
            <a:avLst/>
          </a:prstGeom>
        </p:spPr>
      </p:pic>
    </p:spTree>
    <p:extLst>
      <p:ext uri="{BB962C8B-B14F-4D97-AF65-F5344CB8AC3E}">
        <p14:creationId xmlns:p14="http://schemas.microsoft.com/office/powerpoint/2010/main" val="299042879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Props/app.xml><?xml version="1.0" encoding="utf-8"?>
<Properties xmlns="http://schemas.openxmlformats.org/officeDocument/2006/extended-properties" xmlns:vt="http://schemas.openxmlformats.org/officeDocument/2006/docPropsVTypes">
  <Template/>
  <TotalTime>3012</TotalTime>
  <Words>755</Words>
  <Application>Microsoft Office PowerPoint</Application>
  <PresentationFormat>Panorámica</PresentationFormat>
  <Paragraphs>202</Paragraphs>
  <Slides>14</Slides>
  <Notes>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14</vt:i4>
      </vt:variant>
    </vt:vector>
  </HeadingPairs>
  <TitlesOfParts>
    <vt:vector size="19" baseType="lpstr">
      <vt:lpstr>Aptos</vt:lpstr>
      <vt:lpstr>Aptos Display</vt:lpstr>
      <vt:lpstr>Arial</vt:lpstr>
      <vt:lpstr>Poppins</vt:lpstr>
      <vt:lpstr>Tema de Office</vt:lpstr>
      <vt:lpstr>Presentación de PowerPoint</vt:lpstr>
      <vt:lpstr>Ventanas de Errores del Login</vt:lpstr>
      <vt:lpstr>Ventanas de Cierre</vt:lpstr>
      <vt:lpstr>Presentación de PowerPoint</vt:lpstr>
      <vt:lpstr>EXPLICACIÓN: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W10</dc:creator>
  <cp:lastModifiedBy>W10</cp:lastModifiedBy>
  <cp:revision>19</cp:revision>
  <dcterms:created xsi:type="dcterms:W3CDTF">2024-10-08T11:49:06Z</dcterms:created>
  <dcterms:modified xsi:type="dcterms:W3CDTF">2024-11-06T02:54:16Z</dcterms:modified>
</cp:coreProperties>
</file>