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3"/>
  </p:notesMasterIdLst>
  <p:sldIdLst>
    <p:sldId id="256" r:id="rId2"/>
    <p:sldId id="257" r:id="rId3"/>
    <p:sldId id="259" r:id="rId4"/>
    <p:sldId id="315" r:id="rId5"/>
    <p:sldId id="260" r:id="rId6"/>
    <p:sldId id="317" r:id="rId7"/>
    <p:sldId id="318" r:id="rId8"/>
    <p:sldId id="319" r:id="rId9"/>
    <p:sldId id="320" r:id="rId10"/>
    <p:sldId id="321" r:id="rId11"/>
    <p:sldId id="292" r:id="rId12"/>
  </p:sldIdLst>
  <p:sldSz cx="9144000" cy="5143500" type="screen16x9"/>
  <p:notesSz cx="6858000" cy="9144000"/>
  <p:embeddedFontLst>
    <p:embeddedFont>
      <p:font typeface="Exo" panose="020B0604020202020204" charset="0"/>
      <p:regular r:id="rId14"/>
      <p:bold r:id="rId15"/>
      <p:italic r:id="rId16"/>
      <p:boldItalic r:id="rId17"/>
    </p:embeddedFont>
    <p:embeddedFont>
      <p:font typeface="PT Sans" panose="020B0503020203020204" pitchFamily="34" charset="0"/>
      <p:regular r:id="rId18"/>
      <p:bold r:id="rId19"/>
      <p:italic r:id="rId20"/>
      <p:boldItalic r:id="rId21"/>
    </p:embeddedFont>
    <p:embeddedFont>
      <p:font typeface="Roboto Condensed Light" panose="02000000000000000000" pitchFamily="2" charset="0"/>
      <p:regular r:id="rId22"/>
      <p: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2D61C2B-9484-47A5-A4FA-A4A95891A5FA}">
  <a:tblStyle styleId="{82D61C2B-9484-47A5-A4FA-A4A95891A5F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061" autoAdjust="0"/>
  </p:normalViewPr>
  <p:slideViewPr>
    <p:cSldViewPr snapToGrid="0">
      <p:cViewPr>
        <p:scale>
          <a:sx n="75" d="100"/>
          <a:sy n="75" d="100"/>
        </p:scale>
        <p:origin x="1666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6" name="Google Shape;26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7" name="Google Shape;26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1" name="Google Shape;2721;gf11272de0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2" name="Google Shape;2722;gf11272de0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9" name="Google Shape;2769;gedfa3e31c0_2_205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0" name="Google Shape;2770;gedfa3e31c0_2_205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8">
          <a:extLst>
            <a:ext uri="{FF2B5EF4-FFF2-40B4-BE49-F238E27FC236}">
              <a16:creationId xmlns:a16="http://schemas.microsoft.com/office/drawing/2014/main" id="{ABB37707-FE80-B92F-4E87-B769CFF86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9" name="Google Shape;2769;gedfa3e31c0_2_20568:notes">
            <a:extLst>
              <a:ext uri="{FF2B5EF4-FFF2-40B4-BE49-F238E27FC236}">
                <a16:creationId xmlns:a16="http://schemas.microsoft.com/office/drawing/2014/main" id="{B7F890CF-F639-B8E4-7FF3-69BBA50A38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0" name="Google Shape;2770;gedfa3e31c0_2_20568:notes">
            <a:extLst>
              <a:ext uri="{FF2B5EF4-FFF2-40B4-BE49-F238E27FC236}">
                <a16:creationId xmlns:a16="http://schemas.microsoft.com/office/drawing/2014/main" id="{EDA4B4C5-8362-5AC0-F02F-D6A86BA3A7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9335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1" name="Google Shape;2821;gedfa3e31c0_2_20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2" name="Google Shape;2822;gedfa3e31c0_2_20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8">
          <a:extLst>
            <a:ext uri="{FF2B5EF4-FFF2-40B4-BE49-F238E27FC236}">
              <a16:creationId xmlns:a16="http://schemas.microsoft.com/office/drawing/2014/main" id="{C9B6AF9A-9AB1-A852-DED0-B0ACBA9AB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9" name="Google Shape;2879;gf11272de0f_0_12:notes">
            <a:extLst>
              <a:ext uri="{FF2B5EF4-FFF2-40B4-BE49-F238E27FC236}">
                <a16:creationId xmlns:a16="http://schemas.microsoft.com/office/drawing/2014/main" id="{98FDB251-F6CB-E6EB-D779-745E2E7A3A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0" name="Google Shape;2880;gf11272de0f_0_12:notes">
            <a:extLst>
              <a:ext uri="{FF2B5EF4-FFF2-40B4-BE49-F238E27FC236}">
                <a16:creationId xmlns:a16="http://schemas.microsoft.com/office/drawing/2014/main" id="{6DE99D2B-BEA4-E272-5B42-41A93C396C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84711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8">
          <a:extLst>
            <a:ext uri="{FF2B5EF4-FFF2-40B4-BE49-F238E27FC236}">
              <a16:creationId xmlns:a16="http://schemas.microsoft.com/office/drawing/2014/main" id="{30C6CAF6-34DA-5A79-1811-8845EBD67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9" name="Google Shape;2879;gf11272de0f_0_12:notes">
            <a:extLst>
              <a:ext uri="{FF2B5EF4-FFF2-40B4-BE49-F238E27FC236}">
                <a16:creationId xmlns:a16="http://schemas.microsoft.com/office/drawing/2014/main" id="{35E36C5E-0405-9F93-04AC-AA80C29BB5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0" name="Google Shape;2880;gf11272de0f_0_12:notes">
            <a:extLst>
              <a:ext uri="{FF2B5EF4-FFF2-40B4-BE49-F238E27FC236}">
                <a16:creationId xmlns:a16="http://schemas.microsoft.com/office/drawing/2014/main" id="{3D89230A-6792-7A9E-DA6D-4A250EA3AD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65334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8">
          <a:extLst>
            <a:ext uri="{FF2B5EF4-FFF2-40B4-BE49-F238E27FC236}">
              <a16:creationId xmlns:a16="http://schemas.microsoft.com/office/drawing/2014/main" id="{6656A0DC-1E2E-D499-6B22-67A6D14D9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9" name="Google Shape;2879;gf11272de0f_0_12:notes">
            <a:extLst>
              <a:ext uri="{FF2B5EF4-FFF2-40B4-BE49-F238E27FC236}">
                <a16:creationId xmlns:a16="http://schemas.microsoft.com/office/drawing/2014/main" id="{C4EE2591-4D19-7439-8C6D-BA73DD9EED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0" name="Google Shape;2880;gf11272de0f_0_12:notes">
            <a:extLst>
              <a:ext uri="{FF2B5EF4-FFF2-40B4-BE49-F238E27FC236}">
                <a16:creationId xmlns:a16="http://schemas.microsoft.com/office/drawing/2014/main" id="{3B4EAE27-FEA4-D79E-556D-151169AA23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45623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8">
          <a:extLst>
            <a:ext uri="{FF2B5EF4-FFF2-40B4-BE49-F238E27FC236}">
              <a16:creationId xmlns:a16="http://schemas.microsoft.com/office/drawing/2014/main" id="{770A2B5C-11F3-EC93-10BE-3243311B3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9" name="Google Shape;2879;gf11272de0f_0_12:notes">
            <a:extLst>
              <a:ext uri="{FF2B5EF4-FFF2-40B4-BE49-F238E27FC236}">
                <a16:creationId xmlns:a16="http://schemas.microsoft.com/office/drawing/2014/main" id="{FE5BA903-881F-217D-FA9F-A84037FC80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0" name="Google Shape;2880;gf11272de0f_0_12:notes">
            <a:extLst>
              <a:ext uri="{FF2B5EF4-FFF2-40B4-BE49-F238E27FC236}">
                <a16:creationId xmlns:a16="http://schemas.microsoft.com/office/drawing/2014/main" id="{3564E783-A536-B85B-E666-309B7D32D1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63798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8">
          <a:extLst>
            <a:ext uri="{FF2B5EF4-FFF2-40B4-BE49-F238E27FC236}">
              <a16:creationId xmlns:a16="http://schemas.microsoft.com/office/drawing/2014/main" id="{CCDC7D5A-1F08-5C8D-C7BE-17D15D3A3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9" name="Google Shape;2879;gf11272de0f_0_12:notes">
            <a:extLst>
              <a:ext uri="{FF2B5EF4-FFF2-40B4-BE49-F238E27FC236}">
                <a16:creationId xmlns:a16="http://schemas.microsoft.com/office/drawing/2014/main" id="{A78307F8-DCBF-17EE-2528-673386D4E0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0" name="Google Shape;2880;gf11272de0f_0_12:notes">
            <a:extLst>
              <a:ext uri="{FF2B5EF4-FFF2-40B4-BE49-F238E27FC236}">
                <a16:creationId xmlns:a16="http://schemas.microsoft.com/office/drawing/2014/main" id="{5F3682E1-0560-FA92-49E7-AA20E09B22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72591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6" name="Google Shape;4576;gedfa3e31c0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7" name="Google Shape;4577;gedfa3e31c0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" name="Google Shape;10;p2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" name="Google Shape;48;p2"/>
          <p:cNvSpPr txBox="1">
            <a:spLocks noGrp="1"/>
          </p:cNvSpPr>
          <p:nvPr>
            <p:ph type="ctrTitle"/>
          </p:nvPr>
        </p:nvSpPr>
        <p:spPr>
          <a:xfrm>
            <a:off x="1317600" y="1193625"/>
            <a:ext cx="6508800" cy="1724400"/>
          </a:xfrm>
          <a:prstGeom prst="rect">
            <a:avLst/>
          </a:prstGeom>
          <a:effectLst>
            <a:outerShdw blurRad="142875" algn="bl" rotWithShape="0">
              <a:schemeClr val="accent2">
                <a:alpha val="3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9" name="Google Shape;49;p2"/>
          <p:cNvSpPr txBox="1">
            <a:spLocks noGrp="1"/>
          </p:cNvSpPr>
          <p:nvPr>
            <p:ph type="subTitle" idx="1"/>
          </p:nvPr>
        </p:nvSpPr>
        <p:spPr>
          <a:xfrm>
            <a:off x="2298150" y="3376773"/>
            <a:ext cx="4547700" cy="30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50" name="Google Shape;50;p2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51" name="Google Shape;51;p2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" name="Google Shape;52;p2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53" name="Google Shape;53;p2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9" name="Google Shape;59;p2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60" name="Google Shape;60;p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" name="Google Shape;65;p2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66" name="Google Shape;66;p2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" name="Google Shape;68;p2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69" name="Google Shape;69;p2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" name="Google Shape;72;p2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2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" name="Google Shape;75;p2"/>
          <p:cNvGrpSpPr/>
          <p:nvPr/>
        </p:nvGrpSpPr>
        <p:grpSpPr>
          <a:xfrm>
            <a:off x="7812807" y="997962"/>
            <a:ext cx="1520982" cy="302065"/>
            <a:chOff x="5642557" y="-150670"/>
            <a:chExt cx="1520982" cy="302065"/>
          </a:xfrm>
        </p:grpSpPr>
        <p:sp>
          <p:nvSpPr>
            <p:cNvPr id="76" name="Google Shape;76;p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" name="Google Shape;81;p2"/>
          <p:cNvGrpSpPr/>
          <p:nvPr/>
        </p:nvGrpSpPr>
        <p:grpSpPr>
          <a:xfrm>
            <a:off x="8495989" y="1713528"/>
            <a:ext cx="883262" cy="242091"/>
            <a:chOff x="2300350" y="2601250"/>
            <a:chExt cx="2275275" cy="623625"/>
          </a:xfrm>
        </p:grpSpPr>
        <p:sp>
          <p:nvSpPr>
            <p:cNvPr id="82" name="Google Shape;82;p2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" name="Google Shape;88;p2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89" name="Google Shape;89;p2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" name="Google Shape;90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" name="Google Shape;100;p2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" name="Google Shape;101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1" name="Google Shape;111;p2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12" name="Google Shape;112;p2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118" name="Google Shape;118;p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124" name="Google Shape;124;p2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" name="Google Shape;126;p2"/>
          <p:cNvSpPr/>
          <p:nvPr/>
        </p:nvSpPr>
        <p:spPr>
          <a:xfrm rot="10800000">
            <a:off x="1023762" y="43894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9" name="Google Shape;129;p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7" name="Google Shape;167;p3"/>
          <p:cNvSpPr txBox="1">
            <a:spLocks noGrp="1"/>
          </p:cNvSpPr>
          <p:nvPr>
            <p:ph type="title"/>
          </p:nvPr>
        </p:nvSpPr>
        <p:spPr>
          <a:xfrm>
            <a:off x="713100" y="2405677"/>
            <a:ext cx="7717800" cy="841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8" name="Google Shape;168;p3"/>
          <p:cNvSpPr txBox="1">
            <a:spLocks noGrp="1"/>
          </p:cNvSpPr>
          <p:nvPr>
            <p:ph type="subTitle" idx="1"/>
          </p:nvPr>
        </p:nvSpPr>
        <p:spPr>
          <a:xfrm>
            <a:off x="1858650" y="3415877"/>
            <a:ext cx="5426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9" name="Google Shape;169;p3"/>
          <p:cNvSpPr txBox="1">
            <a:spLocks noGrp="1"/>
          </p:cNvSpPr>
          <p:nvPr>
            <p:ph type="title" idx="2" hasCustomPrompt="1"/>
          </p:nvPr>
        </p:nvSpPr>
        <p:spPr>
          <a:xfrm>
            <a:off x="3132448" y="1484973"/>
            <a:ext cx="2879100" cy="920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0" name="Google Shape;170;p3"/>
          <p:cNvSpPr/>
          <p:nvPr/>
        </p:nvSpPr>
        <p:spPr>
          <a:xfrm rot="10800000" flipH="1">
            <a:off x="7847593" y="412557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1" name="Google Shape;171;p3"/>
          <p:cNvGrpSpPr/>
          <p:nvPr/>
        </p:nvGrpSpPr>
        <p:grpSpPr>
          <a:xfrm rot="-5400000" flipH="1">
            <a:off x="7699352" y="4771133"/>
            <a:ext cx="883262" cy="242091"/>
            <a:chOff x="2300350" y="2601250"/>
            <a:chExt cx="2275275" cy="623625"/>
          </a:xfrm>
        </p:grpSpPr>
        <p:sp>
          <p:nvSpPr>
            <p:cNvPr id="172" name="Google Shape;172;p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" name="Google Shape;178;p3"/>
          <p:cNvSpPr/>
          <p:nvPr/>
        </p:nvSpPr>
        <p:spPr>
          <a:xfrm flipH="1">
            <a:off x="8088870" y="15356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" name="Google Shape;179;p3"/>
          <p:cNvGrpSpPr/>
          <p:nvPr/>
        </p:nvGrpSpPr>
        <p:grpSpPr>
          <a:xfrm>
            <a:off x="8658746" y="2349080"/>
            <a:ext cx="1823016" cy="196994"/>
            <a:chOff x="7857346" y="4002005"/>
            <a:chExt cx="1823016" cy="196994"/>
          </a:xfrm>
        </p:grpSpPr>
        <p:sp>
          <p:nvSpPr>
            <p:cNvPr id="180" name="Google Shape;180;p3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" name="Google Shape;183;p3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5" name="Google Shape;185;p3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86" name="Google Shape;186;p3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" name="Google Shape;191;p3"/>
          <p:cNvGrpSpPr/>
          <p:nvPr/>
        </p:nvGrpSpPr>
        <p:grpSpPr>
          <a:xfrm>
            <a:off x="5134732" y="4950349"/>
            <a:ext cx="1520982" cy="302065"/>
            <a:chOff x="5642557" y="-150670"/>
            <a:chExt cx="1520982" cy="302065"/>
          </a:xfrm>
        </p:grpSpPr>
        <p:sp>
          <p:nvSpPr>
            <p:cNvPr id="192" name="Google Shape;192;p3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7" name="Google Shape;197;p3"/>
          <p:cNvGrpSpPr/>
          <p:nvPr/>
        </p:nvGrpSpPr>
        <p:grpSpPr>
          <a:xfrm>
            <a:off x="8419792" y="3307266"/>
            <a:ext cx="1105976" cy="133969"/>
            <a:chOff x="8183182" y="663852"/>
            <a:chExt cx="1475028" cy="178673"/>
          </a:xfrm>
        </p:grpSpPr>
        <p:grpSp>
          <p:nvGrpSpPr>
            <p:cNvPr id="198" name="Google Shape;198;p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9" name="Google Shape;199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9" name="Google Shape;209;p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0" name="Google Shape;210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0" name="Google Shape;220;p3"/>
          <p:cNvSpPr/>
          <p:nvPr/>
        </p:nvSpPr>
        <p:spPr>
          <a:xfrm>
            <a:off x="-1414555" y="40238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3"/>
          <p:cNvSpPr/>
          <p:nvPr/>
        </p:nvSpPr>
        <p:spPr>
          <a:xfrm>
            <a:off x="-1111455" y="37445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2" name="Google Shape;222;p3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223" name="Google Shape;223;p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1" name="Google Shape;231;p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9" name="Google Shape;269;p4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4"/>
          <p:cNvSpPr txBox="1">
            <a:spLocks noGrp="1"/>
          </p:cNvSpPr>
          <p:nvPr>
            <p:ph type="body" idx="1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271" name="Google Shape;271;p4"/>
          <p:cNvGrpSpPr/>
          <p:nvPr/>
        </p:nvGrpSpPr>
        <p:grpSpPr>
          <a:xfrm rot="5400000" flipH="1">
            <a:off x="7845446" y="144030"/>
            <a:ext cx="1823016" cy="296643"/>
            <a:chOff x="7857346" y="3902355"/>
            <a:chExt cx="1823016" cy="296643"/>
          </a:xfrm>
        </p:grpSpPr>
        <p:sp>
          <p:nvSpPr>
            <p:cNvPr id="272" name="Google Shape;272;p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4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" name="Google Shape;278;p4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9" name="Google Shape;279;p4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280" name="Google Shape;280;p4"/>
            <p:cNvSpPr/>
            <p:nvPr/>
          </p:nvSpPr>
          <p:spPr>
            <a:xfrm rot="10800000" flipH="1">
              <a:off x="8184816" y="4723543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4"/>
            <p:cNvSpPr/>
            <p:nvPr/>
          </p:nvSpPr>
          <p:spPr>
            <a:xfrm rot="10800000" flipH="1">
              <a:off x="8085946" y="4828583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4"/>
            <p:cNvSpPr/>
            <p:nvPr/>
          </p:nvSpPr>
          <p:spPr>
            <a:xfrm rot="10800000" flipH="1">
              <a:off x="8110687" y="4853293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" name="Google Shape;283;p4"/>
          <p:cNvGrpSpPr/>
          <p:nvPr/>
        </p:nvGrpSpPr>
        <p:grpSpPr>
          <a:xfrm>
            <a:off x="-243064" y="160512"/>
            <a:ext cx="1105976" cy="133969"/>
            <a:chOff x="8183182" y="663852"/>
            <a:chExt cx="1475028" cy="178673"/>
          </a:xfrm>
        </p:grpSpPr>
        <p:grpSp>
          <p:nvGrpSpPr>
            <p:cNvPr id="284" name="Google Shape;284;p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5" name="Google Shape;285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5" name="Google Shape;295;p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6" name="Google Shape;296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06" name="Google Shape;306;p4"/>
          <p:cNvSpPr/>
          <p:nvPr/>
        </p:nvSpPr>
        <p:spPr>
          <a:xfrm>
            <a:off x="-1568655" y="33635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4"/>
          <p:cNvSpPr/>
          <p:nvPr/>
        </p:nvSpPr>
        <p:spPr>
          <a:xfrm rot="10800000">
            <a:off x="12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9" name="Google Shape;679;p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680" name="Google Shape;680;p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8" name="Google Shape;718;p9"/>
          <p:cNvSpPr txBox="1">
            <a:spLocks noGrp="1"/>
          </p:cNvSpPr>
          <p:nvPr>
            <p:ph type="subTitle" idx="1"/>
          </p:nvPr>
        </p:nvSpPr>
        <p:spPr>
          <a:xfrm>
            <a:off x="2399850" y="2366051"/>
            <a:ext cx="4344300" cy="106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9" name="Google Shape;719;p9"/>
          <p:cNvSpPr txBox="1">
            <a:spLocks noGrp="1"/>
          </p:cNvSpPr>
          <p:nvPr>
            <p:ph type="title"/>
          </p:nvPr>
        </p:nvSpPr>
        <p:spPr>
          <a:xfrm>
            <a:off x="2399850" y="1723050"/>
            <a:ext cx="43443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20" name="Google Shape;720;p9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1" name="Google Shape;721;p9"/>
          <p:cNvGrpSpPr/>
          <p:nvPr/>
        </p:nvGrpSpPr>
        <p:grpSpPr>
          <a:xfrm rot="10800000">
            <a:off x="-11" y="779178"/>
            <a:ext cx="883262" cy="242091"/>
            <a:chOff x="2300350" y="2601250"/>
            <a:chExt cx="2275275" cy="623625"/>
          </a:xfrm>
        </p:grpSpPr>
        <p:sp>
          <p:nvSpPr>
            <p:cNvPr id="722" name="Google Shape;722;p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8" name="Google Shape;728;p9"/>
          <p:cNvSpPr/>
          <p:nvPr/>
        </p:nvSpPr>
        <p:spPr>
          <a:xfrm rot="5400000">
            <a:off x="1495470" y="-4919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9"/>
          <p:cNvSpPr/>
          <p:nvPr/>
        </p:nvSpPr>
        <p:spPr>
          <a:xfrm rot="5400000">
            <a:off x="1774770" y="-1888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9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1" name="Google Shape;731;p9"/>
          <p:cNvGrpSpPr/>
          <p:nvPr/>
        </p:nvGrpSpPr>
        <p:grpSpPr>
          <a:xfrm>
            <a:off x="-1414555" y="3287329"/>
            <a:ext cx="2297800" cy="347400"/>
            <a:chOff x="-1414555" y="3439729"/>
            <a:chExt cx="2297800" cy="347400"/>
          </a:xfrm>
        </p:grpSpPr>
        <p:sp>
          <p:nvSpPr>
            <p:cNvPr id="732" name="Google Shape;732;p9"/>
            <p:cNvSpPr/>
            <p:nvPr/>
          </p:nvSpPr>
          <p:spPr>
            <a:xfrm>
              <a:off x="-1414555" y="3719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9"/>
            <p:cNvSpPr/>
            <p:nvPr/>
          </p:nvSpPr>
          <p:spPr>
            <a:xfrm>
              <a:off x="-1111455" y="3439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4" name="Google Shape;734;p9"/>
          <p:cNvGrpSpPr/>
          <p:nvPr/>
        </p:nvGrpSpPr>
        <p:grpSpPr>
          <a:xfrm>
            <a:off x="5512632" y="-116346"/>
            <a:ext cx="1520982" cy="302065"/>
            <a:chOff x="5642557" y="-150670"/>
            <a:chExt cx="1520982" cy="302065"/>
          </a:xfrm>
        </p:grpSpPr>
        <p:sp>
          <p:nvSpPr>
            <p:cNvPr id="735" name="Google Shape;735;p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0" name="Google Shape;740;p9"/>
          <p:cNvGrpSpPr/>
          <p:nvPr/>
        </p:nvGrpSpPr>
        <p:grpSpPr>
          <a:xfrm rot="10800000" flipH="1">
            <a:off x="7918521" y="1923880"/>
            <a:ext cx="1823016" cy="296643"/>
            <a:chOff x="7857346" y="3902355"/>
            <a:chExt cx="1823016" cy="296643"/>
          </a:xfrm>
        </p:grpSpPr>
        <p:sp>
          <p:nvSpPr>
            <p:cNvPr id="741" name="Google Shape;741;p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9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9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9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7" name="Google Shape;747;p9"/>
          <p:cNvGrpSpPr/>
          <p:nvPr/>
        </p:nvGrpSpPr>
        <p:grpSpPr>
          <a:xfrm flipH="1">
            <a:off x="-799254" y="2157805"/>
            <a:ext cx="1823016" cy="196994"/>
            <a:chOff x="7857346" y="4002005"/>
            <a:chExt cx="1823016" cy="196994"/>
          </a:xfrm>
        </p:grpSpPr>
        <p:sp>
          <p:nvSpPr>
            <p:cNvPr id="748" name="Google Shape;748;p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1" name="Google Shape;751;p9"/>
          <p:cNvGrpSpPr/>
          <p:nvPr/>
        </p:nvGrpSpPr>
        <p:grpSpPr>
          <a:xfrm>
            <a:off x="8331253" y="3180067"/>
            <a:ext cx="1105976" cy="133969"/>
            <a:chOff x="8183182" y="663852"/>
            <a:chExt cx="1475028" cy="178673"/>
          </a:xfrm>
        </p:grpSpPr>
        <p:grpSp>
          <p:nvGrpSpPr>
            <p:cNvPr id="752" name="Google Shape;752;p9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753" name="Google Shape;753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3" name="Google Shape;763;p9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764" name="Google Shape;764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4" name="Google Shape;774;p9"/>
          <p:cNvGrpSpPr/>
          <p:nvPr/>
        </p:nvGrpSpPr>
        <p:grpSpPr>
          <a:xfrm rot="5400000">
            <a:off x="85100" y="4288025"/>
            <a:ext cx="98902" cy="553090"/>
            <a:chOff x="4898850" y="4820550"/>
            <a:chExt cx="98902" cy="553090"/>
          </a:xfrm>
        </p:grpSpPr>
        <p:sp>
          <p:nvSpPr>
            <p:cNvPr id="775" name="Google Shape;775;p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BLANK_9"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1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05" name="Google Shape;1305;p1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1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1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1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1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1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1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1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1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1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1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1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1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1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1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1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1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1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1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1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1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1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1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1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1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1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1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1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1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1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1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1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1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1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1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1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1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43" name="Google Shape;1343;p17"/>
          <p:cNvSpPr txBox="1">
            <a:spLocks noGrp="1"/>
          </p:cNvSpPr>
          <p:nvPr>
            <p:ph type="title"/>
          </p:nvPr>
        </p:nvSpPr>
        <p:spPr>
          <a:xfrm>
            <a:off x="713100" y="1723050"/>
            <a:ext cx="4401600" cy="572700"/>
          </a:xfrm>
          <a:prstGeom prst="rect">
            <a:avLst/>
          </a:prstGeom>
          <a:effectLst>
            <a:outerShdw blurRad="157163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44" name="Google Shape;1344;p17"/>
          <p:cNvSpPr txBox="1">
            <a:spLocks noGrp="1"/>
          </p:cNvSpPr>
          <p:nvPr>
            <p:ph type="subTitle" idx="1"/>
          </p:nvPr>
        </p:nvSpPr>
        <p:spPr>
          <a:xfrm>
            <a:off x="713100" y="2366050"/>
            <a:ext cx="4401600" cy="10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45" name="Google Shape;1345;p17"/>
          <p:cNvGrpSpPr/>
          <p:nvPr/>
        </p:nvGrpSpPr>
        <p:grpSpPr>
          <a:xfrm>
            <a:off x="8137507" y="-109362"/>
            <a:ext cx="586800" cy="1284435"/>
            <a:chOff x="8137507" y="-109362"/>
            <a:chExt cx="586800" cy="1284435"/>
          </a:xfrm>
        </p:grpSpPr>
        <p:sp>
          <p:nvSpPr>
            <p:cNvPr id="1346" name="Google Shape;1346;p17"/>
            <p:cNvSpPr/>
            <p:nvPr/>
          </p:nvSpPr>
          <p:spPr>
            <a:xfrm>
              <a:off x="8137507" y="-109352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47" name="Google Shape;1347;p17"/>
            <p:cNvGrpSpPr/>
            <p:nvPr/>
          </p:nvGrpSpPr>
          <p:grpSpPr>
            <a:xfrm rot="-5400000">
              <a:off x="7989266" y="211224"/>
              <a:ext cx="883262" cy="242091"/>
              <a:chOff x="2300350" y="2601250"/>
              <a:chExt cx="2275275" cy="623625"/>
            </a:xfrm>
          </p:grpSpPr>
          <p:sp>
            <p:nvSpPr>
              <p:cNvPr id="1348" name="Google Shape;1348;p1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1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1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1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1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1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54" name="Google Shape;1354;p17"/>
          <p:cNvGrpSpPr/>
          <p:nvPr/>
        </p:nvGrpSpPr>
        <p:grpSpPr>
          <a:xfrm>
            <a:off x="2517607" y="-116370"/>
            <a:ext cx="1520982" cy="302065"/>
            <a:chOff x="5642557" y="-150670"/>
            <a:chExt cx="1520982" cy="302065"/>
          </a:xfrm>
        </p:grpSpPr>
        <p:sp>
          <p:nvSpPr>
            <p:cNvPr id="1355" name="Google Shape;1355;p1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1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1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1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1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0" name="Google Shape;1360;p17"/>
          <p:cNvSpPr/>
          <p:nvPr/>
        </p:nvSpPr>
        <p:spPr>
          <a:xfrm rot="-5400000">
            <a:off x="341629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1" name="Google Shape;1361;p17"/>
          <p:cNvGrpSpPr/>
          <p:nvPr/>
        </p:nvGrpSpPr>
        <p:grpSpPr>
          <a:xfrm>
            <a:off x="4913901" y="675155"/>
            <a:ext cx="1252897" cy="51000"/>
            <a:chOff x="2915381" y="4104819"/>
            <a:chExt cx="1252897" cy="51000"/>
          </a:xfrm>
        </p:grpSpPr>
        <p:sp>
          <p:nvSpPr>
            <p:cNvPr id="1362" name="Google Shape;1362;p1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1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1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1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1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1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1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1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1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1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1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1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1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1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6" name="Google Shape;1376;p17"/>
          <p:cNvSpPr/>
          <p:nvPr/>
        </p:nvSpPr>
        <p:spPr>
          <a:xfrm rot="5400000">
            <a:off x="8208387" y="42041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" name="Google Shape;1377;p17"/>
          <p:cNvSpPr/>
          <p:nvPr/>
        </p:nvSpPr>
        <p:spPr>
          <a:xfrm rot="10800000">
            <a:off x="1362311" y="4240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8" name="Google Shape;1378;p17"/>
          <p:cNvGrpSpPr/>
          <p:nvPr/>
        </p:nvGrpSpPr>
        <p:grpSpPr>
          <a:xfrm>
            <a:off x="5600407" y="4993736"/>
            <a:ext cx="1520982" cy="302065"/>
            <a:chOff x="5642557" y="-150670"/>
            <a:chExt cx="1520982" cy="302065"/>
          </a:xfrm>
        </p:grpSpPr>
        <p:sp>
          <p:nvSpPr>
            <p:cNvPr id="1379" name="Google Shape;1379;p1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1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1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1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1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4" name="Google Shape;1384;p17"/>
          <p:cNvGrpSpPr/>
          <p:nvPr/>
        </p:nvGrpSpPr>
        <p:grpSpPr>
          <a:xfrm rot="5400000">
            <a:off x="8900" y="1773425"/>
            <a:ext cx="98902" cy="553090"/>
            <a:chOff x="4898850" y="4820550"/>
            <a:chExt cx="98902" cy="553090"/>
          </a:xfrm>
        </p:grpSpPr>
        <p:sp>
          <p:nvSpPr>
            <p:cNvPr id="1385" name="Google Shape;1385;p1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1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1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1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1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2">
    <p:spTree>
      <p:nvGrpSpPr>
        <p:cNvPr id="1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8" name="Google Shape;2308;p2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09" name="Google Shape;2309;p2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2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2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2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2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2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2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2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2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2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2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2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2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2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2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2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2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2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2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2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2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2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2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2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2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2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2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2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2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2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2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2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2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2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2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2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2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2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47" name="Google Shape;2347;p27"/>
          <p:cNvSpPr txBox="1">
            <a:spLocks noGrp="1"/>
          </p:cNvSpPr>
          <p:nvPr>
            <p:ph type="title"/>
          </p:nvPr>
        </p:nvSpPr>
        <p:spPr>
          <a:xfrm>
            <a:off x="2335650" y="758125"/>
            <a:ext cx="4472700" cy="9555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7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348" name="Google Shape;2348;p27"/>
          <p:cNvSpPr txBox="1">
            <a:spLocks noGrp="1"/>
          </p:cNvSpPr>
          <p:nvPr>
            <p:ph type="subTitle" idx="1"/>
          </p:nvPr>
        </p:nvSpPr>
        <p:spPr>
          <a:xfrm>
            <a:off x="2335650" y="1775000"/>
            <a:ext cx="4472700" cy="10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9" name="Google Shape;2349;p27"/>
          <p:cNvSpPr txBox="1"/>
          <p:nvPr/>
        </p:nvSpPr>
        <p:spPr>
          <a:xfrm>
            <a:off x="2532450" y="3327757"/>
            <a:ext cx="40791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Credits:</a:t>
            </a:r>
            <a:r>
              <a:rPr lang="en" sz="1200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This presentation template was created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, including icons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, infographics &amp; images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350" name="Google Shape;2350;p27"/>
          <p:cNvSpPr/>
          <p:nvPr/>
        </p:nvSpPr>
        <p:spPr>
          <a:xfrm rot="10800000">
            <a:off x="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51" name="Google Shape;2351;p27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2352" name="Google Shape;2352;p27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53" name="Google Shape;2353;p27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2354" name="Google Shape;2354;p2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Google Shape;2355;p2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Google Shape;2356;p2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Google Shape;2357;p2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Google Shape;2358;p2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Google Shape;2359;p2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60" name="Google Shape;2360;p27"/>
          <p:cNvGrpSpPr/>
          <p:nvPr/>
        </p:nvGrpSpPr>
        <p:grpSpPr>
          <a:xfrm>
            <a:off x="2618882" y="4981392"/>
            <a:ext cx="1520982" cy="302065"/>
            <a:chOff x="5642557" y="-150670"/>
            <a:chExt cx="1520982" cy="302065"/>
          </a:xfrm>
        </p:grpSpPr>
        <p:sp>
          <p:nvSpPr>
            <p:cNvPr id="2361" name="Google Shape;2361;p2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2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2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2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2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66" name="Google Shape;2366;p27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367" name="Google Shape;2367;p2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2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2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2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2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2" name="Google Shape;2372;p27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2373" name="Google Shape;2373;p27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27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5" name="Google Shape;2375;p27"/>
          <p:cNvGrpSpPr/>
          <p:nvPr/>
        </p:nvGrpSpPr>
        <p:grpSpPr>
          <a:xfrm flipH="1">
            <a:off x="-529079" y="4313280"/>
            <a:ext cx="1823016" cy="196994"/>
            <a:chOff x="7857346" y="4002005"/>
            <a:chExt cx="1823016" cy="196994"/>
          </a:xfrm>
        </p:grpSpPr>
        <p:sp>
          <p:nvSpPr>
            <p:cNvPr id="2376" name="Google Shape;2376;p27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27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27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79" name="Google Shape;2379;p27"/>
          <p:cNvSpPr/>
          <p:nvPr/>
        </p:nvSpPr>
        <p:spPr>
          <a:xfrm rot="5400000">
            <a:off x="8208384" y="388567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80" name="Google Shape;2380;p27"/>
          <p:cNvGrpSpPr/>
          <p:nvPr/>
        </p:nvGrpSpPr>
        <p:grpSpPr>
          <a:xfrm>
            <a:off x="5202992" y="4687341"/>
            <a:ext cx="1105976" cy="133969"/>
            <a:chOff x="8183182" y="663852"/>
            <a:chExt cx="1475028" cy="178673"/>
          </a:xfrm>
        </p:grpSpPr>
        <p:grpSp>
          <p:nvGrpSpPr>
            <p:cNvPr id="2381" name="Google Shape;2381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382" name="Google Shape;2382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Google Shape;2383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Google Shape;2384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Google Shape;2385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Google Shape;2386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Google Shape;2387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Google Shape;2388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Google Shape;2389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Google Shape;2390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Google Shape;2391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2" name="Google Shape;2392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393" name="Google Shape;239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Google Shape;239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Google Shape;239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Google Shape;239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Google Shape;239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Google Shape;239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Google Shape;239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Google Shape;240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Google Shape;240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Google Shape;240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403" name="Google Shape;2403;p27"/>
          <p:cNvSpPr/>
          <p:nvPr/>
        </p:nvSpPr>
        <p:spPr>
          <a:xfrm rot="10800000">
            <a:off x="8027645" y="21741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04" name="Google Shape;2404;p27"/>
          <p:cNvGrpSpPr/>
          <p:nvPr/>
        </p:nvGrpSpPr>
        <p:grpSpPr>
          <a:xfrm rot="-5400000">
            <a:off x="7172708" y="384980"/>
            <a:ext cx="1823016" cy="296643"/>
            <a:chOff x="7857346" y="3902355"/>
            <a:chExt cx="1823016" cy="296643"/>
          </a:xfrm>
        </p:grpSpPr>
        <p:sp>
          <p:nvSpPr>
            <p:cNvPr id="2405" name="Google Shape;2405;p27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27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27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27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27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27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11" name="Google Shape;2411;p27"/>
          <p:cNvGrpSpPr/>
          <p:nvPr/>
        </p:nvGrpSpPr>
        <p:grpSpPr>
          <a:xfrm>
            <a:off x="8267392" y="2926266"/>
            <a:ext cx="1105976" cy="133969"/>
            <a:chOff x="8183182" y="663852"/>
            <a:chExt cx="1475028" cy="178673"/>
          </a:xfrm>
        </p:grpSpPr>
        <p:grpSp>
          <p:nvGrpSpPr>
            <p:cNvPr id="2412" name="Google Shape;2412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413" name="Google Shape;241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Google Shape;241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Google Shape;241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Google Shape;241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Google Shape;241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Google Shape;241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Google Shape;241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Google Shape;242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Google Shape;242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Google Shape;242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23" name="Google Shape;2423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424" name="Google Shape;2424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Google Shape;2425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Google Shape;2426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Google Shape;2427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Google Shape;2428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Google Shape;2429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Google Shape;2430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Google Shape;2431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Google Shape;2432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Google Shape;2433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34" name="Google Shape;2434;p27"/>
          <p:cNvGrpSpPr/>
          <p:nvPr/>
        </p:nvGrpSpPr>
        <p:grpSpPr>
          <a:xfrm>
            <a:off x="2360001" y="376081"/>
            <a:ext cx="1252897" cy="51000"/>
            <a:chOff x="2915381" y="4104819"/>
            <a:chExt cx="1252897" cy="51000"/>
          </a:xfrm>
        </p:grpSpPr>
        <p:sp>
          <p:nvSpPr>
            <p:cNvPr id="2435" name="Google Shape;2435;p2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2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2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2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2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2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2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2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2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2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2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2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2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2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3">
    <p:spTree>
      <p:nvGrpSpPr>
        <p:cNvPr id="1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0" name="Google Shape;2450;p2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451" name="Google Shape;2451;p2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2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2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2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2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2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2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2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2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2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2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2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2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2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2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2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2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2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2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2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2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2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2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2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2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2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2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2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2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2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2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2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2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2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2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2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2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2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9" name="Google Shape;2489;p28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490" name="Google Shape;2490;p2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2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2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2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2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5" name="Google Shape;2495;p28"/>
          <p:cNvGrpSpPr/>
          <p:nvPr/>
        </p:nvGrpSpPr>
        <p:grpSpPr>
          <a:xfrm flipH="1">
            <a:off x="-839729" y="2843530"/>
            <a:ext cx="1823016" cy="196994"/>
            <a:chOff x="7857346" y="4002005"/>
            <a:chExt cx="1823016" cy="196994"/>
          </a:xfrm>
        </p:grpSpPr>
        <p:sp>
          <p:nvSpPr>
            <p:cNvPr id="2496" name="Google Shape;2496;p2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2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2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99" name="Google Shape;2499;p28"/>
          <p:cNvSpPr/>
          <p:nvPr/>
        </p:nvSpPr>
        <p:spPr>
          <a:xfrm rot="5400000">
            <a:off x="8206149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0" name="Google Shape;2500;p28"/>
          <p:cNvSpPr/>
          <p:nvPr/>
        </p:nvSpPr>
        <p:spPr>
          <a:xfrm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01" name="Google Shape;2501;p28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2502" name="Google Shape;2502;p28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503" name="Google Shape;2503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Google Shape;2504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Google Shape;2505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Google Shape;2506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Google Shape;2507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Google Shape;2508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Google Shape;2509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Google Shape;2510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Google Shape;2511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Google Shape;2512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13" name="Google Shape;2513;p28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514" name="Google Shape;2514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Google Shape;2515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Google Shape;2516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Google Shape;2517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Google Shape;2518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Google Shape;2519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Google Shape;2520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Google Shape;2521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Google Shape;2522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Google Shape;2523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24" name="Google Shape;2524;p28"/>
          <p:cNvGrpSpPr/>
          <p:nvPr/>
        </p:nvGrpSpPr>
        <p:grpSpPr>
          <a:xfrm flipH="1">
            <a:off x="4834557" y="-107958"/>
            <a:ext cx="1520982" cy="302065"/>
            <a:chOff x="5642557" y="-150670"/>
            <a:chExt cx="1520982" cy="302065"/>
          </a:xfrm>
        </p:grpSpPr>
        <p:sp>
          <p:nvSpPr>
            <p:cNvPr id="2525" name="Google Shape;2525;p2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2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2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2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2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0" name="Google Shape;2530;p28"/>
          <p:cNvGrpSpPr/>
          <p:nvPr/>
        </p:nvGrpSpPr>
        <p:grpSpPr>
          <a:xfrm>
            <a:off x="635870" y="-1455296"/>
            <a:ext cx="347400" cy="2297800"/>
            <a:chOff x="6420895" y="-1455296"/>
            <a:chExt cx="347400" cy="2297800"/>
          </a:xfrm>
        </p:grpSpPr>
        <p:sp>
          <p:nvSpPr>
            <p:cNvPr id="2531" name="Google Shape;2531;p28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28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3" name="Google Shape;2533;p28"/>
          <p:cNvSpPr/>
          <p:nvPr/>
        </p:nvSpPr>
        <p:spPr>
          <a:xfrm rot="-5400000">
            <a:off x="348812" y="420768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34" name="Google Shape;2534;p28"/>
          <p:cNvGrpSpPr/>
          <p:nvPr/>
        </p:nvGrpSpPr>
        <p:grpSpPr>
          <a:xfrm>
            <a:off x="333809" y="4164674"/>
            <a:ext cx="302065" cy="1520982"/>
            <a:chOff x="-108754" y="2690919"/>
            <a:chExt cx="302065" cy="1520982"/>
          </a:xfrm>
        </p:grpSpPr>
        <p:sp>
          <p:nvSpPr>
            <p:cNvPr id="2535" name="Google Shape;2535;p28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28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28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28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28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0" name="Google Shape;2540;p28"/>
          <p:cNvGrpSpPr/>
          <p:nvPr/>
        </p:nvGrpSpPr>
        <p:grpSpPr>
          <a:xfrm>
            <a:off x="8490114" y="2144503"/>
            <a:ext cx="883262" cy="242091"/>
            <a:chOff x="2300350" y="2601250"/>
            <a:chExt cx="2275275" cy="623625"/>
          </a:xfrm>
        </p:grpSpPr>
        <p:sp>
          <p:nvSpPr>
            <p:cNvPr id="2541" name="Google Shape;2541;p2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2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2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2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2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2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2">
    <p:spTree>
      <p:nvGrpSpPr>
        <p:cNvPr id="1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8" name="Google Shape;2548;p2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549" name="Google Shape;2549;p2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2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2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2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2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2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2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2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2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2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2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2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2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2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2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2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2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2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2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87" name="Google Shape;2587;p29"/>
          <p:cNvGrpSpPr/>
          <p:nvPr/>
        </p:nvGrpSpPr>
        <p:grpSpPr>
          <a:xfrm rot="5400000">
            <a:off x="85100" y="782825"/>
            <a:ext cx="98902" cy="553090"/>
            <a:chOff x="4898850" y="4820550"/>
            <a:chExt cx="98902" cy="553090"/>
          </a:xfrm>
        </p:grpSpPr>
        <p:sp>
          <p:nvSpPr>
            <p:cNvPr id="2588" name="Google Shape;2588;p2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2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2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2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2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3" name="Google Shape;2593;p29"/>
          <p:cNvGrpSpPr/>
          <p:nvPr/>
        </p:nvGrpSpPr>
        <p:grpSpPr>
          <a:xfrm>
            <a:off x="-1414555" y="1991929"/>
            <a:ext cx="2297800" cy="347400"/>
            <a:chOff x="-1414555" y="3058729"/>
            <a:chExt cx="2297800" cy="347400"/>
          </a:xfrm>
        </p:grpSpPr>
        <p:sp>
          <p:nvSpPr>
            <p:cNvPr id="2594" name="Google Shape;2594;p29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29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6" name="Google Shape;2596;p29"/>
          <p:cNvGrpSpPr/>
          <p:nvPr/>
        </p:nvGrpSpPr>
        <p:grpSpPr>
          <a:xfrm flipH="1">
            <a:off x="-799254" y="3300805"/>
            <a:ext cx="1823016" cy="196994"/>
            <a:chOff x="7857346" y="4002005"/>
            <a:chExt cx="1823016" cy="196994"/>
          </a:xfrm>
        </p:grpSpPr>
        <p:sp>
          <p:nvSpPr>
            <p:cNvPr id="2597" name="Google Shape;2597;p2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2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2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00" name="Google Shape;2600;p29"/>
          <p:cNvSpPr/>
          <p:nvPr/>
        </p:nvSpPr>
        <p:spPr>
          <a:xfrm rot="5400000">
            <a:off x="8204801" y="-34943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1" name="Google Shape;2601;p29"/>
          <p:cNvSpPr/>
          <p:nvPr/>
        </p:nvSpPr>
        <p:spPr>
          <a:xfrm rot="10800000">
            <a:off x="7736612" y="439283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02" name="Google Shape;2602;p29"/>
          <p:cNvGrpSpPr/>
          <p:nvPr/>
        </p:nvGrpSpPr>
        <p:grpSpPr>
          <a:xfrm rot="5400000">
            <a:off x="8288664" y="2674962"/>
            <a:ext cx="883262" cy="242091"/>
            <a:chOff x="2300350" y="2601250"/>
            <a:chExt cx="2275275" cy="623625"/>
          </a:xfrm>
        </p:grpSpPr>
        <p:sp>
          <p:nvSpPr>
            <p:cNvPr id="2603" name="Google Shape;2603;p2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2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2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2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2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2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09" name="Google Shape;2609;p29"/>
          <p:cNvGrpSpPr/>
          <p:nvPr/>
        </p:nvGrpSpPr>
        <p:grpSpPr>
          <a:xfrm>
            <a:off x="8533046" y="-288388"/>
            <a:ext cx="302065" cy="1520982"/>
            <a:chOff x="-108754" y="2690919"/>
            <a:chExt cx="302065" cy="1520982"/>
          </a:xfrm>
        </p:grpSpPr>
        <p:sp>
          <p:nvSpPr>
            <p:cNvPr id="2610" name="Google Shape;2610;p29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29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29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29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29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15" name="Google Shape;2615;p29"/>
          <p:cNvGrpSpPr/>
          <p:nvPr/>
        </p:nvGrpSpPr>
        <p:grpSpPr>
          <a:xfrm>
            <a:off x="1176957" y="-107958"/>
            <a:ext cx="1520982" cy="302065"/>
            <a:chOff x="5642557" y="-150670"/>
            <a:chExt cx="1520982" cy="302065"/>
          </a:xfrm>
        </p:grpSpPr>
        <p:sp>
          <p:nvSpPr>
            <p:cNvPr id="2616" name="Google Shape;2616;p2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2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2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2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2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1" name="Google Shape;2621;p29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2622" name="Google Shape;2622;p29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29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4" name="Google Shape;2624;p29"/>
          <p:cNvGrpSpPr/>
          <p:nvPr/>
        </p:nvGrpSpPr>
        <p:grpSpPr>
          <a:xfrm>
            <a:off x="-222733" y="4310689"/>
            <a:ext cx="1507157" cy="586800"/>
            <a:chOff x="-222733" y="4310689"/>
            <a:chExt cx="1507157" cy="586800"/>
          </a:xfrm>
        </p:grpSpPr>
        <p:sp>
          <p:nvSpPr>
            <p:cNvPr id="2625" name="Google Shape;2625;p29"/>
            <p:cNvSpPr/>
            <p:nvPr/>
          </p:nvSpPr>
          <p:spPr>
            <a:xfrm rot="-5400000">
              <a:off x="348812" y="39618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26" name="Google Shape;2626;p29"/>
            <p:cNvGrpSpPr/>
            <p:nvPr/>
          </p:nvGrpSpPr>
          <p:grpSpPr>
            <a:xfrm>
              <a:off x="-222733" y="4537116"/>
              <a:ext cx="1105976" cy="133969"/>
              <a:chOff x="8183182" y="663852"/>
              <a:chExt cx="1475028" cy="178673"/>
            </a:xfrm>
          </p:grpSpPr>
          <p:grpSp>
            <p:nvGrpSpPr>
              <p:cNvPr id="2627" name="Google Shape;2627;p29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628" name="Google Shape;2628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9" name="Google Shape;2629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0" name="Google Shape;2630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1" name="Google Shape;2631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2" name="Google Shape;2632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3" name="Google Shape;2633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4" name="Google Shape;2634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5" name="Google Shape;2635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6" name="Google Shape;2636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7" name="Google Shape;2637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38" name="Google Shape;2638;p29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639" name="Google Shape;2639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0" name="Google Shape;2640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1" name="Google Shape;2641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2" name="Google Shape;2642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3" name="Google Shape;2643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4" name="Google Shape;2644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5" name="Google Shape;2645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6" name="Google Shape;2646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7" name="Google Shape;2647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8" name="Google Shape;2648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 flip="none" rotWithShape="1">
          <a:gsLst>
            <a:gs pos="34000">
              <a:schemeClr val="tx2">
                <a:lumMod val="75000"/>
                <a:lumOff val="25000"/>
              </a:schemeClr>
            </a:gs>
            <a:gs pos="100000">
              <a:schemeClr val="accent1">
                <a:lumMod val="7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5" r:id="rId4"/>
    <p:sldLayoutId id="2147483658" r:id="rId5"/>
    <p:sldLayoutId id="2147483663" r:id="rId6"/>
    <p:sldLayoutId id="2147483673" r:id="rId7"/>
    <p:sldLayoutId id="2147483674" r:id="rId8"/>
    <p:sldLayoutId id="2147483675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ingenieria-romania.blogspot.com/2019/07/facultad-de-ingenieria-industrial-y-de.html" TargetMode="Externa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ingenieria-romania.blogspot.com/2019/07/facultad-de-ingenieria-industrial-y-de.html" TargetMode="Externa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9" name="Google Shape;2659;p33"/>
          <p:cNvSpPr/>
          <p:nvPr/>
        </p:nvSpPr>
        <p:spPr>
          <a:xfrm>
            <a:off x="2130750" y="3329973"/>
            <a:ext cx="4882500" cy="399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0" name="Google Shape;2660;p33"/>
          <p:cNvSpPr txBox="1">
            <a:spLocks noGrp="1"/>
          </p:cNvSpPr>
          <p:nvPr>
            <p:ph type="subTitle" idx="1"/>
          </p:nvPr>
        </p:nvSpPr>
        <p:spPr>
          <a:xfrm>
            <a:off x="2298150" y="3376773"/>
            <a:ext cx="4547700" cy="30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Equipo 4</a:t>
            </a:r>
            <a:endParaRPr dirty="0"/>
          </a:p>
        </p:txBody>
      </p:sp>
      <p:grpSp>
        <p:nvGrpSpPr>
          <p:cNvPr id="2661" name="Google Shape;2661;p33"/>
          <p:cNvGrpSpPr/>
          <p:nvPr/>
        </p:nvGrpSpPr>
        <p:grpSpPr>
          <a:xfrm rot="10800000">
            <a:off x="2130739" y="4336003"/>
            <a:ext cx="883262" cy="242091"/>
            <a:chOff x="2300350" y="2601250"/>
            <a:chExt cx="2275275" cy="623625"/>
          </a:xfrm>
        </p:grpSpPr>
        <p:sp>
          <p:nvSpPr>
            <p:cNvPr id="2662" name="Google Shape;2662;p3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3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3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3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3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3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68" name="Google Shape;2668;p33"/>
          <p:cNvGrpSpPr/>
          <p:nvPr/>
        </p:nvGrpSpPr>
        <p:grpSpPr>
          <a:xfrm rot="-5400000" flipH="1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2669" name="Google Shape;2669;p33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33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33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33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33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33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75" name="Google Shape;2675;p33"/>
          <p:cNvGrpSpPr/>
          <p:nvPr/>
        </p:nvGrpSpPr>
        <p:grpSpPr>
          <a:xfrm rot="5400000">
            <a:off x="2421400" y="552075"/>
            <a:ext cx="98902" cy="553090"/>
            <a:chOff x="4898850" y="4820550"/>
            <a:chExt cx="98902" cy="553090"/>
          </a:xfrm>
        </p:grpSpPr>
        <p:sp>
          <p:nvSpPr>
            <p:cNvPr id="2676" name="Google Shape;2676;p3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3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3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3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3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81" name="Google Shape;2681;p33"/>
          <p:cNvGrpSpPr/>
          <p:nvPr/>
        </p:nvGrpSpPr>
        <p:grpSpPr>
          <a:xfrm>
            <a:off x="4505167" y="564628"/>
            <a:ext cx="1105976" cy="133969"/>
            <a:chOff x="8183182" y="663852"/>
            <a:chExt cx="1475028" cy="178673"/>
          </a:xfrm>
        </p:grpSpPr>
        <p:grpSp>
          <p:nvGrpSpPr>
            <p:cNvPr id="2682" name="Google Shape;2682;p3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683" name="Google Shape;2683;p3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Google Shape;2684;p3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Google Shape;2685;p3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Google Shape;2686;p3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Google Shape;2687;p3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Google Shape;2688;p3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Google Shape;2689;p3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Google Shape;2690;p3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Google Shape;2691;p3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Google Shape;2692;p3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93" name="Google Shape;2693;p3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694" name="Google Shape;2694;p3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Google Shape;2695;p3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Google Shape;2696;p3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Google Shape;2697;p3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Google Shape;2698;p3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Google Shape;2699;p3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Google Shape;2700;p3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Google Shape;2701;p3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Google Shape;2702;p3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Google Shape;2703;p3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04" name="Google Shape;2704;p33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2705" name="Google Shape;2705;p33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33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33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33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33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33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33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33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33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33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33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33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33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33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19" name="Google Shape;2719;p33"/>
          <p:cNvSpPr txBox="1">
            <a:spLocks noGrp="1"/>
          </p:cNvSpPr>
          <p:nvPr>
            <p:ph type="ctrTitle"/>
          </p:nvPr>
        </p:nvSpPr>
        <p:spPr>
          <a:xfrm>
            <a:off x="1317600" y="1193625"/>
            <a:ext cx="6508800" cy="172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solidFill>
                  <a:schemeClr val="accent2"/>
                </a:solidFill>
              </a:rPr>
              <a:t>Gestor de Asistencias, Horarios y Equipos de Laboratorio</a:t>
            </a:r>
            <a:endParaRPr sz="4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enguin | Club Penguin Rewritten Wiki | Fandom">
            <a:extLst>
              <a:ext uri="{FF2B5EF4-FFF2-40B4-BE49-F238E27FC236}">
                <a16:creationId xmlns:a16="http://schemas.microsoft.com/office/drawing/2014/main" id="{55932B4B-FD99-BA00-3086-91CE935BB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2550" y="398855"/>
            <a:ext cx="3858900" cy="4345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24" name="Google Shape;2724;p34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Integrantes del Equipo:</a:t>
            </a:r>
            <a:endParaRPr sz="2800" dirty="0">
              <a:solidFill>
                <a:schemeClr val="accent2"/>
              </a:solidFill>
            </a:endParaRPr>
          </a:p>
        </p:txBody>
      </p:sp>
      <p:sp>
        <p:nvSpPr>
          <p:cNvPr id="2725" name="Google Shape;2725;p34"/>
          <p:cNvSpPr txBox="1">
            <a:spLocks noGrp="1"/>
          </p:cNvSpPr>
          <p:nvPr>
            <p:ph type="body" idx="1"/>
          </p:nvPr>
        </p:nvSpPr>
        <p:spPr>
          <a:xfrm>
            <a:off x="584350" y="1312415"/>
            <a:ext cx="3325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en-US" sz="2000" b="1" dirty="0">
                <a:solidFill>
                  <a:schemeClr val="accent2"/>
                </a:solidFill>
              </a:rPr>
              <a:t>-</a:t>
            </a:r>
            <a:r>
              <a:rPr lang="en-US" sz="2000" b="1" dirty="0" err="1">
                <a:solidFill>
                  <a:schemeClr val="accent2"/>
                </a:solidFill>
              </a:rPr>
              <a:t>Casavilca</a:t>
            </a:r>
            <a:r>
              <a:rPr lang="en-US" sz="2000" b="1" dirty="0">
                <a:solidFill>
                  <a:schemeClr val="accent2"/>
                </a:solidFill>
              </a:rPr>
              <a:t> Carlos Neil Josue 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US" dirty="0"/>
          </a:p>
        </p:txBody>
      </p:sp>
      <p:grpSp>
        <p:nvGrpSpPr>
          <p:cNvPr id="2726" name="Google Shape;2726;p34"/>
          <p:cNvGrpSpPr/>
          <p:nvPr/>
        </p:nvGrpSpPr>
        <p:grpSpPr>
          <a:xfrm>
            <a:off x="7126489" y="852727"/>
            <a:ext cx="883262" cy="242091"/>
            <a:chOff x="2300350" y="2601250"/>
            <a:chExt cx="2275275" cy="623625"/>
          </a:xfrm>
        </p:grpSpPr>
        <p:sp>
          <p:nvSpPr>
            <p:cNvPr id="2727" name="Google Shape;2727;p3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3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3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3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3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3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2725;p34">
            <a:extLst>
              <a:ext uri="{FF2B5EF4-FFF2-40B4-BE49-F238E27FC236}">
                <a16:creationId xmlns:a16="http://schemas.microsoft.com/office/drawing/2014/main" id="{A3F42E1D-A13E-8EA8-B451-1A7980E4E811}"/>
              </a:ext>
            </a:extLst>
          </p:cNvPr>
          <p:cNvSpPr txBox="1">
            <a:spLocks/>
          </p:cNvSpPr>
          <p:nvPr/>
        </p:nvSpPr>
        <p:spPr>
          <a:xfrm>
            <a:off x="4700750" y="2194499"/>
            <a:ext cx="3858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PT Sans"/>
              <a:buAutoNum type="arabicPeriod"/>
              <a:defRPr sz="12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 algn="ctr"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en-US" sz="2000" b="1" dirty="0">
                <a:solidFill>
                  <a:schemeClr val="accent2"/>
                </a:solidFill>
              </a:rPr>
              <a:t>-Salcedo Morales Francisco Jose</a:t>
            </a:r>
          </a:p>
          <a:p>
            <a:pPr marL="0" indent="0">
              <a:spcAft>
                <a:spcPts val="1200"/>
              </a:spcAft>
              <a:buFont typeface="PT Sans"/>
              <a:buNone/>
            </a:pPr>
            <a:endParaRPr lang="en-US" dirty="0"/>
          </a:p>
        </p:txBody>
      </p:sp>
      <p:sp>
        <p:nvSpPr>
          <p:cNvPr id="6" name="Google Shape;2725;p34">
            <a:extLst>
              <a:ext uri="{FF2B5EF4-FFF2-40B4-BE49-F238E27FC236}">
                <a16:creationId xmlns:a16="http://schemas.microsoft.com/office/drawing/2014/main" id="{086F5058-D5B3-1860-4724-A340C570FB8E}"/>
              </a:ext>
            </a:extLst>
          </p:cNvPr>
          <p:cNvSpPr txBox="1">
            <a:spLocks/>
          </p:cNvSpPr>
          <p:nvPr/>
        </p:nvSpPr>
        <p:spPr>
          <a:xfrm>
            <a:off x="88061" y="2707785"/>
            <a:ext cx="3858900" cy="44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PT Sans"/>
              <a:buAutoNum type="arabicPeriod"/>
              <a:defRPr sz="12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 algn="ctr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</a:rPr>
              <a:t>-Zamora Rodriguez Enzo</a:t>
            </a:r>
          </a:p>
        </p:txBody>
      </p:sp>
      <p:sp>
        <p:nvSpPr>
          <p:cNvPr id="8" name="Google Shape;2725;p34">
            <a:extLst>
              <a:ext uri="{FF2B5EF4-FFF2-40B4-BE49-F238E27FC236}">
                <a16:creationId xmlns:a16="http://schemas.microsoft.com/office/drawing/2014/main" id="{E7F0B4A5-622B-54FE-26C3-20758E37878A}"/>
              </a:ext>
            </a:extLst>
          </p:cNvPr>
          <p:cNvSpPr txBox="1">
            <a:spLocks/>
          </p:cNvSpPr>
          <p:nvPr/>
        </p:nvSpPr>
        <p:spPr>
          <a:xfrm>
            <a:off x="4700750" y="3849598"/>
            <a:ext cx="3858900" cy="44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PT Sans"/>
              <a:buAutoNum type="arabicPeriod"/>
              <a:defRPr sz="12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 algn="ctr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</a:rPr>
              <a:t>-Zarate Zavaleta Marco Alexandre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 tmFilter="0,0; .5, 1; 1, 1"/>
                                        <p:tgtEl>
                                          <p:spTgt spid="2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4" grpId="0"/>
      <p:bldP spid="2725" grpId="0" build="p"/>
      <p:bldP spid="5" grpId="0"/>
      <p:bldP spid="6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 descr="Penguin | Club Penguin Rewritten Wiki | Fandom">
            <a:extLst>
              <a:ext uri="{FF2B5EF4-FFF2-40B4-BE49-F238E27FC236}">
                <a16:creationId xmlns:a16="http://schemas.microsoft.com/office/drawing/2014/main" id="{D94F651A-F65F-68C7-F4E1-1B7836143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2550" y="398855"/>
            <a:ext cx="3858900" cy="4345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72" name="Google Shape;2772;p36"/>
          <p:cNvSpPr txBox="1">
            <a:spLocks noGrp="1"/>
          </p:cNvSpPr>
          <p:nvPr>
            <p:ph type="title"/>
          </p:nvPr>
        </p:nvSpPr>
        <p:spPr>
          <a:xfrm>
            <a:off x="6278562" y="1427550"/>
            <a:ext cx="2678163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Introducción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2775" name="Google Shape;2775;p36"/>
          <p:cNvSpPr/>
          <p:nvPr/>
        </p:nvSpPr>
        <p:spPr>
          <a:xfrm>
            <a:off x="-1414555" y="4201465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6" name="Google Shape;2776;p36"/>
          <p:cNvSpPr/>
          <p:nvPr/>
        </p:nvSpPr>
        <p:spPr>
          <a:xfrm>
            <a:off x="-1111455" y="3922165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77" name="Google Shape;2777;p36"/>
          <p:cNvGrpSpPr/>
          <p:nvPr/>
        </p:nvGrpSpPr>
        <p:grpSpPr>
          <a:xfrm rot="10800000">
            <a:off x="7471439" y="3616978"/>
            <a:ext cx="883262" cy="242091"/>
            <a:chOff x="2300350" y="2601250"/>
            <a:chExt cx="2275275" cy="623625"/>
          </a:xfrm>
        </p:grpSpPr>
        <p:sp>
          <p:nvSpPr>
            <p:cNvPr id="2778" name="Google Shape;2778;p3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3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3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3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3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3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84" name="Google Shape;2784;p36"/>
          <p:cNvGrpSpPr/>
          <p:nvPr/>
        </p:nvGrpSpPr>
        <p:grpSpPr>
          <a:xfrm rot="5400000">
            <a:off x="2345200" y="704475"/>
            <a:ext cx="98902" cy="553090"/>
            <a:chOff x="4898850" y="4820550"/>
            <a:chExt cx="98902" cy="553090"/>
          </a:xfrm>
        </p:grpSpPr>
        <p:sp>
          <p:nvSpPr>
            <p:cNvPr id="2785" name="Google Shape;2785;p3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3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3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3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3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90" name="Google Shape;2790;p36"/>
          <p:cNvGrpSpPr/>
          <p:nvPr/>
        </p:nvGrpSpPr>
        <p:grpSpPr>
          <a:xfrm>
            <a:off x="1949311" y="3835169"/>
            <a:ext cx="883262" cy="242091"/>
            <a:chOff x="2300350" y="2601250"/>
            <a:chExt cx="2275275" cy="623625"/>
          </a:xfrm>
        </p:grpSpPr>
        <p:sp>
          <p:nvSpPr>
            <p:cNvPr id="2791" name="Google Shape;2791;p3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3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3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3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3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3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97" name="Google Shape;2797;p36"/>
          <p:cNvGrpSpPr/>
          <p:nvPr/>
        </p:nvGrpSpPr>
        <p:grpSpPr>
          <a:xfrm>
            <a:off x="5525775" y="4418960"/>
            <a:ext cx="1105976" cy="133969"/>
            <a:chOff x="8183182" y="663852"/>
            <a:chExt cx="1475028" cy="178673"/>
          </a:xfrm>
        </p:grpSpPr>
        <p:grpSp>
          <p:nvGrpSpPr>
            <p:cNvPr id="2798" name="Google Shape;2798;p36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799" name="Google Shape;2799;p36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Google Shape;2800;p36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Google Shape;2801;p36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Google Shape;2802;p36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Google Shape;2803;p36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Google Shape;2804;p36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Google Shape;2805;p36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Google Shape;2806;p36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Google Shape;2807;p36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Google Shape;2808;p36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9" name="Google Shape;2809;p36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810" name="Google Shape;2810;p36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Google Shape;2811;p36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Google Shape;2812;p36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Google Shape;2813;p36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Google Shape;2814;p36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Google Shape;2815;p36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Google Shape;2816;p36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Google Shape;2817;p36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Google Shape;2818;p36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Google Shape;2819;p36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98F0968E-2BCF-DE27-1DC3-AEA307952576}"/>
              </a:ext>
            </a:extLst>
          </p:cNvPr>
          <p:cNvGrpSpPr/>
          <p:nvPr/>
        </p:nvGrpSpPr>
        <p:grpSpPr>
          <a:xfrm>
            <a:off x="2832573" y="1001866"/>
            <a:ext cx="3480634" cy="3484079"/>
            <a:chOff x="2832573" y="1001866"/>
            <a:chExt cx="3480634" cy="3484079"/>
          </a:xfrm>
        </p:grpSpPr>
        <p:pic>
          <p:nvPicPr>
            <p:cNvPr id="2774" name="Google Shape;2774;p36"/>
            <p:cNvPicPr preferRelativeResize="0"/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 radius="3"/>
                      </a14:imgEffect>
                    </a14:imgLayer>
                  </a14:imgProps>
                </a:ext>
                <a:ext uri="{837473B0-CC2E-450A-ABE3-18F120FF3D39}">
                  <a1611:picAttrSrcUrl xmlns:a1611="http://schemas.microsoft.com/office/drawing/2016/11/main" r:id="rId6"/>
                </a:ext>
              </a:extLst>
            </a:blip>
            <a:srcRect l="12502" r="12502"/>
            <a:stretch/>
          </p:blipFill>
          <p:spPr>
            <a:xfrm>
              <a:off x="2832573" y="1001866"/>
              <a:ext cx="3480634" cy="3484079"/>
            </a:xfrm>
            <a:prstGeom prst="ellipse">
              <a:avLst/>
            </a:prstGeom>
            <a:noFill/>
            <a:ln>
              <a:noFill/>
            </a:ln>
            <a:effectLst>
              <a:outerShdw blurRad="657225" algn="bl" rotWithShape="0">
                <a:schemeClr val="accent2">
                  <a:alpha val="40000"/>
                </a:schemeClr>
              </a:outerShdw>
            </a:effectLst>
          </p:spPr>
        </p:pic>
        <p:pic>
          <p:nvPicPr>
            <p:cNvPr id="12" name="Google Shape;2774;p36">
              <a:extLst>
                <a:ext uri="{FF2B5EF4-FFF2-40B4-BE49-F238E27FC236}">
                  <a16:creationId xmlns:a16="http://schemas.microsoft.com/office/drawing/2014/main" id="{B322AC9C-AF1C-F081-D03E-B5FB318433FC}"/>
                </a:ext>
              </a:extLst>
            </p:cNvPr>
            <p:cNvPicPr preferRelativeResize="0"/>
            <p:nvPr/>
          </p:nvPicPr>
          <p:blipFill>
            <a:blip r:embed="rId7"/>
            <a:srcRect l="-696" r="71142"/>
            <a:stretch/>
          </p:blipFill>
          <p:spPr>
            <a:xfrm>
              <a:off x="3727671" y="1001866"/>
              <a:ext cx="1615653" cy="1572628"/>
            </a:xfrm>
            <a:prstGeom prst="ellipse">
              <a:avLst/>
            </a:prstGeom>
            <a:noFill/>
            <a:ln>
              <a:noFill/>
            </a:ln>
            <a:effectLst>
              <a:outerShdw blurRad="657225" algn="bl" rotWithShape="0">
                <a:schemeClr val="accent2">
                  <a:alpha val="40000"/>
                </a:schemeClr>
              </a:outerShdw>
            </a:effectLst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1">
          <a:extLst>
            <a:ext uri="{FF2B5EF4-FFF2-40B4-BE49-F238E27FC236}">
              <a16:creationId xmlns:a16="http://schemas.microsoft.com/office/drawing/2014/main" id="{A3007CB9-3A55-E986-E127-820CA8311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Penguin | Club Penguin Rewritten Wiki | Fandom">
            <a:extLst>
              <a:ext uri="{FF2B5EF4-FFF2-40B4-BE49-F238E27FC236}">
                <a16:creationId xmlns:a16="http://schemas.microsoft.com/office/drawing/2014/main" id="{8B76CCDF-8219-06C4-C2DE-A965DE4EB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2550" y="398855"/>
            <a:ext cx="3858900" cy="4345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75" name="Google Shape;2775;p36">
            <a:extLst>
              <a:ext uri="{FF2B5EF4-FFF2-40B4-BE49-F238E27FC236}">
                <a16:creationId xmlns:a16="http://schemas.microsoft.com/office/drawing/2014/main" id="{F4B7271E-68C7-2152-94D1-CF6F80DC5AF5}"/>
              </a:ext>
            </a:extLst>
          </p:cNvPr>
          <p:cNvSpPr/>
          <p:nvPr/>
        </p:nvSpPr>
        <p:spPr>
          <a:xfrm>
            <a:off x="-1414555" y="4201465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6" name="Google Shape;2776;p36">
            <a:extLst>
              <a:ext uri="{FF2B5EF4-FFF2-40B4-BE49-F238E27FC236}">
                <a16:creationId xmlns:a16="http://schemas.microsoft.com/office/drawing/2014/main" id="{B28A1331-491D-1418-7B01-10717A367B35}"/>
              </a:ext>
            </a:extLst>
          </p:cNvPr>
          <p:cNvSpPr/>
          <p:nvPr/>
        </p:nvSpPr>
        <p:spPr>
          <a:xfrm>
            <a:off x="-1111455" y="3922165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77" name="Google Shape;2777;p36">
            <a:extLst>
              <a:ext uri="{FF2B5EF4-FFF2-40B4-BE49-F238E27FC236}">
                <a16:creationId xmlns:a16="http://schemas.microsoft.com/office/drawing/2014/main" id="{35E451ED-17EE-5E85-E42C-899152B703C3}"/>
              </a:ext>
            </a:extLst>
          </p:cNvPr>
          <p:cNvGrpSpPr/>
          <p:nvPr/>
        </p:nvGrpSpPr>
        <p:grpSpPr>
          <a:xfrm rot="10800000">
            <a:off x="8110417" y="4709349"/>
            <a:ext cx="883262" cy="242091"/>
            <a:chOff x="2300350" y="2601250"/>
            <a:chExt cx="2275275" cy="623625"/>
          </a:xfrm>
        </p:grpSpPr>
        <p:sp>
          <p:nvSpPr>
            <p:cNvPr id="2778" name="Google Shape;2778;p36">
              <a:extLst>
                <a:ext uri="{FF2B5EF4-FFF2-40B4-BE49-F238E27FC236}">
                  <a16:creationId xmlns:a16="http://schemas.microsoft.com/office/drawing/2014/main" id="{3DDACF25-1F10-2923-9EDD-A29D3B6697C2}"/>
                </a:ext>
              </a:extLst>
            </p:cNvPr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36">
              <a:extLst>
                <a:ext uri="{FF2B5EF4-FFF2-40B4-BE49-F238E27FC236}">
                  <a16:creationId xmlns:a16="http://schemas.microsoft.com/office/drawing/2014/main" id="{2381B7F4-8B19-23FA-2949-6182977C880D}"/>
                </a:ext>
              </a:extLst>
            </p:cNvPr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36">
              <a:extLst>
                <a:ext uri="{FF2B5EF4-FFF2-40B4-BE49-F238E27FC236}">
                  <a16:creationId xmlns:a16="http://schemas.microsoft.com/office/drawing/2014/main" id="{61FF459B-1121-6502-E969-979A1F952B64}"/>
                </a:ext>
              </a:extLst>
            </p:cNvPr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36">
              <a:extLst>
                <a:ext uri="{FF2B5EF4-FFF2-40B4-BE49-F238E27FC236}">
                  <a16:creationId xmlns:a16="http://schemas.microsoft.com/office/drawing/2014/main" id="{AA97906A-A573-81A3-4288-9619D6E47355}"/>
                </a:ext>
              </a:extLst>
            </p:cNvPr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36">
              <a:extLst>
                <a:ext uri="{FF2B5EF4-FFF2-40B4-BE49-F238E27FC236}">
                  <a16:creationId xmlns:a16="http://schemas.microsoft.com/office/drawing/2014/main" id="{0C603B57-8BF5-9F12-C57A-F43515CABAE3}"/>
                </a:ext>
              </a:extLst>
            </p:cNvPr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36">
              <a:extLst>
                <a:ext uri="{FF2B5EF4-FFF2-40B4-BE49-F238E27FC236}">
                  <a16:creationId xmlns:a16="http://schemas.microsoft.com/office/drawing/2014/main" id="{EC539DEF-ED0D-8BEF-BAE5-E78756816DA2}"/>
                </a:ext>
              </a:extLst>
            </p:cNvPr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84" name="Google Shape;2784;p36">
            <a:extLst>
              <a:ext uri="{FF2B5EF4-FFF2-40B4-BE49-F238E27FC236}">
                <a16:creationId xmlns:a16="http://schemas.microsoft.com/office/drawing/2014/main" id="{23D47FB1-2DEA-2910-B55B-4F3C5A1FC314}"/>
              </a:ext>
            </a:extLst>
          </p:cNvPr>
          <p:cNvGrpSpPr/>
          <p:nvPr/>
        </p:nvGrpSpPr>
        <p:grpSpPr>
          <a:xfrm rot="5400000">
            <a:off x="2333172" y="175665"/>
            <a:ext cx="98902" cy="553090"/>
            <a:chOff x="4898850" y="4820550"/>
            <a:chExt cx="98902" cy="553090"/>
          </a:xfrm>
        </p:grpSpPr>
        <p:sp>
          <p:nvSpPr>
            <p:cNvPr id="2785" name="Google Shape;2785;p36">
              <a:extLst>
                <a:ext uri="{FF2B5EF4-FFF2-40B4-BE49-F238E27FC236}">
                  <a16:creationId xmlns:a16="http://schemas.microsoft.com/office/drawing/2014/main" id="{1A1155F9-4FB9-FB0E-8149-D846EC61795D}"/>
                </a:ext>
              </a:extLst>
            </p:cNvPr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36">
              <a:extLst>
                <a:ext uri="{FF2B5EF4-FFF2-40B4-BE49-F238E27FC236}">
                  <a16:creationId xmlns:a16="http://schemas.microsoft.com/office/drawing/2014/main" id="{57B39B46-A100-FAD9-7793-079643939918}"/>
                </a:ext>
              </a:extLst>
            </p:cNvPr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36">
              <a:extLst>
                <a:ext uri="{FF2B5EF4-FFF2-40B4-BE49-F238E27FC236}">
                  <a16:creationId xmlns:a16="http://schemas.microsoft.com/office/drawing/2014/main" id="{3225573C-6959-81CD-8277-44C61CBA3393}"/>
                </a:ext>
              </a:extLst>
            </p:cNvPr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36">
              <a:extLst>
                <a:ext uri="{FF2B5EF4-FFF2-40B4-BE49-F238E27FC236}">
                  <a16:creationId xmlns:a16="http://schemas.microsoft.com/office/drawing/2014/main" id="{C24DB46A-61EC-F5A3-2340-DAC57E0DCEE8}"/>
                </a:ext>
              </a:extLst>
            </p:cNvPr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36">
              <a:extLst>
                <a:ext uri="{FF2B5EF4-FFF2-40B4-BE49-F238E27FC236}">
                  <a16:creationId xmlns:a16="http://schemas.microsoft.com/office/drawing/2014/main" id="{9C6275F5-403E-4F35-2208-F45535AC5694}"/>
                </a:ext>
              </a:extLst>
            </p:cNvPr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90" name="Google Shape;2790;p36">
            <a:extLst>
              <a:ext uri="{FF2B5EF4-FFF2-40B4-BE49-F238E27FC236}">
                <a16:creationId xmlns:a16="http://schemas.microsoft.com/office/drawing/2014/main" id="{76DD78A8-8F05-EFBD-2501-3FBB212F7ABD}"/>
              </a:ext>
            </a:extLst>
          </p:cNvPr>
          <p:cNvGrpSpPr/>
          <p:nvPr/>
        </p:nvGrpSpPr>
        <p:grpSpPr>
          <a:xfrm>
            <a:off x="7668785" y="3835169"/>
            <a:ext cx="883262" cy="242091"/>
            <a:chOff x="2300350" y="2601250"/>
            <a:chExt cx="2275275" cy="623625"/>
          </a:xfrm>
        </p:grpSpPr>
        <p:sp>
          <p:nvSpPr>
            <p:cNvPr id="2791" name="Google Shape;2791;p36">
              <a:extLst>
                <a:ext uri="{FF2B5EF4-FFF2-40B4-BE49-F238E27FC236}">
                  <a16:creationId xmlns:a16="http://schemas.microsoft.com/office/drawing/2014/main" id="{ED0987ED-E7E0-D47C-3339-AAC53E11A019}"/>
                </a:ext>
              </a:extLst>
            </p:cNvPr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36">
              <a:extLst>
                <a:ext uri="{FF2B5EF4-FFF2-40B4-BE49-F238E27FC236}">
                  <a16:creationId xmlns:a16="http://schemas.microsoft.com/office/drawing/2014/main" id="{F281568E-B786-6F00-5657-69823D1B398E}"/>
                </a:ext>
              </a:extLst>
            </p:cNvPr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36">
              <a:extLst>
                <a:ext uri="{FF2B5EF4-FFF2-40B4-BE49-F238E27FC236}">
                  <a16:creationId xmlns:a16="http://schemas.microsoft.com/office/drawing/2014/main" id="{B2C0EF87-2B6A-2B86-A3DF-6F2C6C869F11}"/>
                </a:ext>
              </a:extLst>
            </p:cNvPr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36">
              <a:extLst>
                <a:ext uri="{FF2B5EF4-FFF2-40B4-BE49-F238E27FC236}">
                  <a16:creationId xmlns:a16="http://schemas.microsoft.com/office/drawing/2014/main" id="{E8192FE7-0CAA-C651-9E68-D42E69804BBC}"/>
                </a:ext>
              </a:extLst>
            </p:cNvPr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36">
              <a:extLst>
                <a:ext uri="{FF2B5EF4-FFF2-40B4-BE49-F238E27FC236}">
                  <a16:creationId xmlns:a16="http://schemas.microsoft.com/office/drawing/2014/main" id="{3E854D98-356A-F944-980E-62BD2486D796}"/>
                </a:ext>
              </a:extLst>
            </p:cNvPr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36">
              <a:extLst>
                <a:ext uri="{FF2B5EF4-FFF2-40B4-BE49-F238E27FC236}">
                  <a16:creationId xmlns:a16="http://schemas.microsoft.com/office/drawing/2014/main" id="{C2CBB36E-37FE-AA36-7922-D57097F7B2C3}"/>
                </a:ext>
              </a:extLst>
            </p:cNvPr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97" name="Google Shape;2797;p36">
            <a:extLst>
              <a:ext uri="{FF2B5EF4-FFF2-40B4-BE49-F238E27FC236}">
                <a16:creationId xmlns:a16="http://schemas.microsoft.com/office/drawing/2014/main" id="{652B2BB0-514C-A233-59D1-A0628CC0E30D}"/>
              </a:ext>
            </a:extLst>
          </p:cNvPr>
          <p:cNvGrpSpPr/>
          <p:nvPr/>
        </p:nvGrpSpPr>
        <p:grpSpPr>
          <a:xfrm>
            <a:off x="5362207" y="4552047"/>
            <a:ext cx="1105976" cy="133969"/>
            <a:chOff x="8183182" y="663852"/>
            <a:chExt cx="1475028" cy="178673"/>
          </a:xfrm>
        </p:grpSpPr>
        <p:grpSp>
          <p:nvGrpSpPr>
            <p:cNvPr id="2798" name="Google Shape;2798;p36">
              <a:extLst>
                <a:ext uri="{FF2B5EF4-FFF2-40B4-BE49-F238E27FC236}">
                  <a16:creationId xmlns:a16="http://schemas.microsoft.com/office/drawing/2014/main" id="{D5CC5BD8-6D80-3FFB-447E-21F35513717F}"/>
                </a:ext>
              </a:extLst>
            </p:cNvPr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799" name="Google Shape;2799;p36">
                <a:extLst>
                  <a:ext uri="{FF2B5EF4-FFF2-40B4-BE49-F238E27FC236}">
                    <a16:creationId xmlns:a16="http://schemas.microsoft.com/office/drawing/2014/main" id="{83E271F0-FF3B-8D2A-1BBA-323DE2542A01}"/>
                  </a:ext>
                </a:extLst>
              </p:cNvPr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Google Shape;2800;p36">
                <a:extLst>
                  <a:ext uri="{FF2B5EF4-FFF2-40B4-BE49-F238E27FC236}">
                    <a16:creationId xmlns:a16="http://schemas.microsoft.com/office/drawing/2014/main" id="{514BD6C6-C797-0C58-01F0-CA38970BFA3E}"/>
                  </a:ext>
                </a:extLst>
              </p:cNvPr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Google Shape;2801;p36">
                <a:extLst>
                  <a:ext uri="{FF2B5EF4-FFF2-40B4-BE49-F238E27FC236}">
                    <a16:creationId xmlns:a16="http://schemas.microsoft.com/office/drawing/2014/main" id="{F3083040-92F7-AF92-47A9-43AC1DC5EDC5}"/>
                  </a:ext>
                </a:extLst>
              </p:cNvPr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Google Shape;2802;p36">
                <a:extLst>
                  <a:ext uri="{FF2B5EF4-FFF2-40B4-BE49-F238E27FC236}">
                    <a16:creationId xmlns:a16="http://schemas.microsoft.com/office/drawing/2014/main" id="{BF7492D5-04EC-469C-EB5F-0C490D0811AE}"/>
                  </a:ext>
                </a:extLst>
              </p:cNvPr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Google Shape;2803;p36">
                <a:extLst>
                  <a:ext uri="{FF2B5EF4-FFF2-40B4-BE49-F238E27FC236}">
                    <a16:creationId xmlns:a16="http://schemas.microsoft.com/office/drawing/2014/main" id="{DF4C6A1B-DAC3-19EF-EFE0-3F34DEB5BEFA}"/>
                  </a:ext>
                </a:extLst>
              </p:cNvPr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Google Shape;2804;p36">
                <a:extLst>
                  <a:ext uri="{FF2B5EF4-FFF2-40B4-BE49-F238E27FC236}">
                    <a16:creationId xmlns:a16="http://schemas.microsoft.com/office/drawing/2014/main" id="{24773644-342B-D16B-FB0B-9CC43DBEBDCE}"/>
                  </a:ext>
                </a:extLst>
              </p:cNvPr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Google Shape;2805;p36">
                <a:extLst>
                  <a:ext uri="{FF2B5EF4-FFF2-40B4-BE49-F238E27FC236}">
                    <a16:creationId xmlns:a16="http://schemas.microsoft.com/office/drawing/2014/main" id="{F81ACA73-98C1-2E79-D2B1-0B33AB697325}"/>
                  </a:ext>
                </a:extLst>
              </p:cNvPr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Google Shape;2806;p36">
                <a:extLst>
                  <a:ext uri="{FF2B5EF4-FFF2-40B4-BE49-F238E27FC236}">
                    <a16:creationId xmlns:a16="http://schemas.microsoft.com/office/drawing/2014/main" id="{63699977-10D6-8349-2C15-A9BDE8AED6AD}"/>
                  </a:ext>
                </a:extLst>
              </p:cNvPr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Google Shape;2807;p36">
                <a:extLst>
                  <a:ext uri="{FF2B5EF4-FFF2-40B4-BE49-F238E27FC236}">
                    <a16:creationId xmlns:a16="http://schemas.microsoft.com/office/drawing/2014/main" id="{920E505D-3682-F3F8-42D7-FEFD3C689A90}"/>
                  </a:ext>
                </a:extLst>
              </p:cNvPr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Google Shape;2808;p36">
                <a:extLst>
                  <a:ext uri="{FF2B5EF4-FFF2-40B4-BE49-F238E27FC236}">
                    <a16:creationId xmlns:a16="http://schemas.microsoft.com/office/drawing/2014/main" id="{FE528898-84AE-C475-1066-13D28CAC0F13}"/>
                  </a:ext>
                </a:extLst>
              </p:cNvPr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9" name="Google Shape;2809;p36">
              <a:extLst>
                <a:ext uri="{FF2B5EF4-FFF2-40B4-BE49-F238E27FC236}">
                  <a16:creationId xmlns:a16="http://schemas.microsoft.com/office/drawing/2014/main" id="{FF74927E-A45D-5078-D036-B8D54D49D44D}"/>
                </a:ext>
              </a:extLst>
            </p:cNvPr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810" name="Google Shape;2810;p36">
                <a:extLst>
                  <a:ext uri="{FF2B5EF4-FFF2-40B4-BE49-F238E27FC236}">
                    <a16:creationId xmlns:a16="http://schemas.microsoft.com/office/drawing/2014/main" id="{FEB48F52-8F79-6BC9-CABB-001D5CFC3A98}"/>
                  </a:ext>
                </a:extLst>
              </p:cNvPr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Google Shape;2811;p36">
                <a:extLst>
                  <a:ext uri="{FF2B5EF4-FFF2-40B4-BE49-F238E27FC236}">
                    <a16:creationId xmlns:a16="http://schemas.microsoft.com/office/drawing/2014/main" id="{1759255E-DCC7-9294-A65C-BD32CD3EF097}"/>
                  </a:ext>
                </a:extLst>
              </p:cNvPr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Google Shape;2812;p36">
                <a:extLst>
                  <a:ext uri="{FF2B5EF4-FFF2-40B4-BE49-F238E27FC236}">
                    <a16:creationId xmlns:a16="http://schemas.microsoft.com/office/drawing/2014/main" id="{3D5B4E12-1A84-CB15-4A47-FD8FCD4C46DC}"/>
                  </a:ext>
                </a:extLst>
              </p:cNvPr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Google Shape;2813;p36">
                <a:extLst>
                  <a:ext uri="{FF2B5EF4-FFF2-40B4-BE49-F238E27FC236}">
                    <a16:creationId xmlns:a16="http://schemas.microsoft.com/office/drawing/2014/main" id="{20C06F52-1C8E-1294-CCBA-74C3D6782D35}"/>
                  </a:ext>
                </a:extLst>
              </p:cNvPr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Google Shape;2814;p36">
                <a:extLst>
                  <a:ext uri="{FF2B5EF4-FFF2-40B4-BE49-F238E27FC236}">
                    <a16:creationId xmlns:a16="http://schemas.microsoft.com/office/drawing/2014/main" id="{7735E2AE-CCB3-9D30-A0A1-4E07165D6DC1}"/>
                  </a:ext>
                </a:extLst>
              </p:cNvPr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Google Shape;2815;p36">
                <a:extLst>
                  <a:ext uri="{FF2B5EF4-FFF2-40B4-BE49-F238E27FC236}">
                    <a16:creationId xmlns:a16="http://schemas.microsoft.com/office/drawing/2014/main" id="{8235B309-D160-F719-2A9E-B5BFFEE92D58}"/>
                  </a:ext>
                </a:extLst>
              </p:cNvPr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Google Shape;2816;p36">
                <a:extLst>
                  <a:ext uri="{FF2B5EF4-FFF2-40B4-BE49-F238E27FC236}">
                    <a16:creationId xmlns:a16="http://schemas.microsoft.com/office/drawing/2014/main" id="{B82E72B9-B01A-732C-864A-7B995011A041}"/>
                  </a:ext>
                </a:extLst>
              </p:cNvPr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Google Shape;2817;p36">
                <a:extLst>
                  <a:ext uri="{FF2B5EF4-FFF2-40B4-BE49-F238E27FC236}">
                    <a16:creationId xmlns:a16="http://schemas.microsoft.com/office/drawing/2014/main" id="{0B5F80D1-EF7D-03AC-64CD-949976B07485}"/>
                  </a:ext>
                </a:extLst>
              </p:cNvPr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Google Shape;2818;p36">
                <a:extLst>
                  <a:ext uri="{FF2B5EF4-FFF2-40B4-BE49-F238E27FC236}">
                    <a16:creationId xmlns:a16="http://schemas.microsoft.com/office/drawing/2014/main" id="{58250806-3939-9956-9495-0386BD3065E8}"/>
                  </a:ext>
                </a:extLst>
              </p:cNvPr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Google Shape;2819;p36">
                <a:extLst>
                  <a:ext uri="{FF2B5EF4-FFF2-40B4-BE49-F238E27FC236}">
                    <a16:creationId xmlns:a16="http://schemas.microsoft.com/office/drawing/2014/main" id="{FB38616B-2190-5BDF-E9D3-227157F95365}"/>
                  </a:ext>
                </a:extLst>
              </p:cNvPr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Google Shape;2773;p36">
            <a:extLst>
              <a:ext uri="{FF2B5EF4-FFF2-40B4-BE49-F238E27FC236}">
                <a16:creationId xmlns:a16="http://schemas.microsoft.com/office/drawing/2014/main" id="{AD93133C-014F-EB76-B384-0BAC39AB481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flipH="1">
            <a:off x="4949783" y="1291846"/>
            <a:ext cx="3348598" cy="2527399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s-PE" sz="2000" dirty="0">
                <a:ln w="0">
                  <a:solidFill>
                    <a:schemeClr val="accent2"/>
                  </a:solidFill>
                </a:ln>
                <a:solidFill>
                  <a:schemeClr val="accent2"/>
                </a:solidFill>
                <a:effectLst>
                  <a:reflection blurRad="6350" stA="53000" endA="300" endPos="35500" dir="5400000" sy="-90000" algn="bl" rotWithShape="0"/>
                </a:effectLst>
              </a:rPr>
              <a:t>Este proyecto propone desarrollar un software que automatice la asistencia, horarios y control de equipos, optimizando recursos y mejorando la experiencia educativa.</a:t>
            </a:r>
            <a:endParaRPr sz="2000" dirty="0">
              <a:ln w="0">
                <a:solidFill>
                  <a:schemeClr val="accent2"/>
                </a:solidFill>
              </a:ln>
              <a:solidFill>
                <a:schemeClr val="accent2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23F39ADC-007C-A55C-6B4A-F1CF00327B92}"/>
              </a:ext>
            </a:extLst>
          </p:cNvPr>
          <p:cNvGrpSpPr/>
          <p:nvPr/>
        </p:nvGrpSpPr>
        <p:grpSpPr>
          <a:xfrm>
            <a:off x="1024647" y="829710"/>
            <a:ext cx="3480634" cy="3484079"/>
            <a:chOff x="2832573" y="1001866"/>
            <a:chExt cx="3480634" cy="3484079"/>
          </a:xfrm>
        </p:grpSpPr>
        <p:pic>
          <p:nvPicPr>
            <p:cNvPr id="9" name="Google Shape;2774;p36">
              <a:extLst>
                <a:ext uri="{FF2B5EF4-FFF2-40B4-BE49-F238E27FC236}">
                  <a16:creationId xmlns:a16="http://schemas.microsoft.com/office/drawing/2014/main" id="{6A5FE512-2F14-EDDA-CAB2-599B275210AA}"/>
                </a:ext>
              </a:extLst>
            </p:cNvPr>
            <p:cNvPicPr preferRelativeResize="0"/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 radius="3"/>
                      </a14:imgEffect>
                    </a14:imgLayer>
                  </a14:imgProps>
                </a:ext>
                <a:ext uri="{837473B0-CC2E-450A-ABE3-18F120FF3D39}">
                  <a1611:picAttrSrcUrl xmlns:a1611="http://schemas.microsoft.com/office/drawing/2016/11/main" r:id="rId6"/>
                </a:ext>
              </a:extLst>
            </a:blip>
            <a:srcRect l="12502" r="12502"/>
            <a:stretch/>
          </p:blipFill>
          <p:spPr>
            <a:xfrm>
              <a:off x="2832573" y="1001866"/>
              <a:ext cx="3480634" cy="3484079"/>
            </a:xfrm>
            <a:prstGeom prst="ellipse">
              <a:avLst/>
            </a:prstGeom>
            <a:noFill/>
            <a:ln>
              <a:noFill/>
            </a:ln>
            <a:effectLst>
              <a:outerShdw blurRad="657225" algn="bl" rotWithShape="0">
                <a:schemeClr val="accent2">
                  <a:alpha val="40000"/>
                </a:schemeClr>
              </a:outerShdw>
            </a:effectLst>
          </p:spPr>
        </p:pic>
        <p:pic>
          <p:nvPicPr>
            <p:cNvPr id="10" name="Google Shape;2774;p36">
              <a:extLst>
                <a:ext uri="{FF2B5EF4-FFF2-40B4-BE49-F238E27FC236}">
                  <a16:creationId xmlns:a16="http://schemas.microsoft.com/office/drawing/2014/main" id="{EF90C505-BF09-F8C0-5064-1CAB0A674ACA}"/>
                </a:ext>
              </a:extLst>
            </p:cNvPr>
            <p:cNvPicPr preferRelativeResize="0"/>
            <p:nvPr/>
          </p:nvPicPr>
          <p:blipFill>
            <a:blip r:embed="rId7"/>
            <a:srcRect l="-696" r="71142"/>
            <a:stretch/>
          </p:blipFill>
          <p:spPr>
            <a:xfrm>
              <a:off x="3727671" y="1001866"/>
              <a:ext cx="1615653" cy="1572628"/>
            </a:xfrm>
            <a:prstGeom prst="ellipse">
              <a:avLst/>
            </a:prstGeom>
            <a:noFill/>
            <a:ln>
              <a:noFill/>
            </a:ln>
            <a:effectLst>
              <a:outerShdw blurRad="657225" algn="bl" rotWithShape="0">
                <a:schemeClr val="accent2">
                  <a:alpha val="40000"/>
                </a:scheme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818121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300" tmFilter="0,0; .5, 1; 1, 1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  <p:bldP spid="4" grpId="1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enguin | Club Penguin Rewritten Wiki | Fandom">
            <a:extLst>
              <a:ext uri="{FF2B5EF4-FFF2-40B4-BE49-F238E27FC236}">
                <a16:creationId xmlns:a16="http://schemas.microsoft.com/office/drawing/2014/main" id="{8B56886A-B90F-DEE9-F54E-AC6E47D42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2550" y="398855"/>
            <a:ext cx="3858900" cy="4345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24" name="Google Shape;2824;p37"/>
          <p:cNvSpPr txBox="1">
            <a:spLocks noGrp="1"/>
          </p:cNvSpPr>
          <p:nvPr>
            <p:ph type="title"/>
          </p:nvPr>
        </p:nvSpPr>
        <p:spPr>
          <a:xfrm>
            <a:off x="640324" y="1206818"/>
            <a:ext cx="3589631" cy="95000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dirty="0">
                <a:solidFill>
                  <a:schemeClr val="accent2"/>
                </a:solidFill>
              </a:rPr>
              <a:t>Estructura del Programa</a:t>
            </a:r>
            <a:endParaRPr dirty="0">
              <a:solidFill>
                <a:schemeClr val="accent2"/>
              </a:solidFill>
            </a:endParaRPr>
          </a:p>
        </p:txBody>
      </p:sp>
      <p:grpSp>
        <p:nvGrpSpPr>
          <p:cNvPr id="2826" name="Google Shape;2826;p37"/>
          <p:cNvGrpSpPr/>
          <p:nvPr/>
        </p:nvGrpSpPr>
        <p:grpSpPr>
          <a:xfrm flipH="1">
            <a:off x="4130364" y="3694591"/>
            <a:ext cx="883262" cy="242091"/>
            <a:chOff x="2300350" y="2601250"/>
            <a:chExt cx="2275275" cy="623625"/>
          </a:xfrm>
        </p:grpSpPr>
        <p:sp>
          <p:nvSpPr>
            <p:cNvPr id="2827" name="Google Shape;2827;p37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37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37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37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37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37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33" name="Google Shape;2833;p37"/>
          <p:cNvSpPr/>
          <p:nvPr/>
        </p:nvSpPr>
        <p:spPr>
          <a:xfrm rot="10800000">
            <a:off x="6176787" y="39916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34" name="Google Shape;2834;p37"/>
          <p:cNvGrpSpPr/>
          <p:nvPr/>
        </p:nvGrpSpPr>
        <p:grpSpPr>
          <a:xfrm>
            <a:off x="6397851" y="1075319"/>
            <a:ext cx="1252897" cy="51000"/>
            <a:chOff x="2915381" y="4104819"/>
            <a:chExt cx="1252897" cy="51000"/>
          </a:xfrm>
        </p:grpSpPr>
        <p:sp>
          <p:nvSpPr>
            <p:cNvPr id="2835" name="Google Shape;2835;p3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3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3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3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3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3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3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3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3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3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3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3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3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3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49" name="Google Shape;2849;p37"/>
          <p:cNvGrpSpPr/>
          <p:nvPr/>
        </p:nvGrpSpPr>
        <p:grpSpPr>
          <a:xfrm rot="5400000">
            <a:off x="7822000" y="3988625"/>
            <a:ext cx="98902" cy="553090"/>
            <a:chOff x="4898850" y="4820550"/>
            <a:chExt cx="98902" cy="553090"/>
          </a:xfrm>
        </p:grpSpPr>
        <p:sp>
          <p:nvSpPr>
            <p:cNvPr id="2850" name="Google Shape;2850;p3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3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3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3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3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55" name="Google Shape;2855;p37"/>
          <p:cNvGrpSpPr/>
          <p:nvPr/>
        </p:nvGrpSpPr>
        <p:grpSpPr>
          <a:xfrm>
            <a:off x="1632103" y="4389467"/>
            <a:ext cx="1105976" cy="133969"/>
            <a:chOff x="8183182" y="663852"/>
            <a:chExt cx="1475028" cy="178673"/>
          </a:xfrm>
        </p:grpSpPr>
        <p:grpSp>
          <p:nvGrpSpPr>
            <p:cNvPr id="2856" name="Google Shape;2856;p3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57" name="Google Shape;2857;p3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Google Shape;2858;p3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Google Shape;2859;p3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Google Shape;2860;p3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Google Shape;2861;p3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Google Shape;2862;p3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Google Shape;2863;p3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Google Shape;2864;p3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Google Shape;2865;p3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Google Shape;2866;p3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67" name="Google Shape;2867;p3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868" name="Google Shape;2868;p3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Google Shape;2869;p3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Google Shape;2870;p3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Google Shape;2871;p3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Google Shape;2872;p3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Google Shape;2873;p3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Google Shape;2874;p3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Google Shape;2875;p3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Google Shape;2876;p3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Google Shape;2877;p3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66BBDCEA-D7D4-5C68-7A21-088393D0EC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6489" y="0"/>
            <a:ext cx="2498762" cy="51435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28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28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28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28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400" tmFilter="0,0; .5, 1; 1, 1"/>
                                        <p:tgtEl>
                                          <p:spTgt spid="2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1">
          <a:extLst>
            <a:ext uri="{FF2B5EF4-FFF2-40B4-BE49-F238E27FC236}">
              <a16:creationId xmlns:a16="http://schemas.microsoft.com/office/drawing/2014/main" id="{1522B661-171E-4599-9EC9-6330F4BF0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Penguin | Club Penguin Rewritten Wiki | Fandom">
            <a:extLst>
              <a:ext uri="{FF2B5EF4-FFF2-40B4-BE49-F238E27FC236}">
                <a16:creationId xmlns:a16="http://schemas.microsoft.com/office/drawing/2014/main" id="{634560B7-4707-D22C-3267-00329AEB82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2550" y="398855"/>
            <a:ext cx="3858900" cy="4345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83" name="Google Shape;2883;p38">
            <a:extLst>
              <a:ext uri="{FF2B5EF4-FFF2-40B4-BE49-F238E27FC236}">
                <a16:creationId xmlns:a16="http://schemas.microsoft.com/office/drawing/2014/main" id="{40C10FF3-CFAD-65F5-41EF-AB80263747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1797" y="118305"/>
            <a:ext cx="1977923" cy="104634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2"/>
                </a:solidFill>
              </a:rPr>
              <a:t>Componentes y Utilidades</a:t>
            </a:r>
            <a:endParaRPr sz="2000" dirty="0">
              <a:solidFill>
                <a:schemeClr val="accent2"/>
              </a:solidFill>
            </a:endParaRPr>
          </a:p>
        </p:txBody>
      </p:sp>
      <p:grpSp>
        <p:nvGrpSpPr>
          <p:cNvPr id="2886" name="Google Shape;2886;p38">
            <a:extLst>
              <a:ext uri="{FF2B5EF4-FFF2-40B4-BE49-F238E27FC236}">
                <a16:creationId xmlns:a16="http://schemas.microsoft.com/office/drawing/2014/main" id="{15DDF9DD-337B-953D-6F20-41296979035A}"/>
              </a:ext>
            </a:extLst>
          </p:cNvPr>
          <p:cNvGrpSpPr/>
          <p:nvPr/>
        </p:nvGrpSpPr>
        <p:grpSpPr>
          <a:xfrm rot="-5400000">
            <a:off x="2823215" y="-792437"/>
            <a:ext cx="1823016" cy="296643"/>
            <a:chOff x="7857346" y="3902355"/>
            <a:chExt cx="1823016" cy="296643"/>
          </a:xfrm>
        </p:grpSpPr>
        <p:sp>
          <p:nvSpPr>
            <p:cNvPr id="2887" name="Google Shape;2887;p38">
              <a:extLst>
                <a:ext uri="{FF2B5EF4-FFF2-40B4-BE49-F238E27FC236}">
                  <a16:creationId xmlns:a16="http://schemas.microsoft.com/office/drawing/2014/main" id="{EFF1BCD2-B599-F7C6-7C2A-46D9E912C1FB}"/>
                </a:ext>
              </a:extLst>
            </p:cNvPr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38">
              <a:extLst>
                <a:ext uri="{FF2B5EF4-FFF2-40B4-BE49-F238E27FC236}">
                  <a16:creationId xmlns:a16="http://schemas.microsoft.com/office/drawing/2014/main" id="{6BE18979-A4C5-E441-ABFC-BD18A8C72390}"/>
                </a:ext>
              </a:extLst>
            </p:cNvPr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38">
              <a:extLst>
                <a:ext uri="{FF2B5EF4-FFF2-40B4-BE49-F238E27FC236}">
                  <a16:creationId xmlns:a16="http://schemas.microsoft.com/office/drawing/2014/main" id="{022A98E8-0229-8E49-0703-8AEFCD107838}"/>
                </a:ext>
              </a:extLst>
            </p:cNvPr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38">
              <a:extLst>
                <a:ext uri="{FF2B5EF4-FFF2-40B4-BE49-F238E27FC236}">
                  <a16:creationId xmlns:a16="http://schemas.microsoft.com/office/drawing/2014/main" id="{F487972D-7CB9-53A2-FC2C-10295EDE9F3A}"/>
                </a:ext>
              </a:extLst>
            </p:cNvPr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38">
              <a:extLst>
                <a:ext uri="{FF2B5EF4-FFF2-40B4-BE49-F238E27FC236}">
                  <a16:creationId xmlns:a16="http://schemas.microsoft.com/office/drawing/2014/main" id="{823FD6DC-5D6B-829E-86D8-2CACEC1DFF6C}"/>
                </a:ext>
              </a:extLst>
            </p:cNvPr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38">
              <a:extLst>
                <a:ext uri="{FF2B5EF4-FFF2-40B4-BE49-F238E27FC236}">
                  <a16:creationId xmlns:a16="http://schemas.microsoft.com/office/drawing/2014/main" id="{6F01F2A4-E1ED-C0AE-2BFB-D97264A66D20}"/>
                </a:ext>
              </a:extLst>
            </p:cNvPr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3" name="Google Shape;2893;p38">
            <a:extLst>
              <a:ext uri="{FF2B5EF4-FFF2-40B4-BE49-F238E27FC236}">
                <a16:creationId xmlns:a16="http://schemas.microsoft.com/office/drawing/2014/main" id="{6B0F03FF-7EF1-8260-54DE-3A67FC9B4C39}"/>
              </a:ext>
            </a:extLst>
          </p:cNvPr>
          <p:cNvGrpSpPr/>
          <p:nvPr/>
        </p:nvGrpSpPr>
        <p:grpSpPr>
          <a:xfrm rot="5400000">
            <a:off x="387104" y="1328080"/>
            <a:ext cx="98902" cy="553090"/>
            <a:chOff x="4898850" y="4820550"/>
            <a:chExt cx="98902" cy="553090"/>
          </a:xfrm>
        </p:grpSpPr>
        <p:sp>
          <p:nvSpPr>
            <p:cNvPr id="2894" name="Google Shape;2894;p38">
              <a:extLst>
                <a:ext uri="{FF2B5EF4-FFF2-40B4-BE49-F238E27FC236}">
                  <a16:creationId xmlns:a16="http://schemas.microsoft.com/office/drawing/2014/main" id="{4205A634-7E84-DDFC-DE48-69B2359EA30C}"/>
                </a:ext>
              </a:extLst>
            </p:cNvPr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38">
              <a:extLst>
                <a:ext uri="{FF2B5EF4-FFF2-40B4-BE49-F238E27FC236}">
                  <a16:creationId xmlns:a16="http://schemas.microsoft.com/office/drawing/2014/main" id="{869EB1C2-0C8F-59B3-4531-1FDC76F97E35}"/>
                </a:ext>
              </a:extLst>
            </p:cNvPr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38">
              <a:extLst>
                <a:ext uri="{FF2B5EF4-FFF2-40B4-BE49-F238E27FC236}">
                  <a16:creationId xmlns:a16="http://schemas.microsoft.com/office/drawing/2014/main" id="{E773A115-472B-4746-3B75-5E945103E4B6}"/>
                </a:ext>
              </a:extLst>
            </p:cNvPr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38">
              <a:extLst>
                <a:ext uri="{FF2B5EF4-FFF2-40B4-BE49-F238E27FC236}">
                  <a16:creationId xmlns:a16="http://schemas.microsoft.com/office/drawing/2014/main" id="{90DFA179-58DD-9177-6637-C7EA527D597A}"/>
                </a:ext>
              </a:extLst>
            </p:cNvPr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38">
              <a:extLst>
                <a:ext uri="{FF2B5EF4-FFF2-40B4-BE49-F238E27FC236}">
                  <a16:creationId xmlns:a16="http://schemas.microsoft.com/office/drawing/2014/main" id="{3F92DD79-6AB2-6F1F-C292-75388E5C88A7}"/>
                </a:ext>
              </a:extLst>
            </p:cNvPr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9" name="Google Shape;2899;p38">
            <a:extLst>
              <a:ext uri="{FF2B5EF4-FFF2-40B4-BE49-F238E27FC236}">
                <a16:creationId xmlns:a16="http://schemas.microsoft.com/office/drawing/2014/main" id="{F8E4A3B1-0B69-A5F7-13F7-33E63D40D41F}"/>
              </a:ext>
            </a:extLst>
          </p:cNvPr>
          <p:cNvGrpSpPr/>
          <p:nvPr/>
        </p:nvGrpSpPr>
        <p:grpSpPr>
          <a:xfrm>
            <a:off x="601455" y="4866019"/>
            <a:ext cx="1252897" cy="51000"/>
            <a:chOff x="2915381" y="4104819"/>
            <a:chExt cx="1252897" cy="51000"/>
          </a:xfrm>
        </p:grpSpPr>
        <p:sp>
          <p:nvSpPr>
            <p:cNvPr id="2900" name="Google Shape;2900;p38">
              <a:extLst>
                <a:ext uri="{FF2B5EF4-FFF2-40B4-BE49-F238E27FC236}">
                  <a16:creationId xmlns:a16="http://schemas.microsoft.com/office/drawing/2014/main" id="{6F029CC7-18FD-81E5-6BFA-C32849EBF815}"/>
                </a:ext>
              </a:extLst>
            </p:cNvPr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38">
              <a:extLst>
                <a:ext uri="{FF2B5EF4-FFF2-40B4-BE49-F238E27FC236}">
                  <a16:creationId xmlns:a16="http://schemas.microsoft.com/office/drawing/2014/main" id="{C5D1F0BC-8823-2B75-7369-21B2BF5B691F}"/>
                </a:ext>
              </a:extLst>
            </p:cNvPr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38">
              <a:extLst>
                <a:ext uri="{FF2B5EF4-FFF2-40B4-BE49-F238E27FC236}">
                  <a16:creationId xmlns:a16="http://schemas.microsoft.com/office/drawing/2014/main" id="{1698D983-C3BD-C502-1188-D1F84C160158}"/>
                </a:ext>
              </a:extLst>
            </p:cNvPr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38">
              <a:extLst>
                <a:ext uri="{FF2B5EF4-FFF2-40B4-BE49-F238E27FC236}">
                  <a16:creationId xmlns:a16="http://schemas.microsoft.com/office/drawing/2014/main" id="{F3B86E6D-A662-EFE5-AD1A-FCAB1486B948}"/>
                </a:ext>
              </a:extLst>
            </p:cNvPr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38">
              <a:extLst>
                <a:ext uri="{FF2B5EF4-FFF2-40B4-BE49-F238E27FC236}">
                  <a16:creationId xmlns:a16="http://schemas.microsoft.com/office/drawing/2014/main" id="{7DF38232-8731-352C-7481-8BDDE31F8C55}"/>
                </a:ext>
              </a:extLst>
            </p:cNvPr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38">
              <a:extLst>
                <a:ext uri="{FF2B5EF4-FFF2-40B4-BE49-F238E27FC236}">
                  <a16:creationId xmlns:a16="http://schemas.microsoft.com/office/drawing/2014/main" id="{A557C2DB-7CB3-D961-CA5A-80EF3A6B413F}"/>
                </a:ext>
              </a:extLst>
            </p:cNvPr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38">
              <a:extLst>
                <a:ext uri="{FF2B5EF4-FFF2-40B4-BE49-F238E27FC236}">
                  <a16:creationId xmlns:a16="http://schemas.microsoft.com/office/drawing/2014/main" id="{432EFBC8-733D-D3F5-4CF9-00D33549BF8B}"/>
                </a:ext>
              </a:extLst>
            </p:cNvPr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38">
              <a:extLst>
                <a:ext uri="{FF2B5EF4-FFF2-40B4-BE49-F238E27FC236}">
                  <a16:creationId xmlns:a16="http://schemas.microsoft.com/office/drawing/2014/main" id="{61B4FD6E-E0F7-2B24-966E-EAB884798249}"/>
                </a:ext>
              </a:extLst>
            </p:cNvPr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38">
              <a:extLst>
                <a:ext uri="{FF2B5EF4-FFF2-40B4-BE49-F238E27FC236}">
                  <a16:creationId xmlns:a16="http://schemas.microsoft.com/office/drawing/2014/main" id="{6AC14F9F-B276-6AED-DEF3-63CDF5693C85}"/>
                </a:ext>
              </a:extLst>
            </p:cNvPr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38">
              <a:extLst>
                <a:ext uri="{FF2B5EF4-FFF2-40B4-BE49-F238E27FC236}">
                  <a16:creationId xmlns:a16="http://schemas.microsoft.com/office/drawing/2014/main" id="{B24C68C3-CC46-5629-82BB-E0E5461AD891}"/>
                </a:ext>
              </a:extLst>
            </p:cNvPr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38">
              <a:extLst>
                <a:ext uri="{FF2B5EF4-FFF2-40B4-BE49-F238E27FC236}">
                  <a16:creationId xmlns:a16="http://schemas.microsoft.com/office/drawing/2014/main" id="{C03B3C78-CF44-33F9-7CAB-671743AB895C}"/>
                </a:ext>
              </a:extLst>
            </p:cNvPr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38">
              <a:extLst>
                <a:ext uri="{FF2B5EF4-FFF2-40B4-BE49-F238E27FC236}">
                  <a16:creationId xmlns:a16="http://schemas.microsoft.com/office/drawing/2014/main" id="{3C2729F9-8C13-7CAE-90A1-A683D1E7BDFE}"/>
                </a:ext>
              </a:extLst>
            </p:cNvPr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38">
              <a:extLst>
                <a:ext uri="{FF2B5EF4-FFF2-40B4-BE49-F238E27FC236}">
                  <a16:creationId xmlns:a16="http://schemas.microsoft.com/office/drawing/2014/main" id="{825C0BFA-CABB-C8B9-C221-03AB06FEDFDF}"/>
                </a:ext>
              </a:extLst>
            </p:cNvPr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38">
              <a:extLst>
                <a:ext uri="{FF2B5EF4-FFF2-40B4-BE49-F238E27FC236}">
                  <a16:creationId xmlns:a16="http://schemas.microsoft.com/office/drawing/2014/main" id="{47F21DBE-3E63-3DAB-7287-C3DEED849A91}"/>
                </a:ext>
              </a:extLst>
            </p:cNvPr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14" name="Google Shape;2914;p38">
            <a:extLst>
              <a:ext uri="{FF2B5EF4-FFF2-40B4-BE49-F238E27FC236}">
                <a16:creationId xmlns:a16="http://schemas.microsoft.com/office/drawing/2014/main" id="{EB1A7C84-1838-E512-71D9-E6056116C3FD}"/>
              </a:ext>
            </a:extLst>
          </p:cNvPr>
          <p:cNvGrpSpPr/>
          <p:nvPr/>
        </p:nvGrpSpPr>
        <p:grpSpPr>
          <a:xfrm>
            <a:off x="5495767" y="691791"/>
            <a:ext cx="1105976" cy="133969"/>
            <a:chOff x="8183182" y="663852"/>
            <a:chExt cx="1475028" cy="178673"/>
          </a:xfrm>
        </p:grpSpPr>
        <p:grpSp>
          <p:nvGrpSpPr>
            <p:cNvPr id="2915" name="Google Shape;2915;p38">
              <a:extLst>
                <a:ext uri="{FF2B5EF4-FFF2-40B4-BE49-F238E27FC236}">
                  <a16:creationId xmlns:a16="http://schemas.microsoft.com/office/drawing/2014/main" id="{73126A7E-0410-5B30-3608-B41E4B875AD8}"/>
                </a:ext>
              </a:extLst>
            </p:cNvPr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916" name="Google Shape;2916;p38">
                <a:extLst>
                  <a:ext uri="{FF2B5EF4-FFF2-40B4-BE49-F238E27FC236}">
                    <a16:creationId xmlns:a16="http://schemas.microsoft.com/office/drawing/2014/main" id="{E968CEC9-EFDA-4B8E-DAFD-88FC76A2F9CC}"/>
                  </a:ext>
                </a:extLst>
              </p:cNvPr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Google Shape;2917;p38">
                <a:extLst>
                  <a:ext uri="{FF2B5EF4-FFF2-40B4-BE49-F238E27FC236}">
                    <a16:creationId xmlns:a16="http://schemas.microsoft.com/office/drawing/2014/main" id="{0E84DE02-DE2D-D6EB-E89D-17AE82F0544B}"/>
                  </a:ext>
                </a:extLst>
              </p:cNvPr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Google Shape;2918;p38">
                <a:extLst>
                  <a:ext uri="{FF2B5EF4-FFF2-40B4-BE49-F238E27FC236}">
                    <a16:creationId xmlns:a16="http://schemas.microsoft.com/office/drawing/2014/main" id="{3AD8E1DC-513F-74BC-57D2-F2A7ABFA2348}"/>
                  </a:ext>
                </a:extLst>
              </p:cNvPr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Google Shape;2919;p38">
                <a:extLst>
                  <a:ext uri="{FF2B5EF4-FFF2-40B4-BE49-F238E27FC236}">
                    <a16:creationId xmlns:a16="http://schemas.microsoft.com/office/drawing/2014/main" id="{6F976CB9-BCC3-69C2-84E6-7A47BACF2EFA}"/>
                  </a:ext>
                </a:extLst>
              </p:cNvPr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Google Shape;2920;p38">
                <a:extLst>
                  <a:ext uri="{FF2B5EF4-FFF2-40B4-BE49-F238E27FC236}">
                    <a16:creationId xmlns:a16="http://schemas.microsoft.com/office/drawing/2014/main" id="{A61AC956-C9AC-FC09-CE2D-6381258F7923}"/>
                  </a:ext>
                </a:extLst>
              </p:cNvPr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Google Shape;2921;p38">
                <a:extLst>
                  <a:ext uri="{FF2B5EF4-FFF2-40B4-BE49-F238E27FC236}">
                    <a16:creationId xmlns:a16="http://schemas.microsoft.com/office/drawing/2014/main" id="{F597741E-BA4F-01EE-AD54-27D9E291EDA6}"/>
                  </a:ext>
                </a:extLst>
              </p:cNvPr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Google Shape;2922;p38">
                <a:extLst>
                  <a:ext uri="{FF2B5EF4-FFF2-40B4-BE49-F238E27FC236}">
                    <a16:creationId xmlns:a16="http://schemas.microsoft.com/office/drawing/2014/main" id="{9F10D703-2081-6AC4-A84D-0D9FB6893292}"/>
                  </a:ext>
                </a:extLst>
              </p:cNvPr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Google Shape;2923;p38">
                <a:extLst>
                  <a:ext uri="{FF2B5EF4-FFF2-40B4-BE49-F238E27FC236}">
                    <a16:creationId xmlns:a16="http://schemas.microsoft.com/office/drawing/2014/main" id="{8833AE19-348D-8833-9AD2-14BFC9E3D29B}"/>
                  </a:ext>
                </a:extLst>
              </p:cNvPr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Google Shape;2924;p38">
                <a:extLst>
                  <a:ext uri="{FF2B5EF4-FFF2-40B4-BE49-F238E27FC236}">
                    <a16:creationId xmlns:a16="http://schemas.microsoft.com/office/drawing/2014/main" id="{345917B1-BF77-8ECD-EA37-E6E56EE89681}"/>
                  </a:ext>
                </a:extLst>
              </p:cNvPr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Google Shape;2925;p38">
                <a:extLst>
                  <a:ext uri="{FF2B5EF4-FFF2-40B4-BE49-F238E27FC236}">
                    <a16:creationId xmlns:a16="http://schemas.microsoft.com/office/drawing/2014/main" id="{EC43120B-B550-D931-E003-0500DE9D26C6}"/>
                  </a:ext>
                </a:extLst>
              </p:cNvPr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26" name="Google Shape;2926;p38">
              <a:extLst>
                <a:ext uri="{FF2B5EF4-FFF2-40B4-BE49-F238E27FC236}">
                  <a16:creationId xmlns:a16="http://schemas.microsoft.com/office/drawing/2014/main" id="{F2378CE1-F7DB-5DA7-569D-42E2ADC15401}"/>
                </a:ext>
              </a:extLst>
            </p:cNvPr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27" name="Google Shape;2927;p38">
                <a:extLst>
                  <a:ext uri="{FF2B5EF4-FFF2-40B4-BE49-F238E27FC236}">
                    <a16:creationId xmlns:a16="http://schemas.microsoft.com/office/drawing/2014/main" id="{35E4835F-310D-9CF8-A1BC-58885C43E9AE}"/>
                  </a:ext>
                </a:extLst>
              </p:cNvPr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Google Shape;2928;p38">
                <a:extLst>
                  <a:ext uri="{FF2B5EF4-FFF2-40B4-BE49-F238E27FC236}">
                    <a16:creationId xmlns:a16="http://schemas.microsoft.com/office/drawing/2014/main" id="{72E86825-1DF2-BA8F-7937-63099DA1B583}"/>
                  </a:ext>
                </a:extLst>
              </p:cNvPr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Google Shape;2929;p38">
                <a:extLst>
                  <a:ext uri="{FF2B5EF4-FFF2-40B4-BE49-F238E27FC236}">
                    <a16:creationId xmlns:a16="http://schemas.microsoft.com/office/drawing/2014/main" id="{C82BF5D9-07EA-2CEC-5647-21285DF290FE}"/>
                  </a:ext>
                </a:extLst>
              </p:cNvPr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Google Shape;2930;p38">
                <a:extLst>
                  <a:ext uri="{FF2B5EF4-FFF2-40B4-BE49-F238E27FC236}">
                    <a16:creationId xmlns:a16="http://schemas.microsoft.com/office/drawing/2014/main" id="{F3FF3933-0EC9-D59C-E21B-16ECE386243C}"/>
                  </a:ext>
                </a:extLst>
              </p:cNvPr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Google Shape;2931;p38">
                <a:extLst>
                  <a:ext uri="{FF2B5EF4-FFF2-40B4-BE49-F238E27FC236}">
                    <a16:creationId xmlns:a16="http://schemas.microsoft.com/office/drawing/2014/main" id="{BBFC8D05-BD97-19B0-1C70-DFDA6268C2D8}"/>
                  </a:ext>
                </a:extLst>
              </p:cNvPr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Google Shape;2932;p38">
                <a:extLst>
                  <a:ext uri="{FF2B5EF4-FFF2-40B4-BE49-F238E27FC236}">
                    <a16:creationId xmlns:a16="http://schemas.microsoft.com/office/drawing/2014/main" id="{FC84DE63-584C-2E1B-6629-7F7FC49565FE}"/>
                  </a:ext>
                </a:extLst>
              </p:cNvPr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Google Shape;2933;p38">
                <a:extLst>
                  <a:ext uri="{FF2B5EF4-FFF2-40B4-BE49-F238E27FC236}">
                    <a16:creationId xmlns:a16="http://schemas.microsoft.com/office/drawing/2014/main" id="{24E9E9C7-6F20-8778-F36D-90D69D71A166}"/>
                  </a:ext>
                </a:extLst>
              </p:cNvPr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Google Shape;2934;p38">
                <a:extLst>
                  <a:ext uri="{FF2B5EF4-FFF2-40B4-BE49-F238E27FC236}">
                    <a16:creationId xmlns:a16="http://schemas.microsoft.com/office/drawing/2014/main" id="{3BA22546-1C79-3F80-CCA8-A2CC69745F5D}"/>
                  </a:ext>
                </a:extLst>
              </p:cNvPr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Google Shape;2935;p38">
                <a:extLst>
                  <a:ext uri="{FF2B5EF4-FFF2-40B4-BE49-F238E27FC236}">
                    <a16:creationId xmlns:a16="http://schemas.microsoft.com/office/drawing/2014/main" id="{634D4BF4-5DA2-C143-BE78-A0B8F06EF8CB}"/>
                  </a:ext>
                </a:extLst>
              </p:cNvPr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Google Shape;2936;p38">
                <a:extLst>
                  <a:ext uri="{FF2B5EF4-FFF2-40B4-BE49-F238E27FC236}">
                    <a16:creationId xmlns:a16="http://schemas.microsoft.com/office/drawing/2014/main" id="{FA87432B-74A4-6C90-1153-B11DBB681243}"/>
                  </a:ext>
                </a:extLst>
              </p:cNvPr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37" name="Google Shape;2937;p38">
            <a:extLst>
              <a:ext uri="{FF2B5EF4-FFF2-40B4-BE49-F238E27FC236}">
                <a16:creationId xmlns:a16="http://schemas.microsoft.com/office/drawing/2014/main" id="{B1C6FFD7-11E4-9337-26B5-8DDD686DF364}"/>
              </a:ext>
            </a:extLst>
          </p:cNvPr>
          <p:cNvGrpSpPr/>
          <p:nvPr/>
        </p:nvGrpSpPr>
        <p:grpSpPr>
          <a:xfrm rot="5400000">
            <a:off x="7199453" y="4664425"/>
            <a:ext cx="98902" cy="553090"/>
            <a:chOff x="4898850" y="4820550"/>
            <a:chExt cx="98902" cy="553090"/>
          </a:xfrm>
        </p:grpSpPr>
        <p:sp>
          <p:nvSpPr>
            <p:cNvPr id="2938" name="Google Shape;2938;p38">
              <a:extLst>
                <a:ext uri="{FF2B5EF4-FFF2-40B4-BE49-F238E27FC236}">
                  <a16:creationId xmlns:a16="http://schemas.microsoft.com/office/drawing/2014/main" id="{861E6197-CBAF-AEC2-63B6-AB27BF415A69}"/>
                </a:ext>
              </a:extLst>
            </p:cNvPr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38">
              <a:extLst>
                <a:ext uri="{FF2B5EF4-FFF2-40B4-BE49-F238E27FC236}">
                  <a16:creationId xmlns:a16="http://schemas.microsoft.com/office/drawing/2014/main" id="{1D54ACF1-D142-BA4F-47AF-3A162810F372}"/>
                </a:ext>
              </a:extLst>
            </p:cNvPr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38">
              <a:extLst>
                <a:ext uri="{FF2B5EF4-FFF2-40B4-BE49-F238E27FC236}">
                  <a16:creationId xmlns:a16="http://schemas.microsoft.com/office/drawing/2014/main" id="{E6529F22-8F41-C27A-EA84-6975E772FBA8}"/>
                </a:ext>
              </a:extLst>
            </p:cNvPr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38">
              <a:extLst>
                <a:ext uri="{FF2B5EF4-FFF2-40B4-BE49-F238E27FC236}">
                  <a16:creationId xmlns:a16="http://schemas.microsoft.com/office/drawing/2014/main" id="{AC1F7580-5002-E5D6-A082-9C346B7EEF89}"/>
                </a:ext>
              </a:extLst>
            </p:cNvPr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38">
              <a:extLst>
                <a:ext uri="{FF2B5EF4-FFF2-40B4-BE49-F238E27FC236}">
                  <a16:creationId xmlns:a16="http://schemas.microsoft.com/office/drawing/2014/main" id="{372034A6-D53E-22AE-E770-36EAE31309CA}"/>
                </a:ext>
              </a:extLst>
            </p:cNvPr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Imagen 6">
            <a:extLst>
              <a:ext uri="{FF2B5EF4-FFF2-40B4-BE49-F238E27FC236}">
                <a16:creationId xmlns:a16="http://schemas.microsoft.com/office/drawing/2014/main" id="{D5C8D3E4-440A-3991-81F8-EDC2D6CDEC4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7200"/>
          <a:stretch/>
        </p:blipFill>
        <p:spPr>
          <a:xfrm>
            <a:off x="5167912" y="435707"/>
            <a:ext cx="3142319" cy="1474712"/>
          </a:xfrm>
          <a:prstGeom prst="rect">
            <a:avLst/>
          </a:prstGeom>
        </p:spPr>
      </p:pic>
      <p:sp>
        <p:nvSpPr>
          <p:cNvPr id="2" name="Círculo: vacío 1">
            <a:extLst>
              <a:ext uri="{FF2B5EF4-FFF2-40B4-BE49-F238E27FC236}">
                <a16:creationId xmlns:a16="http://schemas.microsoft.com/office/drawing/2014/main" id="{9FB12E55-A699-FC50-AA57-9CAD3748464B}"/>
              </a:ext>
            </a:extLst>
          </p:cNvPr>
          <p:cNvSpPr/>
          <p:nvPr/>
        </p:nvSpPr>
        <p:spPr>
          <a:xfrm>
            <a:off x="5639297" y="439059"/>
            <a:ext cx="926711" cy="404832"/>
          </a:xfrm>
          <a:prstGeom prst="donut">
            <a:avLst>
              <a:gd name="adj" fmla="val 647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3" name="Flecha: a la derecha 2">
            <a:extLst>
              <a:ext uri="{FF2B5EF4-FFF2-40B4-BE49-F238E27FC236}">
                <a16:creationId xmlns:a16="http://schemas.microsoft.com/office/drawing/2014/main" id="{8542680A-0BE3-D85B-DF5E-D57A0373511A}"/>
              </a:ext>
            </a:extLst>
          </p:cNvPr>
          <p:cNvSpPr/>
          <p:nvPr/>
        </p:nvSpPr>
        <p:spPr>
          <a:xfrm>
            <a:off x="5211765" y="708527"/>
            <a:ext cx="627053" cy="18340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F1477119-2317-D742-9CB5-38F8114D00EA}"/>
              </a:ext>
            </a:extLst>
          </p:cNvPr>
          <p:cNvSpPr/>
          <p:nvPr/>
        </p:nvSpPr>
        <p:spPr>
          <a:xfrm>
            <a:off x="5211766" y="904220"/>
            <a:ext cx="627053" cy="18340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6EBA0B11-E61D-CCA9-9E5F-82E663D69F22}"/>
              </a:ext>
            </a:extLst>
          </p:cNvPr>
          <p:cNvSpPr/>
          <p:nvPr/>
        </p:nvSpPr>
        <p:spPr>
          <a:xfrm>
            <a:off x="5211765" y="1109617"/>
            <a:ext cx="627053" cy="18340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BB91662A-BBF4-E997-FA28-8859F1DF7DA8}"/>
              </a:ext>
            </a:extLst>
          </p:cNvPr>
          <p:cNvSpPr/>
          <p:nvPr/>
        </p:nvSpPr>
        <p:spPr>
          <a:xfrm>
            <a:off x="5205070" y="1311139"/>
            <a:ext cx="627053" cy="18340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03EE6B46-F79A-BF80-67BB-7854C1EA3D1B}"/>
              </a:ext>
            </a:extLst>
          </p:cNvPr>
          <p:cNvSpPr/>
          <p:nvPr/>
        </p:nvSpPr>
        <p:spPr>
          <a:xfrm>
            <a:off x="5211765" y="1496248"/>
            <a:ext cx="627053" cy="18340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7EBF0A6B-D946-08E9-7301-BF3150F1A8EE}"/>
              </a:ext>
            </a:extLst>
          </p:cNvPr>
          <p:cNvSpPr/>
          <p:nvPr/>
        </p:nvSpPr>
        <p:spPr>
          <a:xfrm>
            <a:off x="5211765" y="1698077"/>
            <a:ext cx="627053" cy="18340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Google Shape;2773;p36">
            <a:extLst>
              <a:ext uri="{FF2B5EF4-FFF2-40B4-BE49-F238E27FC236}">
                <a16:creationId xmlns:a16="http://schemas.microsoft.com/office/drawing/2014/main" id="{1AD498D0-53AE-97F8-F282-FCD74E29597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flipH="1">
            <a:off x="5064772" y="1905713"/>
            <a:ext cx="3348598" cy="1012254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s-PE" sz="1400" dirty="0">
                <a:ln w="0">
                  <a:solidFill>
                    <a:schemeClr val="accent2"/>
                  </a:solidFill>
                </a:ln>
                <a:solidFill>
                  <a:schemeClr val="accent2"/>
                </a:solidFill>
                <a:effectLst>
                  <a:reflection blurRad="6350" stA="53000" endA="300" endPos="35500" dir="5400000" sy="-90000" algn="bl" rotWithShape="0"/>
                </a:effectLst>
              </a:rPr>
              <a:t>En este apartado estan reservados los componentes para los estilos, </a:t>
            </a:r>
            <a:r>
              <a:rPr lang="es-PE" sz="1400" dirty="0" err="1">
                <a:ln w="0">
                  <a:solidFill>
                    <a:schemeClr val="accent2"/>
                  </a:solidFill>
                </a:ln>
                <a:solidFill>
                  <a:schemeClr val="accent2"/>
                </a:solidFill>
                <a:effectLst>
                  <a:reflection blurRad="6350" stA="53000" endA="300" endPos="35500" dir="5400000" sy="-90000" algn="bl" rotWithShape="0"/>
                </a:effectLst>
              </a:rPr>
              <a:t>hovers</a:t>
            </a:r>
            <a:r>
              <a:rPr lang="es-PE" sz="1400" dirty="0">
                <a:ln w="0">
                  <a:solidFill>
                    <a:schemeClr val="accent2"/>
                  </a:solidFill>
                </a:ln>
                <a:solidFill>
                  <a:schemeClr val="accent2"/>
                </a:solidFill>
                <a:effectLst>
                  <a:reflection blurRad="6350" stA="53000" endA="300" endPos="35500" dir="5400000" sy="-90000" algn="bl" rotWithShape="0"/>
                </a:effectLst>
              </a:rPr>
              <a:t>, ventanas de error, etc que el programa usa en su diseño.</a:t>
            </a:r>
            <a:endParaRPr sz="1400" dirty="0">
              <a:ln w="0">
                <a:solidFill>
                  <a:schemeClr val="accent2"/>
                </a:solidFill>
              </a:ln>
              <a:solidFill>
                <a:schemeClr val="accent2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A52C7DF8-32F1-529E-0BDB-A45F22AB2860}"/>
              </a:ext>
            </a:extLst>
          </p:cNvPr>
          <p:cNvSpPr/>
          <p:nvPr/>
        </p:nvSpPr>
        <p:spPr>
          <a:xfrm>
            <a:off x="3622341" y="523202"/>
            <a:ext cx="1330076" cy="389026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Google Shape;2883;p38">
            <a:extLst>
              <a:ext uri="{FF2B5EF4-FFF2-40B4-BE49-F238E27FC236}">
                <a16:creationId xmlns:a16="http://schemas.microsoft.com/office/drawing/2014/main" id="{920D8255-9B32-4F27-9673-AB40B54280D3}"/>
              </a:ext>
            </a:extLst>
          </p:cNvPr>
          <p:cNvSpPr txBox="1">
            <a:spLocks/>
          </p:cNvSpPr>
          <p:nvPr/>
        </p:nvSpPr>
        <p:spPr>
          <a:xfrm>
            <a:off x="929862" y="1731953"/>
            <a:ext cx="2855211" cy="379665"/>
          </a:xfrm>
          <a:prstGeom prst="rect">
            <a:avLst/>
          </a:prstGeom>
          <a:noFill/>
          <a:ln>
            <a:noFill/>
          </a:ln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50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r>
              <a:rPr lang="es-ES" sz="3200" dirty="0" err="1">
                <a:solidFill>
                  <a:schemeClr val="accent2"/>
                </a:solidFill>
              </a:rPr>
              <a:t>Patron</a:t>
            </a:r>
            <a:r>
              <a:rPr lang="es-ES" sz="3200" dirty="0">
                <a:solidFill>
                  <a:schemeClr val="accent2"/>
                </a:solidFill>
              </a:rPr>
              <a:t> MVC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FDABA649-C716-F6C1-1BEB-5D36D1254D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642" y="3079255"/>
            <a:ext cx="1962275" cy="136040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8A6CE03D-6248-DCBC-A311-2FF8525E68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5965" y="3079255"/>
            <a:ext cx="1957371" cy="1359513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82B0F74A-7526-2F1F-39A2-A637CEED10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1173" y="3061711"/>
            <a:ext cx="2040601" cy="1360401"/>
          </a:xfrm>
          <a:prstGeom prst="rect">
            <a:avLst/>
          </a:prstGeom>
        </p:spPr>
      </p:pic>
      <p:sp>
        <p:nvSpPr>
          <p:cNvPr id="18" name="Google Shape;2773;p36">
            <a:extLst>
              <a:ext uri="{FF2B5EF4-FFF2-40B4-BE49-F238E27FC236}">
                <a16:creationId xmlns:a16="http://schemas.microsoft.com/office/drawing/2014/main" id="{8991607E-6B7E-4F24-2CFA-F66566475008}"/>
              </a:ext>
            </a:extLst>
          </p:cNvPr>
          <p:cNvSpPr txBox="1">
            <a:spLocks/>
          </p:cNvSpPr>
          <p:nvPr/>
        </p:nvSpPr>
        <p:spPr>
          <a:xfrm flipH="1">
            <a:off x="1271524" y="4411431"/>
            <a:ext cx="1263990" cy="411914"/>
          </a:xfrm>
          <a:prstGeom prst="rect">
            <a:avLst/>
          </a:prstGeom>
          <a:noFill/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T Sans"/>
              <a:buNone/>
              <a:defRPr sz="18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T Sans"/>
              <a:buNone/>
              <a:defRPr sz="18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T Sans"/>
              <a:buNone/>
              <a:defRPr sz="18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T Sans"/>
              <a:buNone/>
              <a:defRPr sz="18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T Sans"/>
              <a:buNone/>
              <a:defRPr sz="18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T Sans"/>
              <a:buNone/>
              <a:defRPr sz="18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T Sans"/>
              <a:buNone/>
              <a:defRPr sz="18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T Sans"/>
              <a:buNone/>
              <a:defRPr sz="18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T Sans"/>
              <a:buNone/>
              <a:defRPr sz="18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/>
            <a:r>
              <a:rPr lang="es-PE" sz="2400" dirty="0">
                <a:ln w="0">
                  <a:solidFill>
                    <a:schemeClr val="accent2"/>
                  </a:solidFill>
                </a:ln>
                <a:solidFill>
                  <a:schemeClr val="accent2"/>
                </a:solidFill>
                <a:effectLst>
                  <a:reflection blurRad="6350" stA="53000" endA="300" endPos="35500" dir="5400000" sy="-90000" algn="bl" rotWithShape="0"/>
                </a:effectLst>
              </a:rPr>
              <a:t>Modelo</a:t>
            </a:r>
          </a:p>
        </p:txBody>
      </p:sp>
      <p:sp>
        <p:nvSpPr>
          <p:cNvPr id="19" name="Google Shape;2773;p36">
            <a:extLst>
              <a:ext uri="{FF2B5EF4-FFF2-40B4-BE49-F238E27FC236}">
                <a16:creationId xmlns:a16="http://schemas.microsoft.com/office/drawing/2014/main" id="{7E59D810-E6AD-3E52-6F47-D026048906AB}"/>
              </a:ext>
            </a:extLst>
          </p:cNvPr>
          <p:cNvSpPr txBox="1">
            <a:spLocks/>
          </p:cNvSpPr>
          <p:nvPr/>
        </p:nvSpPr>
        <p:spPr>
          <a:xfrm flipH="1">
            <a:off x="3718888" y="4464193"/>
            <a:ext cx="1263990" cy="411914"/>
          </a:xfrm>
          <a:prstGeom prst="rect">
            <a:avLst/>
          </a:prstGeom>
          <a:noFill/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T Sans"/>
              <a:buNone/>
              <a:defRPr sz="18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T Sans"/>
              <a:buNone/>
              <a:defRPr sz="18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T Sans"/>
              <a:buNone/>
              <a:defRPr sz="18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T Sans"/>
              <a:buNone/>
              <a:defRPr sz="18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T Sans"/>
              <a:buNone/>
              <a:defRPr sz="18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T Sans"/>
              <a:buNone/>
              <a:defRPr sz="18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T Sans"/>
              <a:buNone/>
              <a:defRPr sz="18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T Sans"/>
              <a:buNone/>
              <a:defRPr sz="18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T Sans"/>
              <a:buNone/>
              <a:defRPr sz="18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/>
            <a:r>
              <a:rPr lang="es-PE" sz="2400" dirty="0">
                <a:ln w="0">
                  <a:solidFill>
                    <a:schemeClr val="accent2"/>
                  </a:solidFill>
                </a:ln>
                <a:solidFill>
                  <a:schemeClr val="accent2"/>
                </a:solidFill>
                <a:effectLst>
                  <a:reflection blurRad="6350" stA="53000" endA="300" endPos="35500" dir="5400000" sy="-90000" algn="bl" rotWithShape="0"/>
                </a:effectLst>
              </a:rPr>
              <a:t>Vista</a:t>
            </a:r>
          </a:p>
        </p:txBody>
      </p:sp>
      <p:sp>
        <p:nvSpPr>
          <p:cNvPr id="20" name="Google Shape;2773;p36">
            <a:extLst>
              <a:ext uri="{FF2B5EF4-FFF2-40B4-BE49-F238E27FC236}">
                <a16:creationId xmlns:a16="http://schemas.microsoft.com/office/drawing/2014/main" id="{AA2B8BD7-D61D-B6BA-11FD-9B61D2F0A2FF}"/>
              </a:ext>
            </a:extLst>
          </p:cNvPr>
          <p:cNvSpPr txBox="1">
            <a:spLocks/>
          </p:cNvSpPr>
          <p:nvPr/>
        </p:nvSpPr>
        <p:spPr>
          <a:xfrm flipH="1">
            <a:off x="6035885" y="4422112"/>
            <a:ext cx="1818804" cy="411914"/>
          </a:xfrm>
          <a:prstGeom prst="rect">
            <a:avLst/>
          </a:prstGeom>
          <a:noFill/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T Sans"/>
              <a:buNone/>
              <a:defRPr sz="18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T Sans"/>
              <a:buNone/>
              <a:defRPr sz="18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T Sans"/>
              <a:buNone/>
              <a:defRPr sz="18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T Sans"/>
              <a:buNone/>
              <a:defRPr sz="18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T Sans"/>
              <a:buNone/>
              <a:defRPr sz="18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T Sans"/>
              <a:buNone/>
              <a:defRPr sz="18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T Sans"/>
              <a:buNone/>
              <a:defRPr sz="18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T Sans"/>
              <a:buNone/>
              <a:defRPr sz="18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T Sans"/>
              <a:buNone/>
              <a:defRPr sz="1800" b="0" i="0" u="none" strike="noStrike" cap="non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/>
            <a:r>
              <a:rPr lang="es-PE" sz="2400" dirty="0">
                <a:ln w="0">
                  <a:solidFill>
                    <a:schemeClr val="accent2"/>
                  </a:solidFill>
                </a:ln>
                <a:solidFill>
                  <a:schemeClr val="accent2"/>
                </a:solidFill>
                <a:effectLst>
                  <a:reflection blurRad="6350" stA="53000" endA="300" endPos="35500" dir="5400000" sy="-90000" algn="bl" rotWithShape="0"/>
                </a:effectLst>
              </a:rPr>
              <a:t>Controlador</a:t>
            </a:r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DAC5F5DB-67FD-BA24-77B8-207B1A9BFC3B}"/>
              </a:ext>
            </a:extLst>
          </p:cNvPr>
          <p:cNvSpPr/>
          <p:nvPr/>
        </p:nvSpPr>
        <p:spPr>
          <a:xfrm rot="5400000">
            <a:off x="2035423" y="2377237"/>
            <a:ext cx="602183" cy="389026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8539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8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8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50"/>
                            </p:stCondLst>
                            <p:childTnLst>
                              <p:par>
                                <p:cTn id="1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5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5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50"/>
                            </p:stCondLst>
                            <p:childTnLst>
                              <p:par>
                                <p:cTn id="2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50"/>
                            </p:stCondLst>
                            <p:childTnLst>
                              <p:par>
                                <p:cTn id="3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50"/>
                            </p:stCondLst>
                            <p:childTnLst>
                              <p:par>
                                <p:cTn id="3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50"/>
                            </p:stCondLst>
                            <p:childTnLst>
                              <p:par>
                                <p:cTn id="4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50"/>
                            </p:stCondLst>
                            <p:childTnLst>
                              <p:par>
                                <p:cTn id="4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550"/>
                            </p:stCondLst>
                            <p:childTnLst>
                              <p:par>
                                <p:cTn id="5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 tmFilter="0,0; .5, 1; 1, 1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 tmFilter="0,0; .5, 1; 1, 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900"/>
                            </p:stCondLst>
                            <p:childTnLst>
                              <p:par>
                                <p:cTn id="71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00"/>
                            </p:stCondLst>
                            <p:childTnLst>
                              <p:par>
                                <p:cTn id="7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900"/>
                            </p:stCondLst>
                            <p:childTnLst>
                              <p:par>
                                <p:cTn id="8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400"/>
                            </p:stCondLst>
                            <p:childTnLst>
                              <p:par>
                                <p:cTn id="8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900"/>
                            </p:stCondLst>
                            <p:childTnLst>
                              <p:par>
                                <p:cTn id="8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 tmFilter="0,0; .5, 1; 1, 1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650"/>
                            </p:stCondLst>
                            <p:childTnLst>
                              <p:par>
                                <p:cTn id="9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4350"/>
                            </p:stCondLst>
                            <p:childTnLst>
                              <p:par>
                                <p:cTn id="10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 tmFilter="0,0; .5, 1; 1, 1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3" grpId="0"/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0" grpId="0" build="p"/>
      <p:bldP spid="13" grpId="0" animBg="1"/>
      <p:bldP spid="14" grpId="0"/>
      <p:bldP spid="18" grpId="0"/>
      <p:bldP spid="19" grpId="0"/>
      <p:bldP spid="20" grpId="0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1">
          <a:extLst>
            <a:ext uri="{FF2B5EF4-FFF2-40B4-BE49-F238E27FC236}">
              <a16:creationId xmlns:a16="http://schemas.microsoft.com/office/drawing/2014/main" id="{BFF6B330-483F-13B6-AC65-3DD6D33C9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Penguin | Club Penguin Rewritten Wiki | Fandom">
            <a:extLst>
              <a:ext uri="{FF2B5EF4-FFF2-40B4-BE49-F238E27FC236}">
                <a16:creationId xmlns:a16="http://schemas.microsoft.com/office/drawing/2014/main" id="{E56E1736-6F23-346D-EF43-E84E2E941C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2550" y="398855"/>
            <a:ext cx="3858900" cy="4345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86" name="Google Shape;2886;p38">
            <a:extLst>
              <a:ext uri="{FF2B5EF4-FFF2-40B4-BE49-F238E27FC236}">
                <a16:creationId xmlns:a16="http://schemas.microsoft.com/office/drawing/2014/main" id="{BB3EEE88-1979-ED21-02FB-FCB4F12A2498}"/>
              </a:ext>
            </a:extLst>
          </p:cNvPr>
          <p:cNvGrpSpPr/>
          <p:nvPr/>
        </p:nvGrpSpPr>
        <p:grpSpPr>
          <a:xfrm rot="-5400000">
            <a:off x="2823215" y="-792437"/>
            <a:ext cx="1823016" cy="296643"/>
            <a:chOff x="7857346" y="3902355"/>
            <a:chExt cx="1823016" cy="296643"/>
          </a:xfrm>
        </p:grpSpPr>
        <p:sp>
          <p:nvSpPr>
            <p:cNvPr id="2887" name="Google Shape;2887;p38">
              <a:extLst>
                <a:ext uri="{FF2B5EF4-FFF2-40B4-BE49-F238E27FC236}">
                  <a16:creationId xmlns:a16="http://schemas.microsoft.com/office/drawing/2014/main" id="{F3A61387-59FE-5AC2-3F08-318F63F8BD87}"/>
                </a:ext>
              </a:extLst>
            </p:cNvPr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38">
              <a:extLst>
                <a:ext uri="{FF2B5EF4-FFF2-40B4-BE49-F238E27FC236}">
                  <a16:creationId xmlns:a16="http://schemas.microsoft.com/office/drawing/2014/main" id="{24E38CD9-46FC-F367-2767-0107E41680BE}"/>
                </a:ext>
              </a:extLst>
            </p:cNvPr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38">
              <a:extLst>
                <a:ext uri="{FF2B5EF4-FFF2-40B4-BE49-F238E27FC236}">
                  <a16:creationId xmlns:a16="http://schemas.microsoft.com/office/drawing/2014/main" id="{DCD2E1C0-90EE-4C57-D296-94A29D5EB26D}"/>
                </a:ext>
              </a:extLst>
            </p:cNvPr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38">
              <a:extLst>
                <a:ext uri="{FF2B5EF4-FFF2-40B4-BE49-F238E27FC236}">
                  <a16:creationId xmlns:a16="http://schemas.microsoft.com/office/drawing/2014/main" id="{643869AC-A737-AD40-67D1-08E1CFC033AE}"/>
                </a:ext>
              </a:extLst>
            </p:cNvPr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38">
              <a:extLst>
                <a:ext uri="{FF2B5EF4-FFF2-40B4-BE49-F238E27FC236}">
                  <a16:creationId xmlns:a16="http://schemas.microsoft.com/office/drawing/2014/main" id="{800D9D47-AD09-FEAE-1333-5D37833C5212}"/>
                </a:ext>
              </a:extLst>
            </p:cNvPr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38">
              <a:extLst>
                <a:ext uri="{FF2B5EF4-FFF2-40B4-BE49-F238E27FC236}">
                  <a16:creationId xmlns:a16="http://schemas.microsoft.com/office/drawing/2014/main" id="{0DDDE5D5-CB35-56E3-E0A2-D2BBA9F0AD1C}"/>
                </a:ext>
              </a:extLst>
            </p:cNvPr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3" name="Google Shape;2893;p38">
            <a:extLst>
              <a:ext uri="{FF2B5EF4-FFF2-40B4-BE49-F238E27FC236}">
                <a16:creationId xmlns:a16="http://schemas.microsoft.com/office/drawing/2014/main" id="{0AA4F172-F5AC-6491-FF02-68F2F029B4D9}"/>
              </a:ext>
            </a:extLst>
          </p:cNvPr>
          <p:cNvGrpSpPr/>
          <p:nvPr/>
        </p:nvGrpSpPr>
        <p:grpSpPr>
          <a:xfrm rot="5400000">
            <a:off x="387104" y="1328080"/>
            <a:ext cx="98902" cy="553090"/>
            <a:chOff x="4898850" y="4820550"/>
            <a:chExt cx="98902" cy="553090"/>
          </a:xfrm>
        </p:grpSpPr>
        <p:sp>
          <p:nvSpPr>
            <p:cNvPr id="2894" name="Google Shape;2894;p38">
              <a:extLst>
                <a:ext uri="{FF2B5EF4-FFF2-40B4-BE49-F238E27FC236}">
                  <a16:creationId xmlns:a16="http://schemas.microsoft.com/office/drawing/2014/main" id="{A13FE5D3-A74B-A2CC-0203-ABCFC2C7314B}"/>
                </a:ext>
              </a:extLst>
            </p:cNvPr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38">
              <a:extLst>
                <a:ext uri="{FF2B5EF4-FFF2-40B4-BE49-F238E27FC236}">
                  <a16:creationId xmlns:a16="http://schemas.microsoft.com/office/drawing/2014/main" id="{213A8BB9-66C7-6884-D2EF-AE53E59D11DC}"/>
                </a:ext>
              </a:extLst>
            </p:cNvPr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38">
              <a:extLst>
                <a:ext uri="{FF2B5EF4-FFF2-40B4-BE49-F238E27FC236}">
                  <a16:creationId xmlns:a16="http://schemas.microsoft.com/office/drawing/2014/main" id="{342D6ADD-EFAC-1E3C-0FE6-9468A3D0C57D}"/>
                </a:ext>
              </a:extLst>
            </p:cNvPr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38">
              <a:extLst>
                <a:ext uri="{FF2B5EF4-FFF2-40B4-BE49-F238E27FC236}">
                  <a16:creationId xmlns:a16="http://schemas.microsoft.com/office/drawing/2014/main" id="{31ABCE01-00BA-9B31-4768-58DC76948EA1}"/>
                </a:ext>
              </a:extLst>
            </p:cNvPr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38">
              <a:extLst>
                <a:ext uri="{FF2B5EF4-FFF2-40B4-BE49-F238E27FC236}">
                  <a16:creationId xmlns:a16="http://schemas.microsoft.com/office/drawing/2014/main" id="{DCD2BC9E-26BA-D3C3-B17B-CBCE4075279D}"/>
                </a:ext>
              </a:extLst>
            </p:cNvPr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9" name="Google Shape;2899;p38">
            <a:extLst>
              <a:ext uri="{FF2B5EF4-FFF2-40B4-BE49-F238E27FC236}">
                <a16:creationId xmlns:a16="http://schemas.microsoft.com/office/drawing/2014/main" id="{9EE98CB7-E117-709D-44CD-A5B30CE5CFFC}"/>
              </a:ext>
            </a:extLst>
          </p:cNvPr>
          <p:cNvGrpSpPr/>
          <p:nvPr/>
        </p:nvGrpSpPr>
        <p:grpSpPr>
          <a:xfrm>
            <a:off x="601455" y="4866019"/>
            <a:ext cx="1252897" cy="51000"/>
            <a:chOff x="2915381" y="4104819"/>
            <a:chExt cx="1252897" cy="51000"/>
          </a:xfrm>
        </p:grpSpPr>
        <p:sp>
          <p:nvSpPr>
            <p:cNvPr id="2900" name="Google Shape;2900;p38">
              <a:extLst>
                <a:ext uri="{FF2B5EF4-FFF2-40B4-BE49-F238E27FC236}">
                  <a16:creationId xmlns:a16="http://schemas.microsoft.com/office/drawing/2014/main" id="{3E8B6954-BF50-2B8B-920A-9508B5E6E869}"/>
                </a:ext>
              </a:extLst>
            </p:cNvPr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38">
              <a:extLst>
                <a:ext uri="{FF2B5EF4-FFF2-40B4-BE49-F238E27FC236}">
                  <a16:creationId xmlns:a16="http://schemas.microsoft.com/office/drawing/2014/main" id="{6D0F4B91-69F2-FBB8-1828-8E515A31AED8}"/>
                </a:ext>
              </a:extLst>
            </p:cNvPr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38">
              <a:extLst>
                <a:ext uri="{FF2B5EF4-FFF2-40B4-BE49-F238E27FC236}">
                  <a16:creationId xmlns:a16="http://schemas.microsoft.com/office/drawing/2014/main" id="{B5984221-AB21-A244-6F76-5F0B9A2E0492}"/>
                </a:ext>
              </a:extLst>
            </p:cNvPr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38">
              <a:extLst>
                <a:ext uri="{FF2B5EF4-FFF2-40B4-BE49-F238E27FC236}">
                  <a16:creationId xmlns:a16="http://schemas.microsoft.com/office/drawing/2014/main" id="{D18236E2-D0CB-5EB7-7AB7-E7C9242CC02F}"/>
                </a:ext>
              </a:extLst>
            </p:cNvPr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38">
              <a:extLst>
                <a:ext uri="{FF2B5EF4-FFF2-40B4-BE49-F238E27FC236}">
                  <a16:creationId xmlns:a16="http://schemas.microsoft.com/office/drawing/2014/main" id="{980FDB01-F2D7-4D09-CE3D-CA3C6C00FFFA}"/>
                </a:ext>
              </a:extLst>
            </p:cNvPr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38">
              <a:extLst>
                <a:ext uri="{FF2B5EF4-FFF2-40B4-BE49-F238E27FC236}">
                  <a16:creationId xmlns:a16="http://schemas.microsoft.com/office/drawing/2014/main" id="{B25B36D8-911A-7AA4-D571-5D9692320FA3}"/>
                </a:ext>
              </a:extLst>
            </p:cNvPr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38">
              <a:extLst>
                <a:ext uri="{FF2B5EF4-FFF2-40B4-BE49-F238E27FC236}">
                  <a16:creationId xmlns:a16="http://schemas.microsoft.com/office/drawing/2014/main" id="{F89DFCD7-95E5-A912-ECBD-6FCBF1E4A061}"/>
                </a:ext>
              </a:extLst>
            </p:cNvPr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38">
              <a:extLst>
                <a:ext uri="{FF2B5EF4-FFF2-40B4-BE49-F238E27FC236}">
                  <a16:creationId xmlns:a16="http://schemas.microsoft.com/office/drawing/2014/main" id="{16CE79EC-8A6C-D500-C8E4-5376B2C70F5F}"/>
                </a:ext>
              </a:extLst>
            </p:cNvPr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38">
              <a:extLst>
                <a:ext uri="{FF2B5EF4-FFF2-40B4-BE49-F238E27FC236}">
                  <a16:creationId xmlns:a16="http://schemas.microsoft.com/office/drawing/2014/main" id="{F971B6ED-4CC7-8963-9B1A-F71A14D681D9}"/>
                </a:ext>
              </a:extLst>
            </p:cNvPr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38">
              <a:extLst>
                <a:ext uri="{FF2B5EF4-FFF2-40B4-BE49-F238E27FC236}">
                  <a16:creationId xmlns:a16="http://schemas.microsoft.com/office/drawing/2014/main" id="{77F2B369-E2F2-CDEA-BA66-1FAFF872038D}"/>
                </a:ext>
              </a:extLst>
            </p:cNvPr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38">
              <a:extLst>
                <a:ext uri="{FF2B5EF4-FFF2-40B4-BE49-F238E27FC236}">
                  <a16:creationId xmlns:a16="http://schemas.microsoft.com/office/drawing/2014/main" id="{4C19F31C-F52E-86AD-9E72-886F00F5E2C9}"/>
                </a:ext>
              </a:extLst>
            </p:cNvPr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38">
              <a:extLst>
                <a:ext uri="{FF2B5EF4-FFF2-40B4-BE49-F238E27FC236}">
                  <a16:creationId xmlns:a16="http://schemas.microsoft.com/office/drawing/2014/main" id="{978B060E-A36E-2987-CDC6-4BDF968FCEF8}"/>
                </a:ext>
              </a:extLst>
            </p:cNvPr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38">
              <a:extLst>
                <a:ext uri="{FF2B5EF4-FFF2-40B4-BE49-F238E27FC236}">
                  <a16:creationId xmlns:a16="http://schemas.microsoft.com/office/drawing/2014/main" id="{FACBAD84-4D0F-4D28-BDD4-BF1D3A310F29}"/>
                </a:ext>
              </a:extLst>
            </p:cNvPr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38">
              <a:extLst>
                <a:ext uri="{FF2B5EF4-FFF2-40B4-BE49-F238E27FC236}">
                  <a16:creationId xmlns:a16="http://schemas.microsoft.com/office/drawing/2014/main" id="{41EC158C-5134-7CCB-8C87-71AE67CDA4A1}"/>
                </a:ext>
              </a:extLst>
            </p:cNvPr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14" name="Google Shape;2914;p38">
            <a:extLst>
              <a:ext uri="{FF2B5EF4-FFF2-40B4-BE49-F238E27FC236}">
                <a16:creationId xmlns:a16="http://schemas.microsoft.com/office/drawing/2014/main" id="{87AAD873-1878-0C90-D3C2-5806B7E032BC}"/>
              </a:ext>
            </a:extLst>
          </p:cNvPr>
          <p:cNvGrpSpPr/>
          <p:nvPr/>
        </p:nvGrpSpPr>
        <p:grpSpPr>
          <a:xfrm>
            <a:off x="6100653" y="374114"/>
            <a:ext cx="1105976" cy="133969"/>
            <a:chOff x="8183182" y="663852"/>
            <a:chExt cx="1475028" cy="178673"/>
          </a:xfrm>
        </p:grpSpPr>
        <p:grpSp>
          <p:nvGrpSpPr>
            <p:cNvPr id="2915" name="Google Shape;2915;p38">
              <a:extLst>
                <a:ext uri="{FF2B5EF4-FFF2-40B4-BE49-F238E27FC236}">
                  <a16:creationId xmlns:a16="http://schemas.microsoft.com/office/drawing/2014/main" id="{7F8420AD-69CF-8386-838F-68DE5DCD7D48}"/>
                </a:ext>
              </a:extLst>
            </p:cNvPr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916" name="Google Shape;2916;p38">
                <a:extLst>
                  <a:ext uri="{FF2B5EF4-FFF2-40B4-BE49-F238E27FC236}">
                    <a16:creationId xmlns:a16="http://schemas.microsoft.com/office/drawing/2014/main" id="{6856C633-BCB5-B352-4A2B-5A63A2A4FBB5}"/>
                  </a:ext>
                </a:extLst>
              </p:cNvPr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Google Shape;2917;p38">
                <a:extLst>
                  <a:ext uri="{FF2B5EF4-FFF2-40B4-BE49-F238E27FC236}">
                    <a16:creationId xmlns:a16="http://schemas.microsoft.com/office/drawing/2014/main" id="{0BFEC283-D651-A2BE-4322-E7C928678695}"/>
                  </a:ext>
                </a:extLst>
              </p:cNvPr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Google Shape;2918;p38">
                <a:extLst>
                  <a:ext uri="{FF2B5EF4-FFF2-40B4-BE49-F238E27FC236}">
                    <a16:creationId xmlns:a16="http://schemas.microsoft.com/office/drawing/2014/main" id="{6D7A894F-A23F-C8E6-22F4-200A1C243C5C}"/>
                  </a:ext>
                </a:extLst>
              </p:cNvPr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Google Shape;2919;p38">
                <a:extLst>
                  <a:ext uri="{FF2B5EF4-FFF2-40B4-BE49-F238E27FC236}">
                    <a16:creationId xmlns:a16="http://schemas.microsoft.com/office/drawing/2014/main" id="{2BA7CAC1-DF56-9E9D-FBA9-928ECE2E6CC4}"/>
                  </a:ext>
                </a:extLst>
              </p:cNvPr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Google Shape;2920;p38">
                <a:extLst>
                  <a:ext uri="{FF2B5EF4-FFF2-40B4-BE49-F238E27FC236}">
                    <a16:creationId xmlns:a16="http://schemas.microsoft.com/office/drawing/2014/main" id="{A0C39D0D-B59E-4E5F-608C-42C139E7B702}"/>
                  </a:ext>
                </a:extLst>
              </p:cNvPr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Google Shape;2921;p38">
                <a:extLst>
                  <a:ext uri="{FF2B5EF4-FFF2-40B4-BE49-F238E27FC236}">
                    <a16:creationId xmlns:a16="http://schemas.microsoft.com/office/drawing/2014/main" id="{3D72339C-DA05-A85D-EFCF-DFADB9A9B0A4}"/>
                  </a:ext>
                </a:extLst>
              </p:cNvPr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Google Shape;2922;p38">
                <a:extLst>
                  <a:ext uri="{FF2B5EF4-FFF2-40B4-BE49-F238E27FC236}">
                    <a16:creationId xmlns:a16="http://schemas.microsoft.com/office/drawing/2014/main" id="{BDB6ECC0-4A53-DADD-EBCE-9E7271CA2724}"/>
                  </a:ext>
                </a:extLst>
              </p:cNvPr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Google Shape;2923;p38">
                <a:extLst>
                  <a:ext uri="{FF2B5EF4-FFF2-40B4-BE49-F238E27FC236}">
                    <a16:creationId xmlns:a16="http://schemas.microsoft.com/office/drawing/2014/main" id="{E25F9B59-5C2C-9972-E86B-94712D3CFFBD}"/>
                  </a:ext>
                </a:extLst>
              </p:cNvPr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Google Shape;2924;p38">
                <a:extLst>
                  <a:ext uri="{FF2B5EF4-FFF2-40B4-BE49-F238E27FC236}">
                    <a16:creationId xmlns:a16="http://schemas.microsoft.com/office/drawing/2014/main" id="{DAB1FD9E-7E7A-1B08-A78D-7E4DB55963D3}"/>
                  </a:ext>
                </a:extLst>
              </p:cNvPr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Google Shape;2925;p38">
                <a:extLst>
                  <a:ext uri="{FF2B5EF4-FFF2-40B4-BE49-F238E27FC236}">
                    <a16:creationId xmlns:a16="http://schemas.microsoft.com/office/drawing/2014/main" id="{F58736A8-1739-BFFA-382A-6AA4C1AF2E8B}"/>
                  </a:ext>
                </a:extLst>
              </p:cNvPr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26" name="Google Shape;2926;p38">
              <a:extLst>
                <a:ext uri="{FF2B5EF4-FFF2-40B4-BE49-F238E27FC236}">
                  <a16:creationId xmlns:a16="http://schemas.microsoft.com/office/drawing/2014/main" id="{D128EDC8-6879-4684-AE04-1E4A76ABF6C1}"/>
                </a:ext>
              </a:extLst>
            </p:cNvPr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27" name="Google Shape;2927;p38">
                <a:extLst>
                  <a:ext uri="{FF2B5EF4-FFF2-40B4-BE49-F238E27FC236}">
                    <a16:creationId xmlns:a16="http://schemas.microsoft.com/office/drawing/2014/main" id="{DAB9A58D-C94C-F7D9-F8B0-78B3121C38C1}"/>
                  </a:ext>
                </a:extLst>
              </p:cNvPr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Google Shape;2928;p38">
                <a:extLst>
                  <a:ext uri="{FF2B5EF4-FFF2-40B4-BE49-F238E27FC236}">
                    <a16:creationId xmlns:a16="http://schemas.microsoft.com/office/drawing/2014/main" id="{0B9DFECE-AB8D-788F-32F6-A485014429CE}"/>
                  </a:ext>
                </a:extLst>
              </p:cNvPr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Google Shape;2929;p38">
                <a:extLst>
                  <a:ext uri="{FF2B5EF4-FFF2-40B4-BE49-F238E27FC236}">
                    <a16:creationId xmlns:a16="http://schemas.microsoft.com/office/drawing/2014/main" id="{F0D637A9-B91C-3B4F-67FE-38C7D7411471}"/>
                  </a:ext>
                </a:extLst>
              </p:cNvPr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Google Shape;2930;p38">
                <a:extLst>
                  <a:ext uri="{FF2B5EF4-FFF2-40B4-BE49-F238E27FC236}">
                    <a16:creationId xmlns:a16="http://schemas.microsoft.com/office/drawing/2014/main" id="{01AE6938-2C82-585E-565A-DECDA4136B0C}"/>
                  </a:ext>
                </a:extLst>
              </p:cNvPr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Google Shape;2931;p38">
                <a:extLst>
                  <a:ext uri="{FF2B5EF4-FFF2-40B4-BE49-F238E27FC236}">
                    <a16:creationId xmlns:a16="http://schemas.microsoft.com/office/drawing/2014/main" id="{D4096330-81EA-CCDF-779E-4F8F15AACA42}"/>
                  </a:ext>
                </a:extLst>
              </p:cNvPr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Google Shape;2932;p38">
                <a:extLst>
                  <a:ext uri="{FF2B5EF4-FFF2-40B4-BE49-F238E27FC236}">
                    <a16:creationId xmlns:a16="http://schemas.microsoft.com/office/drawing/2014/main" id="{276CCB99-4FFC-F249-EAA3-732CF79F6EE5}"/>
                  </a:ext>
                </a:extLst>
              </p:cNvPr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Google Shape;2933;p38">
                <a:extLst>
                  <a:ext uri="{FF2B5EF4-FFF2-40B4-BE49-F238E27FC236}">
                    <a16:creationId xmlns:a16="http://schemas.microsoft.com/office/drawing/2014/main" id="{8A87B25E-3CD0-D683-38EC-8E8075FE4191}"/>
                  </a:ext>
                </a:extLst>
              </p:cNvPr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Google Shape;2934;p38">
                <a:extLst>
                  <a:ext uri="{FF2B5EF4-FFF2-40B4-BE49-F238E27FC236}">
                    <a16:creationId xmlns:a16="http://schemas.microsoft.com/office/drawing/2014/main" id="{E833240D-8B04-D0E3-512C-EB95082FF362}"/>
                  </a:ext>
                </a:extLst>
              </p:cNvPr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Google Shape;2935;p38">
                <a:extLst>
                  <a:ext uri="{FF2B5EF4-FFF2-40B4-BE49-F238E27FC236}">
                    <a16:creationId xmlns:a16="http://schemas.microsoft.com/office/drawing/2014/main" id="{179EF800-A13F-5D56-506A-BF2FE33CECFE}"/>
                  </a:ext>
                </a:extLst>
              </p:cNvPr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Google Shape;2936;p38">
                <a:extLst>
                  <a:ext uri="{FF2B5EF4-FFF2-40B4-BE49-F238E27FC236}">
                    <a16:creationId xmlns:a16="http://schemas.microsoft.com/office/drawing/2014/main" id="{DA498783-B6EB-EA79-F839-691A6C73FFC3}"/>
                  </a:ext>
                </a:extLst>
              </p:cNvPr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2937" name="Google Shape;2937;p38">
            <a:extLst>
              <a:ext uri="{FF2B5EF4-FFF2-40B4-BE49-F238E27FC236}">
                <a16:creationId xmlns:a16="http://schemas.microsoft.com/office/drawing/2014/main" id="{4A2C8061-BBFC-8817-F805-D533187B1363}"/>
              </a:ext>
            </a:extLst>
          </p:cNvPr>
          <p:cNvGrpSpPr/>
          <p:nvPr/>
        </p:nvGrpSpPr>
        <p:grpSpPr>
          <a:xfrm rot="5400000">
            <a:off x="7199453" y="4664425"/>
            <a:ext cx="98902" cy="553090"/>
            <a:chOff x="4898850" y="4820550"/>
            <a:chExt cx="98902" cy="553090"/>
          </a:xfrm>
        </p:grpSpPr>
        <p:sp>
          <p:nvSpPr>
            <p:cNvPr id="2938" name="Google Shape;2938;p38">
              <a:extLst>
                <a:ext uri="{FF2B5EF4-FFF2-40B4-BE49-F238E27FC236}">
                  <a16:creationId xmlns:a16="http://schemas.microsoft.com/office/drawing/2014/main" id="{F824A7C8-5D03-D0A4-4D6A-5B2D2EB518AE}"/>
                </a:ext>
              </a:extLst>
            </p:cNvPr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38">
              <a:extLst>
                <a:ext uri="{FF2B5EF4-FFF2-40B4-BE49-F238E27FC236}">
                  <a16:creationId xmlns:a16="http://schemas.microsoft.com/office/drawing/2014/main" id="{F3309908-C1ED-A11E-DB08-FA82D86BE519}"/>
                </a:ext>
              </a:extLst>
            </p:cNvPr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38">
              <a:extLst>
                <a:ext uri="{FF2B5EF4-FFF2-40B4-BE49-F238E27FC236}">
                  <a16:creationId xmlns:a16="http://schemas.microsoft.com/office/drawing/2014/main" id="{3428D2E9-2C73-FF53-37E3-9FE73D07F505}"/>
                </a:ext>
              </a:extLst>
            </p:cNvPr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38">
              <a:extLst>
                <a:ext uri="{FF2B5EF4-FFF2-40B4-BE49-F238E27FC236}">
                  <a16:creationId xmlns:a16="http://schemas.microsoft.com/office/drawing/2014/main" id="{9A54FC34-BA84-0B0A-B4D0-F6D6C0B2B84E}"/>
                </a:ext>
              </a:extLst>
            </p:cNvPr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38">
              <a:extLst>
                <a:ext uri="{FF2B5EF4-FFF2-40B4-BE49-F238E27FC236}">
                  <a16:creationId xmlns:a16="http://schemas.microsoft.com/office/drawing/2014/main" id="{2B9AE43B-113A-586F-173F-A0F06B278D59}"/>
                </a:ext>
              </a:extLst>
            </p:cNvPr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2883;p38">
            <a:extLst>
              <a:ext uri="{FF2B5EF4-FFF2-40B4-BE49-F238E27FC236}">
                <a16:creationId xmlns:a16="http://schemas.microsoft.com/office/drawing/2014/main" id="{5F7DB139-1479-FD4D-0EDF-72246F4306C4}"/>
              </a:ext>
            </a:extLst>
          </p:cNvPr>
          <p:cNvSpPr txBox="1">
            <a:spLocks/>
          </p:cNvSpPr>
          <p:nvPr/>
        </p:nvSpPr>
        <p:spPr>
          <a:xfrm>
            <a:off x="1341207" y="356482"/>
            <a:ext cx="4431967" cy="379665"/>
          </a:xfrm>
          <a:prstGeom prst="rect">
            <a:avLst/>
          </a:prstGeom>
          <a:noFill/>
          <a:ln>
            <a:noFill/>
          </a:ln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50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r>
              <a:rPr lang="es-PE" sz="3200" dirty="0">
                <a:solidFill>
                  <a:schemeClr val="accent2"/>
                </a:solidFill>
              </a:rPr>
              <a:t>Registro de Usuarios</a:t>
            </a:r>
            <a:endParaRPr lang="es-ES" sz="3200" dirty="0">
              <a:solidFill>
                <a:schemeClr val="accent2"/>
              </a:solidFill>
            </a:endParaRPr>
          </a:p>
        </p:txBody>
      </p:sp>
      <p:pic>
        <p:nvPicPr>
          <p:cNvPr id="15" name="Imagen 14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D1B65365-AA09-AE4F-B8C9-3E9EBDA8EF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4676" y="825760"/>
            <a:ext cx="6074367" cy="342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4047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5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1">
          <a:extLst>
            <a:ext uri="{FF2B5EF4-FFF2-40B4-BE49-F238E27FC236}">
              <a16:creationId xmlns:a16="http://schemas.microsoft.com/office/drawing/2014/main" id="{1423CFE8-2A3F-196D-71B6-6850B88EB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Penguin | Club Penguin Rewritten Wiki | Fandom">
            <a:extLst>
              <a:ext uri="{FF2B5EF4-FFF2-40B4-BE49-F238E27FC236}">
                <a16:creationId xmlns:a16="http://schemas.microsoft.com/office/drawing/2014/main" id="{65AA2B1A-9B2C-750D-9A60-A18888197A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2550" y="398855"/>
            <a:ext cx="3858900" cy="4345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86" name="Google Shape;2886;p38">
            <a:extLst>
              <a:ext uri="{FF2B5EF4-FFF2-40B4-BE49-F238E27FC236}">
                <a16:creationId xmlns:a16="http://schemas.microsoft.com/office/drawing/2014/main" id="{26561735-7299-A515-260D-63EAD7E7B551}"/>
              </a:ext>
            </a:extLst>
          </p:cNvPr>
          <p:cNvGrpSpPr/>
          <p:nvPr/>
        </p:nvGrpSpPr>
        <p:grpSpPr>
          <a:xfrm rot="-5400000">
            <a:off x="2823215" y="-792437"/>
            <a:ext cx="1823016" cy="296643"/>
            <a:chOff x="7857346" y="3902355"/>
            <a:chExt cx="1823016" cy="296643"/>
          </a:xfrm>
        </p:grpSpPr>
        <p:sp>
          <p:nvSpPr>
            <p:cNvPr id="2887" name="Google Shape;2887;p38">
              <a:extLst>
                <a:ext uri="{FF2B5EF4-FFF2-40B4-BE49-F238E27FC236}">
                  <a16:creationId xmlns:a16="http://schemas.microsoft.com/office/drawing/2014/main" id="{05152222-2387-5831-4318-935A485E9230}"/>
                </a:ext>
              </a:extLst>
            </p:cNvPr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38">
              <a:extLst>
                <a:ext uri="{FF2B5EF4-FFF2-40B4-BE49-F238E27FC236}">
                  <a16:creationId xmlns:a16="http://schemas.microsoft.com/office/drawing/2014/main" id="{46AC62B6-7FCD-055A-4BAC-A95DC68A9FAC}"/>
                </a:ext>
              </a:extLst>
            </p:cNvPr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38">
              <a:extLst>
                <a:ext uri="{FF2B5EF4-FFF2-40B4-BE49-F238E27FC236}">
                  <a16:creationId xmlns:a16="http://schemas.microsoft.com/office/drawing/2014/main" id="{431BE834-7BF9-2DDE-E50D-CF4EEA19B746}"/>
                </a:ext>
              </a:extLst>
            </p:cNvPr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38">
              <a:extLst>
                <a:ext uri="{FF2B5EF4-FFF2-40B4-BE49-F238E27FC236}">
                  <a16:creationId xmlns:a16="http://schemas.microsoft.com/office/drawing/2014/main" id="{971F24E0-8C24-DE8A-925C-93FA947F2D9F}"/>
                </a:ext>
              </a:extLst>
            </p:cNvPr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38">
              <a:extLst>
                <a:ext uri="{FF2B5EF4-FFF2-40B4-BE49-F238E27FC236}">
                  <a16:creationId xmlns:a16="http://schemas.microsoft.com/office/drawing/2014/main" id="{DC5567AF-E14F-E227-78B1-1127BEA2A4A6}"/>
                </a:ext>
              </a:extLst>
            </p:cNvPr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38">
              <a:extLst>
                <a:ext uri="{FF2B5EF4-FFF2-40B4-BE49-F238E27FC236}">
                  <a16:creationId xmlns:a16="http://schemas.microsoft.com/office/drawing/2014/main" id="{34AEEC81-2EE3-427A-1C02-4405D7EC27CD}"/>
                </a:ext>
              </a:extLst>
            </p:cNvPr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3" name="Google Shape;2893;p38">
            <a:extLst>
              <a:ext uri="{FF2B5EF4-FFF2-40B4-BE49-F238E27FC236}">
                <a16:creationId xmlns:a16="http://schemas.microsoft.com/office/drawing/2014/main" id="{554F3898-FD35-DBB4-C84E-670DD060380C}"/>
              </a:ext>
            </a:extLst>
          </p:cNvPr>
          <p:cNvGrpSpPr/>
          <p:nvPr/>
        </p:nvGrpSpPr>
        <p:grpSpPr>
          <a:xfrm rot="5400000">
            <a:off x="387104" y="1328080"/>
            <a:ext cx="98902" cy="553090"/>
            <a:chOff x="4898850" y="4820550"/>
            <a:chExt cx="98902" cy="553090"/>
          </a:xfrm>
        </p:grpSpPr>
        <p:sp>
          <p:nvSpPr>
            <p:cNvPr id="2894" name="Google Shape;2894;p38">
              <a:extLst>
                <a:ext uri="{FF2B5EF4-FFF2-40B4-BE49-F238E27FC236}">
                  <a16:creationId xmlns:a16="http://schemas.microsoft.com/office/drawing/2014/main" id="{1D400353-5EE3-EB3D-0339-640ECB1C6F74}"/>
                </a:ext>
              </a:extLst>
            </p:cNvPr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38">
              <a:extLst>
                <a:ext uri="{FF2B5EF4-FFF2-40B4-BE49-F238E27FC236}">
                  <a16:creationId xmlns:a16="http://schemas.microsoft.com/office/drawing/2014/main" id="{4078A68A-F6FA-13EB-CE0C-6A44543F2C94}"/>
                </a:ext>
              </a:extLst>
            </p:cNvPr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38">
              <a:extLst>
                <a:ext uri="{FF2B5EF4-FFF2-40B4-BE49-F238E27FC236}">
                  <a16:creationId xmlns:a16="http://schemas.microsoft.com/office/drawing/2014/main" id="{EC71C993-4B05-5D19-A439-FAD106B07788}"/>
                </a:ext>
              </a:extLst>
            </p:cNvPr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38">
              <a:extLst>
                <a:ext uri="{FF2B5EF4-FFF2-40B4-BE49-F238E27FC236}">
                  <a16:creationId xmlns:a16="http://schemas.microsoft.com/office/drawing/2014/main" id="{2F04BEAA-4F64-41E1-8FE2-A2BA24FD4094}"/>
                </a:ext>
              </a:extLst>
            </p:cNvPr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38">
              <a:extLst>
                <a:ext uri="{FF2B5EF4-FFF2-40B4-BE49-F238E27FC236}">
                  <a16:creationId xmlns:a16="http://schemas.microsoft.com/office/drawing/2014/main" id="{9213945B-4AA5-3929-A127-BF60B0733EE8}"/>
                </a:ext>
              </a:extLst>
            </p:cNvPr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9" name="Google Shape;2899;p38">
            <a:extLst>
              <a:ext uri="{FF2B5EF4-FFF2-40B4-BE49-F238E27FC236}">
                <a16:creationId xmlns:a16="http://schemas.microsoft.com/office/drawing/2014/main" id="{84B51884-897F-661E-B931-65EED9C7DA3B}"/>
              </a:ext>
            </a:extLst>
          </p:cNvPr>
          <p:cNvGrpSpPr/>
          <p:nvPr/>
        </p:nvGrpSpPr>
        <p:grpSpPr>
          <a:xfrm>
            <a:off x="601455" y="4866019"/>
            <a:ext cx="1252897" cy="51000"/>
            <a:chOff x="2915381" y="4104819"/>
            <a:chExt cx="1252897" cy="51000"/>
          </a:xfrm>
        </p:grpSpPr>
        <p:sp>
          <p:nvSpPr>
            <p:cNvPr id="2900" name="Google Shape;2900;p38">
              <a:extLst>
                <a:ext uri="{FF2B5EF4-FFF2-40B4-BE49-F238E27FC236}">
                  <a16:creationId xmlns:a16="http://schemas.microsoft.com/office/drawing/2014/main" id="{2D3B0572-4B83-8C7F-2F9E-9E3C6C959AFC}"/>
                </a:ext>
              </a:extLst>
            </p:cNvPr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38">
              <a:extLst>
                <a:ext uri="{FF2B5EF4-FFF2-40B4-BE49-F238E27FC236}">
                  <a16:creationId xmlns:a16="http://schemas.microsoft.com/office/drawing/2014/main" id="{25DEA36D-1D08-DF4C-C302-DE3DA7E8B3DA}"/>
                </a:ext>
              </a:extLst>
            </p:cNvPr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38">
              <a:extLst>
                <a:ext uri="{FF2B5EF4-FFF2-40B4-BE49-F238E27FC236}">
                  <a16:creationId xmlns:a16="http://schemas.microsoft.com/office/drawing/2014/main" id="{3DEBFF99-F216-540E-7329-79BA269C67E1}"/>
                </a:ext>
              </a:extLst>
            </p:cNvPr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38">
              <a:extLst>
                <a:ext uri="{FF2B5EF4-FFF2-40B4-BE49-F238E27FC236}">
                  <a16:creationId xmlns:a16="http://schemas.microsoft.com/office/drawing/2014/main" id="{C95D67A5-4CDE-5D1A-A3A4-92C45C0A6265}"/>
                </a:ext>
              </a:extLst>
            </p:cNvPr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38">
              <a:extLst>
                <a:ext uri="{FF2B5EF4-FFF2-40B4-BE49-F238E27FC236}">
                  <a16:creationId xmlns:a16="http://schemas.microsoft.com/office/drawing/2014/main" id="{54C21D69-C224-B4AE-67FB-622963E563DD}"/>
                </a:ext>
              </a:extLst>
            </p:cNvPr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38">
              <a:extLst>
                <a:ext uri="{FF2B5EF4-FFF2-40B4-BE49-F238E27FC236}">
                  <a16:creationId xmlns:a16="http://schemas.microsoft.com/office/drawing/2014/main" id="{27887B60-22B8-4562-197E-4E07DE5998D2}"/>
                </a:ext>
              </a:extLst>
            </p:cNvPr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38">
              <a:extLst>
                <a:ext uri="{FF2B5EF4-FFF2-40B4-BE49-F238E27FC236}">
                  <a16:creationId xmlns:a16="http://schemas.microsoft.com/office/drawing/2014/main" id="{1F6988B1-0DD6-8977-6878-DB57D6FD4227}"/>
                </a:ext>
              </a:extLst>
            </p:cNvPr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38">
              <a:extLst>
                <a:ext uri="{FF2B5EF4-FFF2-40B4-BE49-F238E27FC236}">
                  <a16:creationId xmlns:a16="http://schemas.microsoft.com/office/drawing/2014/main" id="{089E2289-2811-4CF6-CA69-48346FB5316C}"/>
                </a:ext>
              </a:extLst>
            </p:cNvPr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38">
              <a:extLst>
                <a:ext uri="{FF2B5EF4-FFF2-40B4-BE49-F238E27FC236}">
                  <a16:creationId xmlns:a16="http://schemas.microsoft.com/office/drawing/2014/main" id="{985B1E65-B2B7-34BA-000D-6423C320AE53}"/>
                </a:ext>
              </a:extLst>
            </p:cNvPr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38">
              <a:extLst>
                <a:ext uri="{FF2B5EF4-FFF2-40B4-BE49-F238E27FC236}">
                  <a16:creationId xmlns:a16="http://schemas.microsoft.com/office/drawing/2014/main" id="{1C488EA1-E7C9-21DD-A11D-70CEC7C6CD1E}"/>
                </a:ext>
              </a:extLst>
            </p:cNvPr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38">
              <a:extLst>
                <a:ext uri="{FF2B5EF4-FFF2-40B4-BE49-F238E27FC236}">
                  <a16:creationId xmlns:a16="http://schemas.microsoft.com/office/drawing/2014/main" id="{826577AD-F97D-4EFA-BE46-E38A24C32828}"/>
                </a:ext>
              </a:extLst>
            </p:cNvPr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38">
              <a:extLst>
                <a:ext uri="{FF2B5EF4-FFF2-40B4-BE49-F238E27FC236}">
                  <a16:creationId xmlns:a16="http://schemas.microsoft.com/office/drawing/2014/main" id="{94A9CE0A-CC26-7A2C-C604-5F653544BC6B}"/>
                </a:ext>
              </a:extLst>
            </p:cNvPr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38">
              <a:extLst>
                <a:ext uri="{FF2B5EF4-FFF2-40B4-BE49-F238E27FC236}">
                  <a16:creationId xmlns:a16="http://schemas.microsoft.com/office/drawing/2014/main" id="{CA42D9FA-F327-A38B-AB77-852B0D9A8244}"/>
                </a:ext>
              </a:extLst>
            </p:cNvPr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38">
              <a:extLst>
                <a:ext uri="{FF2B5EF4-FFF2-40B4-BE49-F238E27FC236}">
                  <a16:creationId xmlns:a16="http://schemas.microsoft.com/office/drawing/2014/main" id="{88CE90F4-6CA0-0F70-D300-D46837247217}"/>
                </a:ext>
              </a:extLst>
            </p:cNvPr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14" name="Google Shape;2914;p38">
            <a:extLst>
              <a:ext uri="{FF2B5EF4-FFF2-40B4-BE49-F238E27FC236}">
                <a16:creationId xmlns:a16="http://schemas.microsoft.com/office/drawing/2014/main" id="{98B5C70A-F217-85A6-E601-F6E72A92879F}"/>
              </a:ext>
            </a:extLst>
          </p:cNvPr>
          <p:cNvGrpSpPr/>
          <p:nvPr/>
        </p:nvGrpSpPr>
        <p:grpSpPr>
          <a:xfrm>
            <a:off x="6100653" y="374114"/>
            <a:ext cx="1105976" cy="133969"/>
            <a:chOff x="8183182" y="663852"/>
            <a:chExt cx="1475028" cy="178673"/>
          </a:xfrm>
        </p:grpSpPr>
        <p:grpSp>
          <p:nvGrpSpPr>
            <p:cNvPr id="2915" name="Google Shape;2915;p38">
              <a:extLst>
                <a:ext uri="{FF2B5EF4-FFF2-40B4-BE49-F238E27FC236}">
                  <a16:creationId xmlns:a16="http://schemas.microsoft.com/office/drawing/2014/main" id="{5DE2FE9A-61B0-022C-E8FE-92750FC06632}"/>
                </a:ext>
              </a:extLst>
            </p:cNvPr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916" name="Google Shape;2916;p38">
                <a:extLst>
                  <a:ext uri="{FF2B5EF4-FFF2-40B4-BE49-F238E27FC236}">
                    <a16:creationId xmlns:a16="http://schemas.microsoft.com/office/drawing/2014/main" id="{8C62181F-61FA-4F8E-E021-7241E971324F}"/>
                  </a:ext>
                </a:extLst>
              </p:cNvPr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Google Shape;2917;p38">
                <a:extLst>
                  <a:ext uri="{FF2B5EF4-FFF2-40B4-BE49-F238E27FC236}">
                    <a16:creationId xmlns:a16="http://schemas.microsoft.com/office/drawing/2014/main" id="{EF3C1594-771C-771E-0FEA-EDAD3AA6D076}"/>
                  </a:ext>
                </a:extLst>
              </p:cNvPr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Google Shape;2918;p38">
                <a:extLst>
                  <a:ext uri="{FF2B5EF4-FFF2-40B4-BE49-F238E27FC236}">
                    <a16:creationId xmlns:a16="http://schemas.microsoft.com/office/drawing/2014/main" id="{236B107B-9DB1-A2E8-4B5E-15CDD2AF4F5E}"/>
                  </a:ext>
                </a:extLst>
              </p:cNvPr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Google Shape;2919;p38">
                <a:extLst>
                  <a:ext uri="{FF2B5EF4-FFF2-40B4-BE49-F238E27FC236}">
                    <a16:creationId xmlns:a16="http://schemas.microsoft.com/office/drawing/2014/main" id="{B4A58E9B-53F2-959A-33F7-55CFA5DAFDAC}"/>
                  </a:ext>
                </a:extLst>
              </p:cNvPr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Google Shape;2920;p38">
                <a:extLst>
                  <a:ext uri="{FF2B5EF4-FFF2-40B4-BE49-F238E27FC236}">
                    <a16:creationId xmlns:a16="http://schemas.microsoft.com/office/drawing/2014/main" id="{783D4DB8-FFD0-5A57-404A-AC4E4B7B2971}"/>
                  </a:ext>
                </a:extLst>
              </p:cNvPr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Google Shape;2921;p38">
                <a:extLst>
                  <a:ext uri="{FF2B5EF4-FFF2-40B4-BE49-F238E27FC236}">
                    <a16:creationId xmlns:a16="http://schemas.microsoft.com/office/drawing/2014/main" id="{0ECF974C-B66A-AD91-6461-958C960BC9C1}"/>
                  </a:ext>
                </a:extLst>
              </p:cNvPr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Google Shape;2922;p38">
                <a:extLst>
                  <a:ext uri="{FF2B5EF4-FFF2-40B4-BE49-F238E27FC236}">
                    <a16:creationId xmlns:a16="http://schemas.microsoft.com/office/drawing/2014/main" id="{E9C6A593-76DC-3546-E127-98D7017DB301}"/>
                  </a:ext>
                </a:extLst>
              </p:cNvPr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Google Shape;2923;p38">
                <a:extLst>
                  <a:ext uri="{FF2B5EF4-FFF2-40B4-BE49-F238E27FC236}">
                    <a16:creationId xmlns:a16="http://schemas.microsoft.com/office/drawing/2014/main" id="{E23CE15D-2E63-14E6-B551-2CD116A8DE33}"/>
                  </a:ext>
                </a:extLst>
              </p:cNvPr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Google Shape;2924;p38">
                <a:extLst>
                  <a:ext uri="{FF2B5EF4-FFF2-40B4-BE49-F238E27FC236}">
                    <a16:creationId xmlns:a16="http://schemas.microsoft.com/office/drawing/2014/main" id="{738E7566-9989-A5E4-1404-E291D34A4844}"/>
                  </a:ext>
                </a:extLst>
              </p:cNvPr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Google Shape;2925;p38">
                <a:extLst>
                  <a:ext uri="{FF2B5EF4-FFF2-40B4-BE49-F238E27FC236}">
                    <a16:creationId xmlns:a16="http://schemas.microsoft.com/office/drawing/2014/main" id="{574F4968-E310-AEB7-3DE3-6B27195CC246}"/>
                  </a:ext>
                </a:extLst>
              </p:cNvPr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26" name="Google Shape;2926;p38">
              <a:extLst>
                <a:ext uri="{FF2B5EF4-FFF2-40B4-BE49-F238E27FC236}">
                  <a16:creationId xmlns:a16="http://schemas.microsoft.com/office/drawing/2014/main" id="{0F543732-2BE3-DA51-EBFB-69A215CA62C3}"/>
                </a:ext>
              </a:extLst>
            </p:cNvPr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27" name="Google Shape;2927;p38">
                <a:extLst>
                  <a:ext uri="{FF2B5EF4-FFF2-40B4-BE49-F238E27FC236}">
                    <a16:creationId xmlns:a16="http://schemas.microsoft.com/office/drawing/2014/main" id="{9C9B67A3-89B2-2A89-782F-9ADFC9A0857A}"/>
                  </a:ext>
                </a:extLst>
              </p:cNvPr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Google Shape;2928;p38">
                <a:extLst>
                  <a:ext uri="{FF2B5EF4-FFF2-40B4-BE49-F238E27FC236}">
                    <a16:creationId xmlns:a16="http://schemas.microsoft.com/office/drawing/2014/main" id="{A73681FE-231E-6B35-081F-D9D379C058FB}"/>
                  </a:ext>
                </a:extLst>
              </p:cNvPr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Google Shape;2929;p38">
                <a:extLst>
                  <a:ext uri="{FF2B5EF4-FFF2-40B4-BE49-F238E27FC236}">
                    <a16:creationId xmlns:a16="http://schemas.microsoft.com/office/drawing/2014/main" id="{458558A0-3558-E636-76BD-F94DAECB2C19}"/>
                  </a:ext>
                </a:extLst>
              </p:cNvPr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Google Shape;2930;p38">
                <a:extLst>
                  <a:ext uri="{FF2B5EF4-FFF2-40B4-BE49-F238E27FC236}">
                    <a16:creationId xmlns:a16="http://schemas.microsoft.com/office/drawing/2014/main" id="{59680BFD-CE2F-D03C-2964-7151F54D9CAA}"/>
                  </a:ext>
                </a:extLst>
              </p:cNvPr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Google Shape;2931;p38">
                <a:extLst>
                  <a:ext uri="{FF2B5EF4-FFF2-40B4-BE49-F238E27FC236}">
                    <a16:creationId xmlns:a16="http://schemas.microsoft.com/office/drawing/2014/main" id="{28E7849D-2D9E-DC32-BE97-26387CB957BD}"/>
                  </a:ext>
                </a:extLst>
              </p:cNvPr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Google Shape;2932;p38">
                <a:extLst>
                  <a:ext uri="{FF2B5EF4-FFF2-40B4-BE49-F238E27FC236}">
                    <a16:creationId xmlns:a16="http://schemas.microsoft.com/office/drawing/2014/main" id="{A852480E-EC37-45DF-1FAF-155859B1A05E}"/>
                  </a:ext>
                </a:extLst>
              </p:cNvPr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Google Shape;2933;p38">
                <a:extLst>
                  <a:ext uri="{FF2B5EF4-FFF2-40B4-BE49-F238E27FC236}">
                    <a16:creationId xmlns:a16="http://schemas.microsoft.com/office/drawing/2014/main" id="{062CA49C-B781-AABC-F750-2CFE55CA3B50}"/>
                  </a:ext>
                </a:extLst>
              </p:cNvPr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Google Shape;2934;p38">
                <a:extLst>
                  <a:ext uri="{FF2B5EF4-FFF2-40B4-BE49-F238E27FC236}">
                    <a16:creationId xmlns:a16="http://schemas.microsoft.com/office/drawing/2014/main" id="{83DF45C5-AF2A-AC6B-016D-10DB4E1CFB9B}"/>
                  </a:ext>
                </a:extLst>
              </p:cNvPr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Google Shape;2935;p38">
                <a:extLst>
                  <a:ext uri="{FF2B5EF4-FFF2-40B4-BE49-F238E27FC236}">
                    <a16:creationId xmlns:a16="http://schemas.microsoft.com/office/drawing/2014/main" id="{4E2FE666-98DC-8593-9632-DF8EB9FC3E74}"/>
                  </a:ext>
                </a:extLst>
              </p:cNvPr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Google Shape;2936;p38">
                <a:extLst>
                  <a:ext uri="{FF2B5EF4-FFF2-40B4-BE49-F238E27FC236}">
                    <a16:creationId xmlns:a16="http://schemas.microsoft.com/office/drawing/2014/main" id="{2979403A-0F7D-3C97-A9F2-68DFD6BE3359}"/>
                  </a:ext>
                </a:extLst>
              </p:cNvPr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2937" name="Google Shape;2937;p38">
            <a:extLst>
              <a:ext uri="{FF2B5EF4-FFF2-40B4-BE49-F238E27FC236}">
                <a16:creationId xmlns:a16="http://schemas.microsoft.com/office/drawing/2014/main" id="{68808212-C014-5F3B-3C87-4EE9A210E665}"/>
              </a:ext>
            </a:extLst>
          </p:cNvPr>
          <p:cNvGrpSpPr/>
          <p:nvPr/>
        </p:nvGrpSpPr>
        <p:grpSpPr>
          <a:xfrm rot="5400000">
            <a:off x="7199453" y="4664425"/>
            <a:ext cx="98902" cy="553090"/>
            <a:chOff x="4898850" y="4820550"/>
            <a:chExt cx="98902" cy="553090"/>
          </a:xfrm>
        </p:grpSpPr>
        <p:sp>
          <p:nvSpPr>
            <p:cNvPr id="2938" name="Google Shape;2938;p38">
              <a:extLst>
                <a:ext uri="{FF2B5EF4-FFF2-40B4-BE49-F238E27FC236}">
                  <a16:creationId xmlns:a16="http://schemas.microsoft.com/office/drawing/2014/main" id="{A1001578-2733-4D22-2271-69D83C51BBCB}"/>
                </a:ext>
              </a:extLst>
            </p:cNvPr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38">
              <a:extLst>
                <a:ext uri="{FF2B5EF4-FFF2-40B4-BE49-F238E27FC236}">
                  <a16:creationId xmlns:a16="http://schemas.microsoft.com/office/drawing/2014/main" id="{5BA8B457-F73F-F412-5CC1-13D99443785A}"/>
                </a:ext>
              </a:extLst>
            </p:cNvPr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38">
              <a:extLst>
                <a:ext uri="{FF2B5EF4-FFF2-40B4-BE49-F238E27FC236}">
                  <a16:creationId xmlns:a16="http://schemas.microsoft.com/office/drawing/2014/main" id="{A368BE97-69CF-0E5F-8CC0-E59D3C7C8490}"/>
                </a:ext>
              </a:extLst>
            </p:cNvPr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38">
              <a:extLst>
                <a:ext uri="{FF2B5EF4-FFF2-40B4-BE49-F238E27FC236}">
                  <a16:creationId xmlns:a16="http://schemas.microsoft.com/office/drawing/2014/main" id="{5D12DC47-FB68-56F2-70CC-F0888E344539}"/>
                </a:ext>
              </a:extLst>
            </p:cNvPr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38">
              <a:extLst>
                <a:ext uri="{FF2B5EF4-FFF2-40B4-BE49-F238E27FC236}">
                  <a16:creationId xmlns:a16="http://schemas.microsoft.com/office/drawing/2014/main" id="{686919E7-382C-2F46-27A9-45F741F4A857}"/>
                </a:ext>
              </a:extLst>
            </p:cNvPr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2883;p38">
            <a:extLst>
              <a:ext uri="{FF2B5EF4-FFF2-40B4-BE49-F238E27FC236}">
                <a16:creationId xmlns:a16="http://schemas.microsoft.com/office/drawing/2014/main" id="{11471586-C8B7-9085-67AF-F43107098E64}"/>
              </a:ext>
            </a:extLst>
          </p:cNvPr>
          <p:cNvSpPr txBox="1">
            <a:spLocks/>
          </p:cNvSpPr>
          <p:nvPr/>
        </p:nvSpPr>
        <p:spPr>
          <a:xfrm>
            <a:off x="1207269" y="363509"/>
            <a:ext cx="4431967" cy="379665"/>
          </a:xfrm>
          <a:prstGeom prst="rect">
            <a:avLst/>
          </a:prstGeom>
          <a:noFill/>
          <a:ln>
            <a:noFill/>
          </a:ln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50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r>
              <a:rPr lang="es-PE" sz="3200" dirty="0">
                <a:solidFill>
                  <a:schemeClr val="accent2"/>
                </a:solidFill>
              </a:rPr>
              <a:t>Control de Asistencia</a:t>
            </a:r>
            <a:endParaRPr lang="es-ES" sz="3200" dirty="0">
              <a:solidFill>
                <a:schemeClr val="accent2"/>
              </a:solidFill>
            </a:endParaRPr>
          </a:p>
        </p:txBody>
      </p:sp>
      <p:pic>
        <p:nvPicPr>
          <p:cNvPr id="6" name="Imagen 5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20F3997F-0609-2B54-6027-C2D22E026E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4676" y="872544"/>
            <a:ext cx="6082804" cy="342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898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1">
          <a:extLst>
            <a:ext uri="{FF2B5EF4-FFF2-40B4-BE49-F238E27FC236}">
              <a16:creationId xmlns:a16="http://schemas.microsoft.com/office/drawing/2014/main" id="{CEA9C383-11C9-884E-B3E4-ED0334B5A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Penguin | Club Penguin Rewritten Wiki | Fandom">
            <a:extLst>
              <a:ext uri="{FF2B5EF4-FFF2-40B4-BE49-F238E27FC236}">
                <a16:creationId xmlns:a16="http://schemas.microsoft.com/office/drawing/2014/main" id="{F824C68B-F21D-C24A-7572-C24D9EEBE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2550" y="398855"/>
            <a:ext cx="3858900" cy="4345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86" name="Google Shape;2886;p38">
            <a:extLst>
              <a:ext uri="{FF2B5EF4-FFF2-40B4-BE49-F238E27FC236}">
                <a16:creationId xmlns:a16="http://schemas.microsoft.com/office/drawing/2014/main" id="{BE70206C-7A24-DA6E-730A-651B6F5C707A}"/>
              </a:ext>
            </a:extLst>
          </p:cNvPr>
          <p:cNvGrpSpPr/>
          <p:nvPr/>
        </p:nvGrpSpPr>
        <p:grpSpPr>
          <a:xfrm rot="-5400000">
            <a:off x="2823215" y="-792437"/>
            <a:ext cx="1823016" cy="296643"/>
            <a:chOff x="7857346" y="3902355"/>
            <a:chExt cx="1823016" cy="296643"/>
          </a:xfrm>
        </p:grpSpPr>
        <p:sp>
          <p:nvSpPr>
            <p:cNvPr id="2887" name="Google Shape;2887;p38">
              <a:extLst>
                <a:ext uri="{FF2B5EF4-FFF2-40B4-BE49-F238E27FC236}">
                  <a16:creationId xmlns:a16="http://schemas.microsoft.com/office/drawing/2014/main" id="{FA16C0E1-0473-23C3-6B28-D14E8C0813F5}"/>
                </a:ext>
              </a:extLst>
            </p:cNvPr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38">
              <a:extLst>
                <a:ext uri="{FF2B5EF4-FFF2-40B4-BE49-F238E27FC236}">
                  <a16:creationId xmlns:a16="http://schemas.microsoft.com/office/drawing/2014/main" id="{2C2EAA8F-E0CA-FE4F-2720-32DF69CCB265}"/>
                </a:ext>
              </a:extLst>
            </p:cNvPr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38">
              <a:extLst>
                <a:ext uri="{FF2B5EF4-FFF2-40B4-BE49-F238E27FC236}">
                  <a16:creationId xmlns:a16="http://schemas.microsoft.com/office/drawing/2014/main" id="{00D9C2EC-AFF4-38A5-8308-24AA0147F2FB}"/>
                </a:ext>
              </a:extLst>
            </p:cNvPr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38">
              <a:extLst>
                <a:ext uri="{FF2B5EF4-FFF2-40B4-BE49-F238E27FC236}">
                  <a16:creationId xmlns:a16="http://schemas.microsoft.com/office/drawing/2014/main" id="{3C049AE8-1381-8A99-A74A-6B7304F0CA54}"/>
                </a:ext>
              </a:extLst>
            </p:cNvPr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38">
              <a:extLst>
                <a:ext uri="{FF2B5EF4-FFF2-40B4-BE49-F238E27FC236}">
                  <a16:creationId xmlns:a16="http://schemas.microsoft.com/office/drawing/2014/main" id="{609A97B2-1E37-834B-B459-7D3B4D4B6576}"/>
                </a:ext>
              </a:extLst>
            </p:cNvPr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38">
              <a:extLst>
                <a:ext uri="{FF2B5EF4-FFF2-40B4-BE49-F238E27FC236}">
                  <a16:creationId xmlns:a16="http://schemas.microsoft.com/office/drawing/2014/main" id="{68D80E6E-205C-14C5-3A99-D6C5A757CBEA}"/>
                </a:ext>
              </a:extLst>
            </p:cNvPr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3" name="Google Shape;2893;p38">
            <a:extLst>
              <a:ext uri="{FF2B5EF4-FFF2-40B4-BE49-F238E27FC236}">
                <a16:creationId xmlns:a16="http://schemas.microsoft.com/office/drawing/2014/main" id="{3F266348-9773-A1E8-2D29-E5178BCA3F55}"/>
              </a:ext>
            </a:extLst>
          </p:cNvPr>
          <p:cNvGrpSpPr/>
          <p:nvPr/>
        </p:nvGrpSpPr>
        <p:grpSpPr>
          <a:xfrm rot="5400000">
            <a:off x="387104" y="1328080"/>
            <a:ext cx="98902" cy="553090"/>
            <a:chOff x="4898850" y="4820550"/>
            <a:chExt cx="98902" cy="553090"/>
          </a:xfrm>
        </p:grpSpPr>
        <p:sp>
          <p:nvSpPr>
            <p:cNvPr id="2894" name="Google Shape;2894;p38">
              <a:extLst>
                <a:ext uri="{FF2B5EF4-FFF2-40B4-BE49-F238E27FC236}">
                  <a16:creationId xmlns:a16="http://schemas.microsoft.com/office/drawing/2014/main" id="{0C0F0D4D-A400-3272-7CA2-888F6E0D2481}"/>
                </a:ext>
              </a:extLst>
            </p:cNvPr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38">
              <a:extLst>
                <a:ext uri="{FF2B5EF4-FFF2-40B4-BE49-F238E27FC236}">
                  <a16:creationId xmlns:a16="http://schemas.microsoft.com/office/drawing/2014/main" id="{599D6D7F-BCC0-E4CC-F94C-828CC435A359}"/>
                </a:ext>
              </a:extLst>
            </p:cNvPr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38">
              <a:extLst>
                <a:ext uri="{FF2B5EF4-FFF2-40B4-BE49-F238E27FC236}">
                  <a16:creationId xmlns:a16="http://schemas.microsoft.com/office/drawing/2014/main" id="{EA1042E8-CD97-FC25-9079-FECCA29BBB22}"/>
                </a:ext>
              </a:extLst>
            </p:cNvPr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38">
              <a:extLst>
                <a:ext uri="{FF2B5EF4-FFF2-40B4-BE49-F238E27FC236}">
                  <a16:creationId xmlns:a16="http://schemas.microsoft.com/office/drawing/2014/main" id="{1074C734-749D-5AEE-3410-DC917187E3BE}"/>
                </a:ext>
              </a:extLst>
            </p:cNvPr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38">
              <a:extLst>
                <a:ext uri="{FF2B5EF4-FFF2-40B4-BE49-F238E27FC236}">
                  <a16:creationId xmlns:a16="http://schemas.microsoft.com/office/drawing/2014/main" id="{68D28FD7-4860-D70E-CB35-D685D2B5433F}"/>
                </a:ext>
              </a:extLst>
            </p:cNvPr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9" name="Google Shape;2899;p38">
            <a:extLst>
              <a:ext uri="{FF2B5EF4-FFF2-40B4-BE49-F238E27FC236}">
                <a16:creationId xmlns:a16="http://schemas.microsoft.com/office/drawing/2014/main" id="{A8CEDD6A-8F0F-6F90-526F-AC4E73FD93EA}"/>
              </a:ext>
            </a:extLst>
          </p:cNvPr>
          <p:cNvGrpSpPr/>
          <p:nvPr/>
        </p:nvGrpSpPr>
        <p:grpSpPr>
          <a:xfrm>
            <a:off x="601455" y="4866019"/>
            <a:ext cx="1252897" cy="51000"/>
            <a:chOff x="2915381" y="4104819"/>
            <a:chExt cx="1252897" cy="51000"/>
          </a:xfrm>
        </p:grpSpPr>
        <p:sp>
          <p:nvSpPr>
            <p:cNvPr id="2900" name="Google Shape;2900;p38">
              <a:extLst>
                <a:ext uri="{FF2B5EF4-FFF2-40B4-BE49-F238E27FC236}">
                  <a16:creationId xmlns:a16="http://schemas.microsoft.com/office/drawing/2014/main" id="{F05B5F3F-4C9E-AA7F-D3BD-C423FEF7C4F1}"/>
                </a:ext>
              </a:extLst>
            </p:cNvPr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38">
              <a:extLst>
                <a:ext uri="{FF2B5EF4-FFF2-40B4-BE49-F238E27FC236}">
                  <a16:creationId xmlns:a16="http://schemas.microsoft.com/office/drawing/2014/main" id="{8AA96A4B-14A1-38BD-3A2C-7FFACA2A64BA}"/>
                </a:ext>
              </a:extLst>
            </p:cNvPr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38">
              <a:extLst>
                <a:ext uri="{FF2B5EF4-FFF2-40B4-BE49-F238E27FC236}">
                  <a16:creationId xmlns:a16="http://schemas.microsoft.com/office/drawing/2014/main" id="{3CFBE090-0FCA-B879-D1E7-D79580196E6C}"/>
                </a:ext>
              </a:extLst>
            </p:cNvPr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38">
              <a:extLst>
                <a:ext uri="{FF2B5EF4-FFF2-40B4-BE49-F238E27FC236}">
                  <a16:creationId xmlns:a16="http://schemas.microsoft.com/office/drawing/2014/main" id="{09376467-186B-CF28-AA16-36C834FC6591}"/>
                </a:ext>
              </a:extLst>
            </p:cNvPr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38">
              <a:extLst>
                <a:ext uri="{FF2B5EF4-FFF2-40B4-BE49-F238E27FC236}">
                  <a16:creationId xmlns:a16="http://schemas.microsoft.com/office/drawing/2014/main" id="{644B0E43-DC3C-FBD9-6F89-317DF9E2EE6C}"/>
                </a:ext>
              </a:extLst>
            </p:cNvPr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38">
              <a:extLst>
                <a:ext uri="{FF2B5EF4-FFF2-40B4-BE49-F238E27FC236}">
                  <a16:creationId xmlns:a16="http://schemas.microsoft.com/office/drawing/2014/main" id="{AACB146E-1C41-789A-72C6-47F682109064}"/>
                </a:ext>
              </a:extLst>
            </p:cNvPr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38">
              <a:extLst>
                <a:ext uri="{FF2B5EF4-FFF2-40B4-BE49-F238E27FC236}">
                  <a16:creationId xmlns:a16="http://schemas.microsoft.com/office/drawing/2014/main" id="{2BCEFA0D-4C53-1A69-D318-B421261DCAF6}"/>
                </a:ext>
              </a:extLst>
            </p:cNvPr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38">
              <a:extLst>
                <a:ext uri="{FF2B5EF4-FFF2-40B4-BE49-F238E27FC236}">
                  <a16:creationId xmlns:a16="http://schemas.microsoft.com/office/drawing/2014/main" id="{2B9E6D02-8DE6-C171-820B-52142DA015AD}"/>
                </a:ext>
              </a:extLst>
            </p:cNvPr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38">
              <a:extLst>
                <a:ext uri="{FF2B5EF4-FFF2-40B4-BE49-F238E27FC236}">
                  <a16:creationId xmlns:a16="http://schemas.microsoft.com/office/drawing/2014/main" id="{2D8FE19D-3119-DC09-CD8C-0AA874391EC8}"/>
                </a:ext>
              </a:extLst>
            </p:cNvPr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38">
              <a:extLst>
                <a:ext uri="{FF2B5EF4-FFF2-40B4-BE49-F238E27FC236}">
                  <a16:creationId xmlns:a16="http://schemas.microsoft.com/office/drawing/2014/main" id="{12E9B22B-657B-3BB4-7302-5F106873E85E}"/>
                </a:ext>
              </a:extLst>
            </p:cNvPr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38">
              <a:extLst>
                <a:ext uri="{FF2B5EF4-FFF2-40B4-BE49-F238E27FC236}">
                  <a16:creationId xmlns:a16="http://schemas.microsoft.com/office/drawing/2014/main" id="{EC9FA7EC-ADD1-4FDF-3358-35D1EF36AA6D}"/>
                </a:ext>
              </a:extLst>
            </p:cNvPr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38">
              <a:extLst>
                <a:ext uri="{FF2B5EF4-FFF2-40B4-BE49-F238E27FC236}">
                  <a16:creationId xmlns:a16="http://schemas.microsoft.com/office/drawing/2014/main" id="{436738FE-8794-6DE9-DCD3-A06CB371CAD8}"/>
                </a:ext>
              </a:extLst>
            </p:cNvPr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38">
              <a:extLst>
                <a:ext uri="{FF2B5EF4-FFF2-40B4-BE49-F238E27FC236}">
                  <a16:creationId xmlns:a16="http://schemas.microsoft.com/office/drawing/2014/main" id="{3A9250C2-6107-F6DA-8C00-191B6096E4BC}"/>
                </a:ext>
              </a:extLst>
            </p:cNvPr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38">
              <a:extLst>
                <a:ext uri="{FF2B5EF4-FFF2-40B4-BE49-F238E27FC236}">
                  <a16:creationId xmlns:a16="http://schemas.microsoft.com/office/drawing/2014/main" id="{92F95972-3B0B-899E-8B93-FA2264871778}"/>
                </a:ext>
              </a:extLst>
            </p:cNvPr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14" name="Google Shape;2914;p38">
            <a:extLst>
              <a:ext uri="{FF2B5EF4-FFF2-40B4-BE49-F238E27FC236}">
                <a16:creationId xmlns:a16="http://schemas.microsoft.com/office/drawing/2014/main" id="{512660D5-B6BC-13F0-CF64-8C06BFAEE90A}"/>
              </a:ext>
            </a:extLst>
          </p:cNvPr>
          <p:cNvGrpSpPr/>
          <p:nvPr/>
        </p:nvGrpSpPr>
        <p:grpSpPr>
          <a:xfrm>
            <a:off x="6100653" y="374114"/>
            <a:ext cx="1105976" cy="133969"/>
            <a:chOff x="8183182" y="663852"/>
            <a:chExt cx="1475028" cy="178673"/>
          </a:xfrm>
        </p:grpSpPr>
        <p:grpSp>
          <p:nvGrpSpPr>
            <p:cNvPr id="2915" name="Google Shape;2915;p38">
              <a:extLst>
                <a:ext uri="{FF2B5EF4-FFF2-40B4-BE49-F238E27FC236}">
                  <a16:creationId xmlns:a16="http://schemas.microsoft.com/office/drawing/2014/main" id="{5C2D17B4-4FEC-6694-1FA9-381F9DF806F3}"/>
                </a:ext>
              </a:extLst>
            </p:cNvPr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916" name="Google Shape;2916;p38">
                <a:extLst>
                  <a:ext uri="{FF2B5EF4-FFF2-40B4-BE49-F238E27FC236}">
                    <a16:creationId xmlns:a16="http://schemas.microsoft.com/office/drawing/2014/main" id="{72225630-4E27-3C4C-5A26-9984BA9DAA8D}"/>
                  </a:ext>
                </a:extLst>
              </p:cNvPr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Google Shape;2917;p38">
                <a:extLst>
                  <a:ext uri="{FF2B5EF4-FFF2-40B4-BE49-F238E27FC236}">
                    <a16:creationId xmlns:a16="http://schemas.microsoft.com/office/drawing/2014/main" id="{C0B4F3CF-1735-7148-A045-D2BAB901AE92}"/>
                  </a:ext>
                </a:extLst>
              </p:cNvPr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Google Shape;2918;p38">
                <a:extLst>
                  <a:ext uri="{FF2B5EF4-FFF2-40B4-BE49-F238E27FC236}">
                    <a16:creationId xmlns:a16="http://schemas.microsoft.com/office/drawing/2014/main" id="{6EB2E8E1-4FF0-A35B-5C77-6ACF6223BB03}"/>
                  </a:ext>
                </a:extLst>
              </p:cNvPr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Google Shape;2919;p38">
                <a:extLst>
                  <a:ext uri="{FF2B5EF4-FFF2-40B4-BE49-F238E27FC236}">
                    <a16:creationId xmlns:a16="http://schemas.microsoft.com/office/drawing/2014/main" id="{6DA199DD-F2C0-7CD8-9EA4-206B1B7F0294}"/>
                  </a:ext>
                </a:extLst>
              </p:cNvPr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Google Shape;2920;p38">
                <a:extLst>
                  <a:ext uri="{FF2B5EF4-FFF2-40B4-BE49-F238E27FC236}">
                    <a16:creationId xmlns:a16="http://schemas.microsoft.com/office/drawing/2014/main" id="{1C6675E7-C86F-1452-B871-AB4762F197C6}"/>
                  </a:ext>
                </a:extLst>
              </p:cNvPr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Google Shape;2921;p38">
                <a:extLst>
                  <a:ext uri="{FF2B5EF4-FFF2-40B4-BE49-F238E27FC236}">
                    <a16:creationId xmlns:a16="http://schemas.microsoft.com/office/drawing/2014/main" id="{D0C1BCCA-33A2-D1EA-1ECD-4A23E5C69E3B}"/>
                  </a:ext>
                </a:extLst>
              </p:cNvPr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Google Shape;2922;p38">
                <a:extLst>
                  <a:ext uri="{FF2B5EF4-FFF2-40B4-BE49-F238E27FC236}">
                    <a16:creationId xmlns:a16="http://schemas.microsoft.com/office/drawing/2014/main" id="{36266D19-41D1-1AD2-0B23-6B89E593DD5B}"/>
                  </a:ext>
                </a:extLst>
              </p:cNvPr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Google Shape;2923;p38">
                <a:extLst>
                  <a:ext uri="{FF2B5EF4-FFF2-40B4-BE49-F238E27FC236}">
                    <a16:creationId xmlns:a16="http://schemas.microsoft.com/office/drawing/2014/main" id="{72B7CEC4-034A-6287-2DD6-0CD7240C3386}"/>
                  </a:ext>
                </a:extLst>
              </p:cNvPr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Google Shape;2924;p38">
                <a:extLst>
                  <a:ext uri="{FF2B5EF4-FFF2-40B4-BE49-F238E27FC236}">
                    <a16:creationId xmlns:a16="http://schemas.microsoft.com/office/drawing/2014/main" id="{BF59A024-8B23-DFD6-1ED0-E48B7CAF6D45}"/>
                  </a:ext>
                </a:extLst>
              </p:cNvPr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Google Shape;2925;p38">
                <a:extLst>
                  <a:ext uri="{FF2B5EF4-FFF2-40B4-BE49-F238E27FC236}">
                    <a16:creationId xmlns:a16="http://schemas.microsoft.com/office/drawing/2014/main" id="{C23F561A-DB9A-8D5A-CE6F-6D1E5043ABFE}"/>
                  </a:ext>
                </a:extLst>
              </p:cNvPr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26" name="Google Shape;2926;p38">
              <a:extLst>
                <a:ext uri="{FF2B5EF4-FFF2-40B4-BE49-F238E27FC236}">
                  <a16:creationId xmlns:a16="http://schemas.microsoft.com/office/drawing/2014/main" id="{B0E52334-8EB2-96F0-EC1C-E92A9C81F255}"/>
                </a:ext>
              </a:extLst>
            </p:cNvPr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27" name="Google Shape;2927;p38">
                <a:extLst>
                  <a:ext uri="{FF2B5EF4-FFF2-40B4-BE49-F238E27FC236}">
                    <a16:creationId xmlns:a16="http://schemas.microsoft.com/office/drawing/2014/main" id="{0BAE2953-1A64-A915-8972-DA27C2532DDE}"/>
                  </a:ext>
                </a:extLst>
              </p:cNvPr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Google Shape;2928;p38">
                <a:extLst>
                  <a:ext uri="{FF2B5EF4-FFF2-40B4-BE49-F238E27FC236}">
                    <a16:creationId xmlns:a16="http://schemas.microsoft.com/office/drawing/2014/main" id="{BC0BDCAC-29D0-5A75-011E-6A756AC56675}"/>
                  </a:ext>
                </a:extLst>
              </p:cNvPr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Google Shape;2929;p38">
                <a:extLst>
                  <a:ext uri="{FF2B5EF4-FFF2-40B4-BE49-F238E27FC236}">
                    <a16:creationId xmlns:a16="http://schemas.microsoft.com/office/drawing/2014/main" id="{6A93A08E-4A85-6EFF-AB6C-671CFB1E6E47}"/>
                  </a:ext>
                </a:extLst>
              </p:cNvPr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Google Shape;2930;p38">
                <a:extLst>
                  <a:ext uri="{FF2B5EF4-FFF2-40B4-BE49-F238E27FC236}">
                    <a16:creationId xmlns:a16="http://schemas.microsoft.com/office/drawing/2014/main" id="{400A3BE7-2C84-834B-E1CE-A74FB873A573}"/>
                  </a:ext>
                </a:extLst>
              </p:cNvPr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Google Shape;2931;p38">
                <a:extLst>
                  <a:ext uri="{FF2B5EF4-FFF2-40B4-BE49-F238E27FC236}">
                    <a16:creationId xmlns:a16="http://schemas.microsoft.com/office/drawing/2014/main" id="{C4586172-C84A-8A70-EE0A-7A304940A6F0}"/>
                  </a:ext>
                </a:extLst>
              </p:cNvPr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Google Shape;2932;p38">
                <a:extLst>
                  <a:ext uri="{FF2B5EF4-FFF2-40B4-BE49-F238E27FC236}">
                    <a16:creationId xmlns:a16="http://schemas.microsoft.com/office/drawing/2014/main" id="{D3AEB0F7-ECD2-491C-B405-988FDAB6D392}"/>
                  </a:ext>
                </a:extLst>
              </p:cNvPr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Google Shape;2933;p38">
                <a:extLst>
                  <a:ext uri="{FF2B5EF4-FFF2-40B4-BE49-F238E27FC236}">
                    <a16:creationId xmlns:a16="http://schemas.microsoft.com/office/drawing/2014/main" id="{CE4934EF-86FC-0FB6-1A76-25CD4AE5D2E3}"/>
                  </a:ext>
                </a:extLst>
              </p:cNvPr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Google Shape;2934;p38">
                <a:extLst>
                  <a:ext uri="{FF2B5EF4-FFF2-40B4-BE49-F238E27FC236}">
                    <a16:creationId xmlns:a16="http://schemas.microsoft.com/office/drawing/2014/main" id="{3EA018E3-B690-2A40-B640-F1862613748E}"/>
                  </a:ext>
                </a:extLst>
              </p:cNvPr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Google Shape;2935;p38">
                <a:extLst>
                  <a:ext uri="{FF2B5EF4-FFF2-40B4-BE49-F238E27FC236}">
                    <a16:creationId xmlns:a16="http://schemas.microsoft.com/office/drawing/2014/main" id="{71B38320-2849-44DD-2514-AF413CE2487F}"/>
                  </a:ext>
                </a:extLst>
              </p:cNvPr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Google Shape;2936;p38">
                <a:extLst>
                  <a:ext uri="{FF2B5EF4-FFF2-40B4-BE49-F238E27FC236}">
                    <a16:creationId xmlns:a16="http://schemas.microsoft.com/office/drawing/2014/main" id="{D247C3EF-2E83-DE1E-10A8-67743A6982D6}"/>
                  </a:ext>
                </a:extLst>
              </p:cNvPr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2937" name="Google Shape;2937;p38">
            <a:extLst>
              <a:ext uri="{FF2B5EF4-FFF2-40B4-BE49-F238E27FC236}">
                <a16:creationId xmlns:a16="http://schemas.microsoft.com/office/drawing/2014/main" id="{C85D2D74-6625-A6C1-099F-805AF3BA435A}"/>
              </a:ext>
            </a:extLst>
          </p:cNvPr>
          <p:cNvGrpSpPr/>
          <p:nvPr/>
        </p:nvGrpSpPr>
        <p:grpSpPr>
          <a:xfrm rot="5400000">
            <a:off x="7199453" y="4664425"/>
            <a:ext cx="98902" cy="553090"/>
            <a:chOff x="4898850" y="4820550"/>
            <a:chExt cx="98902" cy="553090"/>
          </a:xfrm>
        </p:grpSpPr>
        <p:sp>
          <p:nvSpPr>
            <p:cNvPr id="2938" name="Google Shape;2938;p38">
              <a:extLst>
                <a:ext uri="{FF2B5EF4-FFF2-40B4-BE49-F238E27FC236}">
                  <a16:creationId xmlns:a16="http://schemas.microsoft.com/office/drawing/2014/main" id="{9542A3C1-411C-C5F8-3AE3-218F8DB9BE16}"/>
                </a:ext>
              </a:extLst>
            </p:cNvPr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38">
              <a:extLst>
                <a:ext uri="{FF2B5EF4-FFF2-40B4-BE49-F238E27FC236}">
                  <a16:creationId xmlns:a16="http://schemas.microsoft.com/office/drawing/2014/main" id="{5141EA8A-E343-8E15-24F1-125AACA8B3A0}"/>
                </a:ext>
              </a:extLst>
            </p:cNvPr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38">
              <a:extLst>
                <a:ext uri="{FF2B5EF4-FFF2-40B4-BE49-F238E27FC236}">
                  <a16:creationId xmlns:a16="http://schemas.microsoft.com/office/drawing/2014/main" id="{B1D98681-52B6-8952-8C2B-168FDB22503C}"/>
                </a:ext>
              </a:extLst>
            </p:cNvPr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38">
              <a:extLst>
                <a:ext uri="{FF2B5EF4-FFF2-40B4-BE49-F238E27FC236}">
                  <a16:creationId xmlns:a16="http://schemas.microsoft.com/office/drawing/2014/main" id="{19776A4C-2CE4-A9E8-5FB5-9B2BBB1BBBFD}"/>
                </a:ext>
              </a:extLst>
            </p:cNvPr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38">
              <a:extLst>
                <a:ext uri="{FF2B5EF4-FFF2-40B4-BE49-F238E27FC236}">
                  <a16:creationId xmlns:a16="http://schemas.microsoft.com/office/drawing/2014/main" id="{843FAF27-283D-8C5B-D96A-11FB9F06E440}"/>
                </a:ext>
              </a:extLst>
            </p:cNvPr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2883;p38">
            <a:extLst>
              <a:ext uri="{FF2B5EF4-FFF2-40B4-BE49-F238E27FC236}">
                <a16:creationId xmlns:a16="http://schemas.microsoft.com/office/drawing/2014/main" id="{2D57E5BE-4A8F-FF4C-D39D-0F2AB3442A8E}"/>
              </a:ext>
            </a:extLst>
          </p:cNvPr>
          <p:cNvSpPr txBox="1">
            <a:spLocks/>
          </p:cNvSpPr>
          <p:nvPr/>
        </p:nvSpPr>
        <p:spPr>
          <a:xfrm>
            <a:off x="1291975" y="342591"/>
            <a:ext cx="4431967" cy="379665"/>
          </a:xfrm>
          <a:prstGeom prst="rect">
            <a:avLst/>
          </a:prstGeom>
          <a:noFill/>
          <a:ln>
            <a:noFill/>
          </a:ln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50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r>
              <a:rPr lang="es-PE" sz="3200" dirty="0">
                <a:solidFill>
                  <a:schemeClr val="accent2"/>
                </a:solidFill>
              </a:rPr>
              <a:t>Control de Equipos</a:t>
            </a:r>
            <a:endParaRPr lang="es-ES" sz="3200" dirty="0">
              <a:solidFill>
                <a:schemeClr val="accent2"/>
              </a:solidFill>
            </a:endParaRPr>
          </a:p>
        </p:txBody>
      </p:sp>
      <p:pic>
        <p:nvPicPr>
          <p:cNvPr id="3" name="Imagen 2" descr="Interfaz de usuario gráfica&#10;&#10;Descripción generada automáticamente con confianza baja">
            <a:extLst>
              <a:ext uri="{FF2B5EF4-FFF2-40B4-BE49-F238E27FC236}">
                <a16:creationId xmlns:a16="http://schemas.microsoft.com/office/drawing/2014/main" id="{2019AA36-851B-03D0-45D7-F1F914A31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4676" y="863337"/>
            <a:ext cx="6082804" cy="341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299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1">
          <a:extLst>
            <a:ext uri="{FF2B5EF4-FFF2-40B4-BE49-F238E27FC236}">
              <a16:creationId xmlns:a16="http://schemas.microsoft.com/office/drawing/2014/main" id="{F8899AB5-C680-3A54-4E93-4A280EC4E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Penguin | Club Penguin Rewritten Wiki | Fandom">
            <a:extLst>
              <a:ext uri="{FF2B5EF4-FFF2-40B4-BE49-F238E27FC236}">
                <a16:creationId xmlns:a16="http://schemas.microsoft.com/office/drawing/2014/main" id="{A476BDC4-AF23-60D5-CBAA-51C4592CA4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2550" y="398855"/>
            <a:ext cx="3858900" cy="4345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86" name="Google Shape;2886;p38">
            <a:extLst>
              <a:ext uri="{FF2B5EF4-FFF2-40B4-BE49-F238E27FC236}">
                <a16:creationId xmlns:a16="http://schemas.microsoft.com/office/drawing/2014/main" id="{7692CDCD-141C-8C78-4F22-C1773B0D9288}"/>
              </a:ext>
            </a:extLst>
          </p:cNvPr>
          <p:cNvGrpSpPr/>
          <p:nvPr/>
        </p:nvGrpSpPr>
        <p:grpSpPr>
          <a:xfrm rot="-5400000">
            <a:off x="2823215" y="-792437"/>
            <a:ext cx="1823016" cy="296643"/>
            <a:chOff x="7857346" y="3902355"/>
            <a:chExt cx="1823016" cy="296643"/>
          </a:xfrm>
        </p:grpSpPr>
        <p:sp>
          <p:nvSpPr>
            <p:cNvPr id="2887" name="Google Shape;2887;p38">
              <a:extLst>
                <a:ext uri="{FF2B5EF4-FFF2-40B4-BE49-F238E27FC236}">
                  <a16:creationId xmlns:a16="http://schemas.microsoft.com/office/drawing/2014/main" id="{BF6D27D8-0C64-A867-6325-E1524F8EEBC4}"/>
                </a:ext>
              </a:extLst>
            </p:cNvPr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38">
              <a:extLst>
                <a:ext uri="{FF2B5EF4-FFF2-40B4-BE49-F238E27FC236}">
                  <a16:creationId xmlns:a16="http://schemas.microsoft.com/office/drawing/2014/main" id="{0900BCCA-2C65-1298-3AB0-6536FBEE618C}"/>
                </a:ext>
              </a:extLst>
            </p:cNvPr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38">
              <a:extLst>
                <a:ext uri="{FF2B5EF4-FFF2-40B4-BE49-F238E27FC236}">
                  <a16:creationId xmlns:a16="http://schemas.microsoft.com/office/drawing/2014/main" id="{1659CF86-A7E0-8BB2-FAF9-392BFB33AC2F}"/>
                </a:ext>
              </a:extLst>
            </p:cNvPr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38">
              <a:extLst>
                <a:ext uri="{FF2B5EF4-FFF2-40B4-BE49-F238E27FC236}">
                  <a16:creationId xmlns:a16="http://schemas.microsoft.com/office/drawing/2014/main" id="{237001A2-5BCB-EA58-3859-D805D518ED71}"/>
                </a:ext>
              </a:extLst>
            </p:cNvPr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38">
              <a:extLst>
                <a:ext uri="{FF2B5EF4-FFF2-40B4-BE49-F238E27FC236}">
                  <a16:creationId xmlns:a16="http://schemas.microsoft.com/office/drawing/2014/main" id="{376D0A8B-9573-B158-1DD9-8A90FC985FD6}"/>
                </a:ext>
              </a:extLst>
            </p:cNvPr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38">
              <a:extLst>
                <a:ext uri="{FF2B5EF4-FFF2-40B4-BE49-F238E27FC236}">
                  <a16:creationId xmlns:a16="http://schemas.microsoft.com/office/drawing/2014/main" id="{CE621101-EA5F-9FFF-AAF3-E2ADB919479C}"/>
                </a:ext>
              </a:extLst>
            </p:cNvPr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3" name="Google Shape;2893;p38">
            <a:extLst>
              <a:ext uri="{FF2B5EF4-FFF2-40B4-BE49-F238E27FC236}">
                <a16:creationId xmlns:a16="http://schemas.microsoft.com/office/drawing/2014/main" id="{125348A1-F242-DCEC-BF61-080992101B96}"/>
              </a:ext>
            </a:extLst>
          </p:cNvPr>
          <p:cNvGrpSpPr/>
          <p:nvPr/>
        </p:nvGrpSpPr>
        <p:grpSpPr>
          <a:xfrm rot="5400000">
            <a:off x="387104" y="1328080"/>
            <a:ext cx="98902" cy="553090"/>
            <a:chOff x="4898850" y="4820550"/>
            <a:chExt cx="98902" cy="553090"/>
          </a:xfrm>
        </p:grpSpPr>
        <p:sp>
          <p:nvSpPr>
            <p:cNvPr id="2894" name="Google Shape;2894;p38">
              <a:extLst>
                <a:ext uri="{FF2B5EF4-FFF2-40B4-BE49-F238E27FC236}">
                  <a16:creationId xmlns:a16="http://schemas.microsoft.com/office/drawing/2014/main" id="{E104B0C0-F9C5-DCB2-DA4C-CF71BB58D801}"/>
                </a:ext>
              </a:extLst>
            </p:cNvPr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38">
              <a:extLst>
                <a:ext uri="{FF2B5EF4-FFF2-40B4-BE49-F238E27FC236}">
                  <a16:creationId xmlns:a16="http://schemas.microsoft.com/office/drawing/2014/main" id="{32612CFA-D269-92E4-5D27-3829F31FA642}"/>
                </a:ext>
              </a:extLst>
            </p:cNvPr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38">
              <a:extLst>
                <a:ext uri="{FF2B5EF4-FFF2-40B4-BE49-F238E27FC236}">
                  <a16:creationId xmlns:a16="http://schemas.microsoft.com/office/drawing/2014/main" id="{0C906A9E-96AC-A081-7F23-F3221859354F}"/>
                </a:ext>
              </a:extLst>
            </p:cNvPr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38">
              <a:extLst>
                <a:ext uri="{FF2B5EF4-FFF2-40B4-BE49-F238E27FC236}">
                  <a16:creationId xmlns:a16="http://schemas.microsoft.com/office/drawing/2014/main" id="{8067F382-45E8-159E-488B-A5CEDCE8D1B1}"/>
                </a:ext>
              </a:extLst>
            </p:cNvPr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38">
              <a:extLst>
                <a:ext uri="{FF2B5EF4-FFF2-40B4-BE49-F238E27FC236}">
                  <a16:creationId xmlns:a16="http://schemas.microsoft.com/office/drawing/2014/main" id="{C69B7F8E-12BA-5AEA-BB92-6728C2E75872}"/>
                </a:ext>
              </a:extLst>
            </p:cNvPr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9" name="Google Shape;2899;p38">
            <a:extLst>
              <a:ext uri="{FF2B5EF4-FFF2-40B4-BE49-F238E27FC236}">
                <a16:creationId xmlns:a16="http://schemas.microsoft.com/office/drawing/2014/main" id="{ABD1CD07-F922-E6ED-79C4-69920328F13E}"/>
              </a:ext>
            </a:extLst>
          </p:cNvPr>
          <p:cNvGrpSpPr/>
          <p:nvPr/>
        </p:nvGrpSpPr>
        <p:grpSpPr>
          <a:xfrm>
            <a:off x="601455" y="4866019"/>
            <a:ext cx="1252897" cy="51000"/>
            <a:chOff x="2915381" y="4104819"/>
            <a:chExt cx="1252897" cy="51000"/>
          </a:xfrm>
        </p:grpSpPr>
        <p:sp>
          <p:nvSpPr>
            <p:cNvPr id="2900" name="Google Shape;2900;p38">
              <a:extLst>
                <a:ext uri="{FF2B5EF4-FFF2-40B4-BE49-F238E27FC236}">
                  <a16:creationId xmlns:a16="http://schemas.microsoft.com/office/drawing/2014/main" id="{25B7B861-97A5-1474-9B81-7B3501BC51A8}"/>
                </a:ext>
              </a:extLst>
            </p:cNvPr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38">
              <a:extLst>
                <a:ext uri="{FF2B5EF4-FFF2-40B4-BE49-F238E27FC236}">
                  <a16:creationId xmlns:a16="http://schemas.microsoft.com/office/drawing/2014/main" id="{9F97BC92-68D5-80A8-5867-7BDC9D9BCD8D}"/>
                </a:ext>
              </a:extLst>
            </p:cNvPr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38">
              <a:extLst>
                <a:ext uri="{FF2B5EF4-FFF2-40B4-BE49-F238E27FC236}">
                  <a16:creationId xmlns:a16="http://schemas.microsoft.com/office/drawing/2014/main" id="{4665DE97-0DED-64C8-1F3A-69DBFA502F8C}"/>
                </a:ext>
              </a:extLst>
            </p:cNvPr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38">
              <a:extLst>
                <a:ext uri="{FF2B5EF4-FFF2-40B4-BE49-F238E27FC236}">
                  <a16:creationId xmlns:a16="http://schemas.microsoft.com/office/drawing/2014/main" id="{CFA3EF63-8A42-533E-356E-08F2FC8895A9}"/>
                </a:ext>
              </a:extLst>
            </p:cNvPr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38">
              <a:extLst>
                <a:ext uri="{FF2B5EF4-FFF2-40B4-BE49-F238E27FC236}">
                  <a16:creationId xmlns:a16="http://schemas.microsoft.com/office/drawing/2014/main" id="{BFFFE749-0569-DD86-FBD9-57AD58A8DDDF}"/>
                </a:ext>
              </a:extLst>
            </p:cNvPr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38">
              <a:extLst>
                <a:ext uri="{FF2B5EF4-FFF2-40B4-BE49-F238E27FC236}">
                  <a16:creationId xmlns:a16="http://schemas.microsoft.com/office/drawing/2014/main" id="{AC6D84E0-B006-FE64-C20E-D90D574F2F11}"/>
                </a:ext>
              </a:extLst>
            </p:cNvPr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38">
              <a:extLst>
                <a:ext uri="{FF2B5EF4-FFF2-40B4-BE49-F238E27FC236}">
                  <a16:creationId xmlns:a16="http://schemas.microsoft.com/office/drawing/2014/main" id="{2653C116-AF62-EBDC-6BDE-70E877C97133}"/>
                </a:ext>
              </a:extLst>
            </p:cNvPr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38">
              <a:extLst>
                <a:ext uri="{FF2B5EF4-FFF2-40B4-BE49-F238E27FC236}">
                  <a16:creationId xmlns:a16="http://schemas.microsoft.com/office/drawing/2014/main" id="{8373D7BB-B999-0CC2-B83D-5BB2C621562E}"/>
                </a:ext>
              </a:extLst>
            </p:cNvPr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38">
              <a:extLst>
                <a:ext uri="{FF2B5EF4-FFF2-40B4-BE49-F238E27FC236}">
                  <a16:creationId xmlns:a16="http://schemas.microsoft.com/office/drawing/2014/main" id="{3C0A4B43-4785-7829-1844-FA718A6E2ACA}"/>
                </a:ext>
              </a:extLst>
            </p:cNvPr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38">
              <a:extLst>
                <a:ext uri="{FF2B5EF4-FFF2-40B4-BE49-F238E27FC236}">
                  <a16:creationId xmlns:a16="http://schemas.microsoft.com/office/drawing/2014/main" id="{78AAE29B-0FF2-B78C-0EE3-B7E59944E607}"/>
                </a:ext>
              </a:extLst>
            </p:cNvPr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38">
              <a:extLst>
                <a:ext uri="{FF2B5EF4-FFF2-40B4-BE49-F238E27FC236}">
                  <a16:creationId xmlns:a16="http://schemas.microsoft.com/office/drawing/2014/main" id="{89EE2EDD-696C-50B8-0068-CF90E86F803B}"/>
                </a:ext>
              </a:extLst>
            </p:cNvPr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38">
              <a:extLst>
                <a:ext uri="{FF2B5EF4-FFF2-40B4-BE49-F238E27FC236}">
                  <a16:creationId xmlns:a16="http://schemas.microsoft.com/office/drawing/2014/main" id="{2A4A11EB-0442-4266-A1F7-84E08F31B143}"/>
                </a:ext>
              </a:extLst>
            </p:cNvPr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38">
              <a:extLst>
                <a:ext uri="{FF2B5EF4-FFF2-40B4-BE49-F238E27FC236}">
                  <a16:creationId xmlns:a16="http://schemas.microsoft.com/office/drawing/2014/main" id="{09C93917-E793-7FDE-7B0F-90BB1581577F}"/>
                </a:ext>
              </a:extLst>
            </p:cNvPr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38">
              <a:extLst>
                <a:ext uri="{FF2B5EF4-FFF2-40B4-BE49-F238E27FC236}">
                  <a16:creationId xmlns:a16="http://schemas.microsoft.com/office/drawing/2014/main" id="{A49279AF-D5AE-9796-90F1-405BAB93CBCA}"/>
                </a:ext>
              </a:extLst>
            </p:cNvPr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14" name="Google Shape;2914;p38">
            <a:extLst>
              <a:ext uri="{FF2B5EF4-FFF2-40B4-BE49-F238E27FC236}">
                <a16:creationId xmlns:a16="http://schemas.microsoft.com/office/drawing/2014/main" id="{7F143980-211C-7934-8D43-21A462749CF4}"/>
              </a:ext>
            </a:extLst>
          </p:cNvPr>
          <p:cNvGrpSpPr/>
          <p:nvPr/>
        </p:nvGrpSpPr>
        <p:grpSpPr>
          <a:xfrm>
            <a:off x="6100653" y="374114"/>
            <a:ext cx="1105976" cy="133969"/>
            <a:chOff x="8183182" y="663852"/>
            <a:chExt cx="1475028" cy="178673"/>
          </a:xfrm>
        </p:grpSpPr>
        <p:grpSp>
          <p:nvGrpSpPr>
            <p:cNvPr id="2915" name="Google Shape;2915;p38">
              <a:extLst>
                <a:ext uri="{FF2B5EF4-FFF2-40B4-BE49-F238E27FC236}">
                  <a16:creationId xmlns:a16="http://schemas.microsoft.com/office/drawing/2014/main" id="{A1364E2A-7C4C-9A81-FC45-E6F251794A54}"/>
                </a:ext>
              </a:extLst>
            </p:cNvPr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916" name="Google Shape;2916;p38">
                <a:extLst>
                  <a:ext uri="{FF2B5EF4-FFF2-40B4-BE49-F238E27FC236}">
                    <a16:creationId xmlns:a16="http://schemas.microsoft.com/office/drawing/2014/main" id="{978830C6-9661-CB6B-7ABD-087FFAA08673}"/>
                  </a:ext>
                </a:extLst>
              </p:cNvPr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Google Shape;2917;p38">
                <a:extLst>
                  <a:ext uri="{FF2B5EF4-FFF2-40B4-BE49-F238E27FC236}">
                    <a16:creationId xmlns:a16="http://schemas.microsoft.com/office/drawing/2014/main" id="{B507519E-2EB5-9A0D-CA05-9BBAFB24EF5F}"/>
                  </a:ext>
                </a:extLst>
              </p:cNvPr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Google Shape;2918;p38">
                <a:extLst>
                  <a:ext uri="{FF2B5EF4-FFF2-40B4-BE49-F238E27FC236}">
                    <a16:creationId xmlns:a16="http://schemas.microsoft.com/office/drawing/2014/main" id="{0486A16A-43F3-D13A-EDC3-4F948F0067D2}"/>
                  </a:ext>
                </a:extLst>
              </p:cNvPr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Google Shape;2919;p38">
                <a:extLst>
                  <a:ext uri="{FF2B5EF4-FFF2-40B4-BE49-F238E27FC236}">
                    <a16:creationId xmlns:a16="http://schemas.microsoft.com/office/drawing/2014/main" id="{CA160E2D-5ACB-ED94-6246-143651C91CD1}"/>
                  </a:ext>
                </a:extLst>
              </p:cNvPr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Google Shape;2920;p38">
                <a:extLst>
                  <a:ext uri="{FF2B5EF4-FFF2-40B4-BE49-F238E27FC236}">
                    <a16:creationId xmlns:a16="http://schemas.microsoft.com/office/drawing/2014/main" id="{FF132AC7-2E9C-E6E0-477A-2347518B7A88}"/>
                  </a:ext>
                </a:extLst>
              </p:cNvPr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Google Shape;2921;p38">
                <a:extLst>
                  <a:ext uri="{FF2B5EF4-FFF2-40B4-BE49-F238E27FC236}">
                    <a16:creationId xmlns:a16="http://schemas.microsoft.com/office/drawing/2014/main" id="{F9126A37-9250-8022-828F-877B38AA0D3B}"/>
                  </a:ext>
                </a:extLst>
              </p:cNvPr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Google Shape;2922;p38">
                <a:extLst>
                  <a:ext uri="{FF2B5EF4-FFF2-40B4-BE49-F238E27FC236}">
                    <a16:creationId xmlns:a16="http://schemas.microsoft.com/office/drawing/2014/main" id="{7D01528D-B211-4FD1-51C8-C39C9B8DE395}"/>
                  </a:ext>
                </a:extLst>
              </p:cNvPr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Google Shape;2923;p38">
                <a:extLst>
                  <a:ext uri="{FF2B5EF4-FFF2-40B4-BE49-F238E27FC236}">
                    <a16:creationId xmlns:a16="http://schemas.microsoft.com/office/drawing/2014/main" id="{ECE01445-BAE1-CF8E-13F6-DFA2F0B1DEBA}"/>
                  </a:ext>
                </a:extLst>
              </p:cNvPr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Google Shape;2924;p38">
                <a:extLst>
                  <a:ext uri="{FF2B5EF4-FFF2-40B4-BE49-F238E27FC236}">
                    <a16:creationId xmlns:a16="http://schemas.microsoft.com/office/drawing/2014/main" id="{C43EC95C-3A0D-F3E8-D84D-E553A0619FD5}"/>
                  </a:ext>
                </a:extLst>
              </p:cNvPr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Google Shape;2925;p38">
                <a:extLst>
                  <a:ext uri="{FF2B5EF4-FFF2-40B4-BE49-F238E27FC236}">
                    <a16:creationId xmlns:a16="http://schemas.microsoft.com/office/drawing/2014/main" id="{33883669-96E4-44A8-1D4C-DDAE00D036FF}"/>
                  </a:ext>
                </a:extLst>
              </p:cNvPr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26" name="Google Shape;2926;p38">
              <a:extLst>
                <a:ext uri="{FF2B5EF4-FFF2-40B4-BE49-F238E27FC236}">
                  <a16:creationId xmlns:a16="http://schemas.microsoft.com/office/drawing/2014/main" id="{CF12231D-36DB-E96D-35C4-96320CA9D8A7}"/>
                </a:ext>
              </a:extLst>
            </p:cNvPr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27" name="Google Shape;2927;p38">
                <a:extLst>
                  <a:ext uri="{FF2B5EF4-FFF2-40B4-BE49-F238E27FC236}">
                    <a16:creationId xmlns:a16="http://schemas.microsoft.com/office/drawing/2014/main" id="{781F0FEC-AD59-6254-F32C-3E0390C25901}"/>
                  </a:ext>
                </a:extLst>
              </p:cNvPr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Google Shape;2928;p38">
                <a:extLst>
                  <a:ext uri="{FF2B5EF4-FFF2-40B4-BE49-F238E27FC236}">
                    <a16:creationId xmlns:a16="http://schemas.microsoft.com/office/drawing/2014/main" id="{E89A8206-5BBF-5AEB-AD32-3157CD4CD585}"/>
                  </a:ext>
                </a:extLst>
              </p:cNvPr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Google Shape;2929;p38">
                <a:extLst>
                  <a:ext uri="{FF2B5EF4-FFF2-40B4-BE49-F238E27FC236}">
                    <a16:creationId xmlns:a16="http://schemas.microsoft.com/office/drawing/2014/main" id="{F05CA3DC-7E57-ED4D-CCA2-01B7989CE2E2}"/>
                  </a:ext>
                </a:extLst>
              </p:cNvPr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Google Shape;2930;p38">
                <a:extLst>
                  <a:ext uri="{FF2B5EF4-FFF2-40B4-BE49-F238E27FC236}">
                    <a16:creationId xmlns:a16="http://schemas.microsoft.com/office/drawing/2014/main" id="{333437E1-06BB-5751-B57A-8CD48612A0CC}"/>
                  </a:ext>
                </a:extLst>
              </p:cNvPr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Google Shape;2931;p38">
                <a:extLst>
                  <a:ext uri="{FF2B5EF4-FFF2-40B4-BE49-F238E27FC236}">
                    <a16:creationId xmlns:a16="http://schemas.microsoft.com/office/drawing/2014/main" id="{738C10E7-B076-DE4B-4360-498834D25CC7}"/>
                  </a:ext>
                </a:extLst>
              </p:cNvPr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Google Shape;2932;p38">
                <a:extLst>
                  <a:ext uri="{FF2B5EF4-FFF2-40B4-BE49-F238E27FC236}">
                    <a16:creationId xmlns:a16="http://schemas.microsoft.com/office/drawing/2014/main" id="{FBC4162C-3673-43B5-82D2-9B58E265118E}"/>
                  </a:ext>
                </a:extLst>
              </p:cNvPr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Google Shape;2933;p38">
                <a:extLst>
                  <a:ext uri="{FF2B5EF4-FFF2-40B4-BE49-F238E27FC236}">
                    <a16:creationId xmlns:a16="http://schemas.microsoft.com/office/drawing/2014/main" id="{09F7093A-DF7D-3A0F-BCEF-F56B91C4EC71}"/>
                  </a:ext>
                </a:extLst>
              </p:cNvPr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Google Shape;2934;p38">
                <a:extLst>
                  <a:ext uri="{FF2B5EF4-FFF2-40B4-BE49-F238E27FC236}">
                    <a16:creationId xmlns:a16="http://schemas.microsoft.com/office/drawing/2014/main" id="{12F8A16E-5A4A-2773-1DE3-D7991BF9C5DA}"/>
                  </a:ext>
                </a:extLst>
              </p:cNvPr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Google Shape;2935;p38">
                <a:extLst>
                  <a:ext uri="{FF2B5EF4-FFF2-40B4-BE49-F238E27FC236}">
                    <a16:creationId xmlns:a16="http://schemas.microsoft.com/office/drawing/2014/main" id="{A3D7FD3D-E837-FC93-ADE9-C1DE778D3867}"/>
                  </a:ext>
                </a:extLst>
              </p:cNvPr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Google Shape;2936;p38">
                <a:extLst>
                  <a:ext uri="{FF2B5EF4-FFF2-40B4-BE49-F238E27FC236}">
                    <a16:creationId xmlns:a16="http://schemas.microsoft.com/office/drawing/2014/main" id="{6DBF190E-2EB3-7172-CDD9-66F75DAC9B26}"/>
                  </a:ext>
                </a:extLst>
              </p:cNvPr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2937" name="Google Shape;2937;p38">
            <a:extLst>
              <a:ext uri="{FF2B5EF4-FFF2-40B4-BE49-F238E27FC236}">
                <a16:creationId xmlns:a16="http://schemas.microsoft.com/office/drawing/2014/main" id="{CEB93CA1-47D6-FA31-76A7-A5E177444F18}"/>
              </a:ext>
            </a:extLst>
          </p:cNvPr>
          <p:cNvGrpSpPr/>
          <p:nvPr/>
        </p:nvGrpSpPr>
        <p:grpSpPr>
          <a:xfrm rot="5400000">
            <a:off x="7199453" y="4664425"/>
            <a:ext cx="98902" cy="553090"/>
            <a:chOff x="4898850" y="4820550"/>
            <a:chExt cx="98902" cy="553090"/>
          </a:xfrm>
        </p:grpSpPr>
        <p:sp>
          <p:nvSpPr>
            <p:cNvPr id="2938" name="Google Shape;2938;p38">
              <a:extLst>
                <a:ext uri="{FF2B5EF4-FFF2-40B4-BE49-F238E27FC236}">
                  <a16:creationId xmlns:a16="http://schemas.microsoft.com/office/drawing/2014/main" id="{39297A77-4E59-8CA6-EAA2-7139141B568D}"/>
                </a:ext>
              </a:extLst>
            </p:cNvPr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38">
              <a:extLst>
                <a:ext uri="{FF2B5EF4-FFF2-40B4-BE49-F238E27FC236}">
                  <a16:creationId xmlns:a16="http://schemas.microsoft.com/office/drawing/2014/main" id="{48B2A4C3-6097-2100-7485-DB2FC0249058}"/>
                </a:ext>
              </a:extLst>
            </p:cNvPr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38">
              <a:extLst>
                <a:ext uri="{FF2B5EF4-FFF2-40B4-BE49-F238E27FC236}">
                  <a16:creationId xmlns:a16="http://schemas.microsoft.com/office/drawing/2014/main" id="{CD58DA77-2B2A-4AC6-4BCA-AE5459273089}"/>
                </a:ext>
              </a:extLst>
            </p:cNvPr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38">
              <a:extLst>
                <a:ext uri="{FF2B5EF4-FFF2-40B4-BE49-F238E27FC236}">
                  <a16:creationId xmlns:a16="http://schemas.microsoft.com/office/drawing/2014/main" id="{8FF87B3D-A9E3-F793-AA45-D89EBCC73912}"/>
                </a:ext>
              </a:extLst>
            </p:cNvPr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38">
              <a:extLst>
                <a:ext uri="{FF2B5EF4-FFF2-40B4-BE49-F238E27FC236}">
                  <a16:creationId xmlns:a16="http://schemas.microsoft.com/office/drawing/2014/main" id="{4DA4B0E9-0C2E-CB3C-3A50-C06AC6A4F21F}"/>
                </a:ext>
              </a:extLst>
            </p:cNvPr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2883;p38">
            <a:extLst>
              <a:ext uri="{FF2B5EF4-FFF2-40B4-BE49-F238E27FC236}">
                <a16:creationId xmlns:a16="http://schemas.microsoft.com/office/drawing/2014/main" id="{F88DBC69-D361-9158-5522-0CAAFC45FEBD}"/>
              </a:ext>
            </a:extLst>
          </p:cNvPr>
          <p:cNvSpPr txBox="1">
            <a:spLocks/>
          </p:cNvSpPr>
          <p:nvPr/>
        </p:nvSpPr>
        <p:spPr>
          <a:xfrm>
            <a:off x="1251629" y="330926"/>
            <a:ext cx="4849024" cy="379665"/>
          </a:xfrm>
          <a:prstGeom prst="rect">
            <a:avLst/>
          </a:prstGeom>
          <a:noFill/>
          <a:ln>
            <a:noFill/>
          </a:ln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5000" b="1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Exo"/>
              <a:buNone/>
              <a:defRPr sz="3600" b="0" i="0" u="none" strike="noStrike" cap="non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r>
              <a:rPr lang="es-PE" sz="3200" dirty="0">
                <a:solidFill>
                  <a:schemeClr val="accent2"/>
                </a:solidFill>
              </a:rPr>
              <a:t>Horarios de Laboratorio</a:t>
            </a:r>
            <a:endParaRPr lang="es-ES" sz="3200" dirty="0">
              <a:solidFill>
                <a:schemeClr val="accent2"/>
              </a:solidFill>
            </a:endParaRPr>
          </a:p>
        </p:txBody>
      </p:sp>
      <p:pic>
        <p:nvPicPr>
          <p:cNvPr id="3" name="Imagen 2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9B74929A-AE27-A8B8-EC00-907D48D6D9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4674" y="825758"/>
            <a:ext cx="6127981" cy="344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179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2" name="Google Shape;4582;p69"/>
          <p:cNvGrpSpPr/>
          <p:nvPr/>
        </p:nvGrpSpPr>
        <p:grpSpPr>
          <a:xfrm rot="-5400000">
            <a:off x="6756923" y="2604103"/>
            <a:ext cx="883262" cy="242091"/>
            <a:chOff x="2300350" y="2601250"/>
            <a:chExt cx="2275275" cy="623625"/>
          </a:xfrm>
        </p:grpSpPr>
        <p:sp>
          <p:nvSpPr>
            <p:cNvPr id="4583" name="Google Shape;4583;p6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4" name="Google Shape;4584;p6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5" name="Google Shape;4585;p6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6" name="Google Shape;4586;p6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7" name="Google Shape;4587;p6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8" name="Google Shape;4588;p6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89" name="Google Shape;4589;p69"/>
          <p:cNvGrpSpPr/>
          <p:nvPr/>
        </p:nvGrpSpPr>
        <p:grpSpPr>
          <a:xfrm rot="5400000">
            <a:off x="7305100" y="3695000"/>
            <a:ext cx="98902" cy="553090"/>
            <a:chOff x="4898850" y="4820550"/>
            <a:chExt cx="98902" cy="553090"/>
          </a:xfrm>
        </p:grpSpPr>
        <p:sp>
          <p:nvSpPr>
            <p:cNvPr id="4590" name="Google Shape;4590;p6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1" name="Google Shape;4591;p6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2" name="Google Shape;4592;p6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3" name="Google Shape;4593;p6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4" name="Google Shape;4594;p6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95" name="Google Shape;4595;p69"/>
          <p:cNvGrpSpPr/>
          <p:nvPr/>
        </p:nvGrpSpPr>
        <p:grpSpPr>
          <a:xfrm rot="5400000">
            <a:off x="1498582" y="1509734"/>
            <a:ext cx="883262" cy="242091"/>
            <a:chOff x="2300350" y="2601250"/>
            <a:chExt cx="2275275" cy="623625"/>
          </a:xfrm>
        </p:grpSpPr>
        <p:sp>
          <p:nvSpPr>
            <p:cNvPr id="4596" name="Google Shape;4596;p6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7" name="Google Shape;4597;p6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8" name="Google Shape;4598;p6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9" name="Google Shape;4599;p6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0" name="Google Shape;4600;p6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1" name="Google Shape;4601;p6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14" name="Google Shape;4614;p69"/>
          <p:cNvGrpSpPr/>
          <p:nvPr/>
        </p:nvGrpSpPr>
        <p:grpSpPr>
          <a:xfrm rot="5400000">
            <a:off x="2081150" y="2794900"/>
            <a:ext cx="98902" cy="553090"/>
            <a:chOff x="4898850" y="4820550"/>
            <a:chExt cx="98902" cy="553090"/>
          </a:xfrm>
        </p:grpSpPr>
        <p:sp>
          <p:nvSpPr>
            <p:cNvPr id="4615" name="Google Shape;4615;p6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6" name="Google Shape;4616;p6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7" name="Google Shape;4617;p6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8" name="Google Shape;4618;p6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9" name="Google Shape;4619;p6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" name="Imagen 9">
            <a:extLst>
              <a:ext uri="{FF2B5EF4-FFF2-40B4-BE49-F238E27FC236}">
                <a16:creationId xmlns:a16="http://schemas.microsoft.com/office/drawing/2014/main" id="{4B1E3F27-14AE-4CFC-F19A-004B3BB1D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931" y="3262250"/>
            <a:ext cx="4014699" cy="1224570"/>
          </a:xfrm>
          <a:prstGeom prst="rect">
            <a:avLst/>
          </a:prstGeom>
        </p:spPr>
      </p:pic>
      <p:pic>
        <p:nvPicPr>
          <p:cNvPr id="5" name="Picture 2" descr="Penguin | Club Penguin Rewritten Wiki | Fandom">
            <a:extLst>
              <a:ext uri="{FF2B5EF4-FFF2-40B4-BE49-F238E27FC236}">
                <a16:creationId xmlns:a16="http://schemas.microsoft.com/office/drawing/2014/main" id="{BBF66F8A-B211-5B09-3703-AD941F6758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304" y="332333"/>
            <a:ext cx="3858900" cy="4345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79" name="Google Shape;4579;p69"/>
          <p:cNvSpPr txBox="1">
            <a:spLocks noGrp="1"/>
          </p:cNvSpPr>
          <p:nvPr>
            <p:ph type="title"/>
          </p:nvPr>
        </p:nvSpPr>
        <p:spPr>
          <a:xfrm>
            <a:off x="2335650" y="1766644"/>
            <a:ext cx="4472700" cy="95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Gracias!!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111</Words>
  <Application>Microsoft Office PowerPoint</Application>
  <PresentationFormat>Presentación en pantalla (16:9)</PresentationFormat>
  <Paragraphs>21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Exo</vt:lpstr>
      <vt:lpstr>PT Sans</vt:lpstr>
      <vt:lpstr>Roboto Condensed Light</vt:lpstr>
      <vt:lpstr>Data Center Business Plan by Slidesgo</vt:lpstr>
      <vt:lpstr>Gestor de Asistencias, Horarios y Equipos de Laboratorio</vt:lpstr>
      <vt:lpstr>Integrantes del Equipo:</vt:lpstr>
      <vt:lpstr>Introducción</vt:lpstr>
      <vt:lpstr>Presentación de PowerPoint</vt:lpstr>
      <vt:lpstr>Estructura del Programa</vt:lpstr>
      <vt:lpstr>Componentes y Utilidades</vt:lpstr>
      <vt:lpstr>Presentación de PowerPoint</vt:lpstr>
      <vt:lpstr>Presentación de PowerPoint</vt:lpstr>
      <vt:lpstr>Presentación de PowerPoint</vt:lpstr>
      <vt:lpstr>Presentación de PowerPoint</vt:lpstr>
      <vt:lpstr>Gracias!!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Neil Josue Casavilca Carlos</cp:lastModifiedBy>
  <cp:revision>4</cp:revision>
  <dcterms:modified xsi:type="dcterms:W3CDTF">2024-12-12T06:46:36Z</dcterms:modified>
</cp:coreProperties>
</file>