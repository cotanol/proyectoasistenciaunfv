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303" r:id="rId2"/>
    <p:sldId id="256" r:id="rId3"/>
    <p:sldId id="278" r:id="rId4"/>
    <p:sldId id="279" r:id="rId5"/>
    <p:sldId id="282" r:id="rId6"/>
    <p:sldId id="294" r:id="rId7"/>
    <p:sldId id="262" r:id="rId8"/>
    <p:sldId id="300" r:id="rId9"/>
    <p:sldId id="297" r:id="rId10"/>
    <p:sldId id="301" r:id="rId11"/>
    <p:sldId id="302" r:id="rId12"/>
    <p:sldId id="291" r:id="rId13"/>
    <p:sldId id="272" r:id="rId14"/>
    <p:sldId id="290" r:id="rId15"/>
    <p:sldId id="281" r:id="rId16"/>
    <p:sldId id="295" r:id="rId17"/>
    <p:sldId id="298" r:id="rId18"/>
    <p:sldId id="299" r:id="rId19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642"/>
    <a:srgbClr val="616A6B"/>
    <a:srgbClr val="D68910"/>
    <a:srgbClr val="F15151"/>
    <a:srgbClr val="EEEEEE"/>
    <a:srgbClr val="DCDCDC"/>
    <a:srgbClr val="FF9800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Estilo temático 1 - Énfasis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75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5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735539-58A2-4E94-807C-8C22373B71C8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5F7250-28FF-473C-9AB7-5161468CB679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169560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5F7250-28FF-473C-9AB7-5161468CB679}" type="slidenum">
              <a:rPr lang="es-PE" smtClean="0"/>
              <a:t>2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46965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F5FB77-DE36-FD68-A10A-06510BEF3F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49547EF-1BAA-71C6-111D-926F80513E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616AC3D-85A5-8AC1-367E-F6013CD22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87DF-C1F8-4F0F-81CB-FC15FBDFB39A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4FA7F4F-2AA4-ACF6-6D90-D0E4F9D54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DF1314-D4D0-CCF9-643D-F7A7E71D8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19646-611F-411B-88E9-43477F61A45E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58315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17BF2D-75FD-B264-33FD-46D2BB6EF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76B4F0-3BF1-2B32-BD0D-B02BB23BDF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7DAE320-4440-4D85-3CC7-85C6D896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87DF-C1F8-4F0F-81CB-FC15FBDFB39A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6DC303-8396-3EDD-F1E3-CC33FEF4B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8C7835-3039-AAB9-EC86-4A3FFD2AA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19646-611F-411B-88E9-43477F61A45E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92897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417C1E-CB97-C843-8867-6C29A3917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9ABB959-3594-ADA7-AC0A-98DC19236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460F23-32E2-09F3-8A52-1A045A87C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87DF-C1F8-4F0F-81CB-FC15FBDFB39A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EBA816-D96D-3A58-FCA3-5958E63A1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2416F4-B5D5-30C8-88D8-98D2CA8E1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19646-611F-411B-88E9-43477F61A45E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00841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D48B3E-29C7-7F39-9FDA-AA6E4782F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5BA42AF-2075-F169-B1AC-F09516206D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9848690-304F-8743-3AC0-62D38AC85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06C5A5-6826-56B0-D460-26ED0CA11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87DF-C1F8-4F0F-81CB-FC15FBDFB39A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6481F09-5776-CF63-9640-C24C635DB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260FBEE-134A-89E8-2F5A-4BFF90982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19646-611F-411B-88E9-43477F61A45E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45409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48E22-3D7D-14E0-9C34-31B66F66C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D38FFA6-8DDC-B212-8CFF-B680D2677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E285D7F-D353-4975-4BBE-A39CE48422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0BE961C-6239-44F1-82A6-059932455F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C6AC253-09CF-96C6-071E-E4683ED90B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3B0F897-AFCF-469B-6E47-75F7C8885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87DF-C1F8-4F0F-81CB-FC15FBDFB39A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739B62C-CF1B-7653-16B1-1C5051B23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740D05A-3C3B-C6D1-5805-5B274FFC3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19646-611F-411B-88E9-43477F61A45E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03716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629B24-F2E4-0016-340F-5B554DF11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B2AF7AD-5696-346A-39FB-DBC2C518E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87DF-C1F8-4F0F-81CB-FC15FBDFB39A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C16089B-1ED6-5977-267B-4A60C575F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383469C-F40D-CDC5-A999-F15C4959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19646-611F-411B-88E9-43477F61A45E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3107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3846C3F-0767-E765-A119-E5C7CAA27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87DF-C1F8-4F0F-81CB-FC15FBDFB39A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DED8181-6BEC-1408-B61C-26F2C27E7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BB5CF68-8575-F382-AF83-76E7BB073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19646-611F-411B-88E9-43477F61A45E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16417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F9E5E3-76F0-ED85-1CFF-C10648F5A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E1C9E72-A07E-4C80-59BA-EAB0A29B0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91972D3-29A6-9DC1-820B-04A7112E38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A73D1B0-1549-8BDA-856B-DAA2880F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87DF-C1F8-4F0F-81CB-FC15FBDFB39A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41A05D8-4459-BB8C-7F84-5E02DFE68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1E6F5B0-AB68-FD86-42EC-179CF2120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19646-611F-411B-88E9-43477F61A45E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06494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129AAA-F9DD-95A3-DDBF-5D64A86A4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FD074CB-D5A1-7AEE-F518-3C5BB48A77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1732236-261F-8599-A522-A902A04696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6050660-DBAB-D75F-818F-07F5FF7D4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87DF-C1F8-4F0F-81CB-FC15FBDFB39A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FBDBD03-C50C-2615-E5F3-5A1626755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00AFEFC-D2FE-9CCA-B433-A380DC26B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19646-611F-411B-88E9-43477F61A45E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353665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99C3D0-6012-1DFE-ACF6-C7739CB08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D2E2D86-0CFE-D9C9-026B-54A3689EB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7889543-66F5-C683-AC20-4F76F2A38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87DF-C1F8-4F0F-81CB-FC15FBDFB39A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E59C74-2AC3-E795-480C-7CEA9592F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53F95D-C957-09FF-0A64-9F8E6DE3E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19646-611F-411B-88E9-43477F61A45E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300137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DF4338A-B6D8-1DC2-B16A-7C2BD51EC2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66D899D-0CBE-43B4-EFE3-65629F2574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72D0A3-C0A0-38EF-DC25-49C3DA767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87DF-C1F8-4F0F-81CB-FC15FBDFB39A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4E82E8-2732-2024-598A-0116639DE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F3A8127-91C5-DA92-5F8D-DE57AA647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19646-611F-411B-88E9-43477F61A45E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4868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6448CDA-FFF9-5699-BD3F-89C2EBB7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2BE8BDA-4F74-B2A5-65F2-0F2CC86773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6D90FB1-2115-7191-FF0F-24E2527D9B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0987DF-C1F8-4F0F-81CB-FC15FBDFB39A}" type="datetimeFigureOut">
              <a:rPr lang="es-PE" smtClean="0"/>
              <a:t>13/12/2024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1023750-8B4F-30B6-FAA5-F89645B90F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228562B-E413-0D34-9ACF-C6A6D2362C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A19646-611F-411B-88E9-43477F61A45E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0817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5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2.png"/><Relationship Id="rId7" Type="http://schemas.openxmlformats.org/officeDocument/2006/relationships/image" Target="../media/image2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8B5DE6-9E38-5004-CFE9-6A44C13A8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¡MUCHAS GRACIAS PROFESOR PETRLIK!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AF8793A-605D-E971-6674-8AD185F75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383" y="1993775"/>
            <a:ext cx="4156294" cy="415629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C10FDA4-CAED-7746-51A5-35DE70A3E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434" y="1993775"/>
            <a:ext cx="4310270" cy="415830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844A998-8389-7B8E-D1B6-3E459AEA69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9004" y="1874505"/>
            <a:ext cx="1435225" cy="1435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9864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46D23D3E-3A7A-51CF-3930-08C1B4259908}"/>
              </a:ext>
            </a:extLst>
          </p:cNvPr>
          <p:cNvSpPr>
            <a:spLocks/>
          </p:cNvSpPr>
          <p:nvPr/>
        </p:nvSpPr>
        <p:spPr>
          <a:xfrm>
            <a:off x="0" y="1524661"/>
            <a:ext cx="12502835" cy="5333340"/>
          </a:xfrm>
          <a:prstGeom prst="rect">
            <a:avLst/>
          </a:prstGeom>
          <a:solidFill>
            <a:srgbClr val="EEEEEE"/>
          </a:solidFill>
          <a:ln>
            <a:solidFill>
              <a:srgbClr val="DCDCDC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97374DA-16D4-B576-A2DE-28F55FB74CCA}"/>
              </a:ext>
            </a:extLst>
          </p:cNvPr>
          <p:cNvSpPr/>
          <p:nvPr/>
        </p:nvSpPr>
        <p:spPr>
          <a:xfrm>
            <a:off x="0" y="0"/>
            <a:ext cx="12502836" cy="1563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tx1"/>
              </a:solidFill>
            </a:endParaRPr>
          </a:p>
        </p:txBody>
      </p:sp>
      <p:pic>
        <p:nvPicPr>
          <p:cNvPr id="6" name="Imagen 5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5E577465-3935-1906-737B-16FF47875F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88" y="143944"/>
            <a:ext cx="3203286" cy="1295079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31FC0448-17FD-5020-ABE7-2C46FC0F83F2}"/>
              </a:ext>
            </a:extLst>
          </p:cNvPr>
          <p:cNvSpPr/>
          <p:nvPr/>
        </p:nvSpPr>
        <p:spPr>
          <a:xfrm>
            <a:off x="588653" y="2646134"/>
            <a:ext cx="149432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4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USUARIO</a:t>
            </a:r>
            <a:endParaRPr lang="es-ES" sz="2400" b="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C9F6D16-E1CF-B4E3-13E4-26934883B3D4}"/>
              </a:ext>
            </a:extLst>
          </p:cNvPr>
          <p:cNvSpPr/>
          <p:nvPr/>
        </p:nvSpPr>
        <p:spPr>
          <a:xfrm>
            <a:off x="706846" y="3193437"/>
            <a:ext cx="275225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57083C8-44F1-EE14-CAAA-07A4399B45A2}"/>
              </a:ext>
            </a:extLst>
          </p:cNvPr>
          <p:cNvSpPr/>
          <p:nvPr/>
        </p:nvSpPr>
        <p:spPr>
          <a:xfrm>
            <a:off x="588653" y="3780770"/>
            <a:ext cx="220284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4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CONTRASEÑA</a:t>
            </a:r>
            <a:endParaRPr lang="es-ES" sz="2400" b="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54A477B-259D-7F6C-90BC-F1CA161E47B4}"/>
              </a:ext>
            </a:extLst>
          </p:cNvPr>
          <p:cNvSpPr/>
          <p:nvPr/>
        </p:nvSpPr>
        <p:spPr>
          <a:xfrm>
            <a:off x="706846" y="4284507"/>
            <a:ext cx="275225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79B7F96B-A864-5B1F-4AB8-DE6B805EFC05}"/>
              </a:ext>
            </a:extLst>
          </p:cNvPr>
          <p:cNvSpPr/>
          <p:nvPr/>
        </p:nvSpPr>
        <p:spPr>
          <a:xfrm>
            <a:off x="706846" y="5070326"/>
            <a:ext cx="1901953" cy="731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ENTRAR</a:t>
            </a:r>
          </a:p>
        </p:txBody>
      </p:sp>
      <p:pic>
        <p:nvPicPr>
          <p:cNvPr id="13" name="Imagen 12" descr="Un edificio de ladrillo&#10;&#10;Descripción generada automáticamente">
            <a:extLst>
              <a:ext uri="{FF2B5EF4-FFF2-40B4-BE49-F238E27FC236}">
                <a16:creationId xmlns:a16="http://schemas.microsoft.com/office/drawing/2014/main" id="{199B66FD-9D6A-0CD4-912A-FF0592BA1E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72" r="32611"/>
          <a:stretch/>
        </p:blipFill>
        <p:spPr>
          <a:xfrm>
            <a:off x="8873227" y="0"/>
            <a:ext cx="3629608" cy="6858000"/>
          </a:xfrm>
          <a:prstGeom prst="rect">
            <a:avLst/>
          </a:prstGeom>
        </p:spPr>
      </p:pic>
      <p:sp>
        <p:nvSpPr>
          <p:cNvPr id="14" name="Rectángulo 13">
            <a:extLst>
              <a:ext uri="{FF2B5EF4-FFF2-40B4-BE49-F238E27FC236}">
                <a16:creationId xmlns:a16="http://schemas.microsoft.com/office/drawing/2014/main" id="{669CF5FF-042C-B2B5-0476-6B891678220E}"/>
              </a:ext>
            </a:extLst>
          </p:cNvPr>
          <p:cNvSpPr/>
          <p:nvPr/>
        </p:nvSpPr>
        <p:spPr>
          <a:xfrm>
            <a:off x="551671" y="2047868"/>
            <a:ext cx="276710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800" b="1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INICIAR SESIÓ</a:t>
            </a:r>
            <a:r>
              <a:rPr lang="es-ES" sz="28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N</a:t>
            </a:r>
            <a:endParaRPr lang="es-ES" sz="28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3A5D6BA-BE34-13E6-9BBF-CC74D53466F2}"/>
              </a:ext>
            </a:extLst>
          </p:cNvPr>
          <p:cNvSpPr/>
          <p:nvPr/>
        </p:nvSpPr>
        <p:spPr>
          <a:xfrm>
            <a:off x="2888083" y="5070326"/>
            <a:ext cx="1901953" cy="731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SALIR</a:t>
            </a:r>
          </a:p>
        </p:txBody>
      </p:sp>
    </p:spTree>
    <p:extLst>
      <p:ext uri="{BB962C8B-B14F-4D97-AF65-F5344CB8AC3E}">
        <p14:creationId xmlns:p14="http://schemas.microsoft.com/office/powerpoint/2010/main" val="4053772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95338D-9CC8-61AD-9018-A1632756C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PE" dirty="0"/>
              <a:t>Ventanas de Errores del Login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95785B0-7505-2BBF-35A7-D2ED5C0EB2D9}"/>
              </a:ext>
            </a:extLst>
          </p:cNvPr>
          <p:cNvSpPr/>
          <p:nvPr/>
        </p:nvSpPr>
        <p:spPr>
          <a:xfrm>
            <a:off x="704712" y="2030498"/>
            <a:ext cx="4799795" cy="31933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tx1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DD1A75C-2D5E-E414-3DFB-E778B8DAF0B7}"/>
              </a:ext>
            </a:extLst>
          </p:cNvPr>
          <p:cNvSpPr/>
          <p:nvPr/>
        </p:nvSpPr>
        <p:spPr>
          <a:xfrm>
            <a:off x="1494344" y="2575110"/>
            <a:ext cx="13051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800" b="1" dirty="0">
                <a:ln w="0">
                  <a:noFill/>
                </a:ln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ERROR</a:t>
            </a:r>
            <a:endParaRPr lang="es-ES" sz="2800" b="1" cap="none" spc="0" dirty="0">
              <a:ln w="0">
                <a:noFill/>
              </a:ln>
              <a:solidFill>
                <a:srgbClr val="FF0000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028C42-12B3-DC84-B712-53E316425A5B}"/>
              </a:ext>
            </a:extLst>
          </p:cNvPr>
          <p:cNvSpPr/>
          <p:nvPr/>
        </p:nvSpPr>
        <p:spPr>
          <a:xfrm>
            <a:off x="904170" y="3141149"/>
            <a:ext cx="2485514" cy="73866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“Usuario o Contraseña” “incorrectos</a:t>
            </a:r>
            <a:r>
              <a:rPr lang="es-ES" sz="14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”</a:t>
            </a:r>
            <a:endParaRPr lang="es-ES" sz="1400" b="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ES" sz="14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Volver a digitar datos.</a:t>
            </a:r>
            <a:endParaRPr lang="es-ES" sz="1400" b="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8" name="Imagen 7" descr="Una caricatura de una persona&#10;&#10;Descripción generada automáticamente con confianza media">
            <a:extLst>
              <a:ext uri="{FF2B5EF4-FFF2-40B4-BE49-F238E27FC236}">
                <a16:creationId xmlns:a16="http://schemas.microsoft.com/office/drawing/2014/main" id="{C7991AD2-702B-8DA7-141A-5F67E65F48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9142" y="2167129"/>
            <a:ext cx="1563283" cy="2045956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31BD02E1-1847-0BD5-154F-D904AFAD40EC}"/>
              </a:ext>
            </a:extLst>
          </p:cNvPr>
          <p:cNvSpPr/>
          <p:nvPr/>
        </p:nvSpPr>
        <p:spPr>
          <a:xfrm>
            <a:off x="6765956" y="2030498"/>
            <a:ext cx="4799795" cy="31933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tx1"/>
              </a:solidFill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9E7D5E8-E25B-8FAC-F83D-E160F27F6736}"/>
              </a:ext>
            </a:extLst>
          </p:cNvPr>
          <p:cNvSpPr/>
          <p:nvPr/>
        </p:nvSpPr>
        <p:spPr>
          <a:xfrm>
            <a:off x="7555588" y="2575110"/>
            <a:ext cx="13051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800" b="1" dirty="0">
                <a:ln w="0">
                  <a:noFill/>
                </a:ln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ERROR</a:t>
            </a:r>
            <a:endParaRPr lang="es-ES" sz="2800" b="1" cap="none" spc="0" dirty="0">
              <a:ln w="0">
                <a:noFill/>
              </a:ln>
              <a:solidFill>
                <a:srgbClr val="FF0000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58EB0FE-0AF1-E3F5-FC8D-EA993DE90722}"/>
              </a:ext>
            </a:extLst>
          </p:cNvPr>
          <p:cNvSpPr/>
          <p:nvPr/>
        </p:nvSpPr>
        <p:spPr>
          <a:xfrm>
            <a:off x="6965414" y="3141149"/>
            <a:ext cx="2485514" cy="73866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“Campos en Blanco”</a:t>
            </a:r>
          </a:p>
          <a:p>
            <a:pPr algn="ctr"/>
            <a:r>
              <a:rPr lang="es-ES" sz="14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No puedes dejar campos en blanco.</a:t>
            </a:r>
            <a:endParaRPr lang="es-ES" sz="1400" b="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12" name="Imagen 11" descr="Una caricatura de una persona&#10;&#10;Descripción generada automáticamente con confianza media">
            <a:extLst>
              <a:ext uri="{FF2B5EF4-FFF2-40B4-BE49-F238E27FC236}">
                <a16:creationId xmlns:a16="http://schemas.microsoft.com/office/drawing/2014/main" id="{D0861A0A-87E6-A508-D12C-892FD0003F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0386" y="2167129"/>
            <a:ext cx="1563283" cy="2045956"/>
          </a:xfrm>
          <a:prstGeom prst="rect">
            <a:avLst/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6B13BDE4-57CA-2FAC-9786-D79BE0618072}"/>
              </a:ext>
            </a:extLst>
          </p:cNvPr>
          <p:cNvSpPr/>
          <p:nvPr/>
        </p:nvSpPr>
        <p:spPr>
          <a:xfrm>
            <a:off x="2281371" y="4481337"/>
            <a:ext cx="1646476" cy="4742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Continuar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E595256-9821-22AC-29E9-B8244E58DE13}"/>
              </a:ext>
            </a:extLst>
          </p:cNvPr>
          <p:cNvSpPr/>
          <p:nvPr/>
        </p:nvSpPr>
        <p:spPr>
          <a:xfrm>
            <a:off x="8627690" y="4479927"/>
            <a:ext cx="1646476" cy="4742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Continuar</a:t>
            </a:r>
          </a:p>
        </p:txBody>
      </p:sp>
    </p:spTree>
    <p:extLst>
      <p:ext uri="{BB962C8B-B14F-4D97-AF65-F5344CB8AC3E}">
        <p14:creationId xmlns:p14="http://schemas.microsoft.com/office/powerpoint/2010/main" val="3925586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1A326-02FC-4F59-3CF2-6154C28C1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666DBE-7F3D-43D8-8970-75F59E7A9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PE" dirty="0"/>
              <a:t>Ventanas de Cierre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4CBFDE0-3D9B-690A-AA35-A53850F74FC7}"/>
              </a:ext>
            </a:extLst>
          </p:cNvPr>
          <p:cNvSpPr/>
          <p:nvPr/>
        </p:nvSpPr>
        <p:spPr>
          <a:xfrm>
            <a:off x="704712" y="2030497"/>
            <a:ext cx="4799795" cy="3510224"/>
          </a:xfrm>
          <a:prstGeom prst="rect">
            <a:avLst/>
          </a:prstGeom>
          <a:solidFill>
            <a:srgbClr val="EEEEEE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5C3CDC0-5B33-5744-119E-A5D1ED9B6E72}"/>
              </a:ext>
            </a:extLst>
          </p:cNvPr>
          <p:cNvSpPr/>
          <p:nvPr/>
        </p:nvSpPr>
        <p:spPr>
          <a:xfrm>
            <a:off x="952424" y="2421221"/>
            <a:ext cx="4292519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¿Realmente Quieres Salir del Programa?</a:t>
            </a:r>
            <a:endParaRPr lang="es-ES" sz="1400" b="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68FC3076-1917-850B-CB2A-77C3A229BE8F}"/>
              </a:ext>
            </a:extLst>
          </p:cNvPr>
          <p:cNvSpPr/>
          <p:nvPr/>
        </p:nvSpPr>
        <p:spPr>
          <a:xfrm>
            <a:off x="1452207" y="4916072"/>
            <a:ext cx="1354367" cy="30777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SI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987B7DA-5599-5B1E-35B3-469EA6152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370" y="2905839"/>
            <a:ext cx="1646476" cy="1759540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71932E3B-D809-A765-925A-F185A032A82D}"/>
              </a:ext>
            </a:extLst>
          </p:cNvPr>
          <p:cNvSpPr/>
          <p:nvPr/>
        </p:nvSpPr>
        <p:spPr>
          <a:xfrm>
            <a:off x="3250663" y="4916072"/>
            <a:ext cx="1354367" cy="30777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>
                <a:solidFill>
                  <a:schemeClr val="bg1"/>
                </a:solidFill>
              </a:rPr>
              <a:t>NO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C0E35C9-E601-FD10-EC85-E1E2C6AF619D}"/>
              </a:ext>
            </a:extLst>
          </p:cNvPr>
          <p:cNvSpPr/>
          <p:nvPr/>
        </p:nvSpPr>
        <p:spPr>
          <a:xfrm>
            <a:off x="6687493" y="2030497"/>
            <a:ext cx="4799795" cy="3510224"/>
          </a:xfrm>
          <a:prstGeom prst="rect">
            <a:avLst/>
          </a:prstGeom>
          <a:solidFill>
            <a:srgbClr val="EEEEEE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tx1"/>
              </a:solidFill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4EC847B3-E6AB-A194-641C-EEA04974646A}"/>
              </a:ext>
            </a:extLst>
          </p:cNvPr>
          <p:cNvSpPr/>
          <p:nvPr/>
        </p:nvSpPr>
        <p:spPr>
          <a:xfrm>
            <a:off x="6935205" y="2421221"/>
            <a:ext cx="4292519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¿Realmente Quieres Cerrar Sesión?</a:t>
            </a:r>
            <a:endParaRPr lang="es-ES" sz="1400" b="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71BE6B7-0618-0F0F-82D2-6BFDB3545C56}"/>
              </a:ext>
            </a:extLst>
          </p:cNvPr>
          <p:cNvSpPr/>
          <p:nvPr/>
        </p:nvSpPr>
        <p:spPr>
          <a:xfrm>
            <a:off x="7586967" y="4916072"/>
            <a:ext cx="1354367" cy="30777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SI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ED07F41-AB85-C717-CE77-A6C5C9EED23D}"/>
              </a:ext>
            </a:extLst>
          </p:cNvPr>
          <p:cNvSpPr/>
          <p:nvPr/>
        </p:nvSpPr>
        <p:spPr>
          <a:xfrm>
            <a:off x="9385426" y="4916072"/>
            <a:ext cx="1354367" cy="30777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>
                <a:solidFill>
                  <a:schemeClr val="bg1"/>
                </a:solidFill>
              </a:rPr>
              <a:t>NO</a:t>
            </a:r>
          </a:p>
        </p:txBody>
      </p:sp>
      <p:pic>
        <p:nvPicPr>
          <p:cNvPr id="22" name="Imagen 21" descr="Imagen que contiene gabinete, interior, persona, parado&#10;&#10;Descripción generada automáticamente">
            <a:extLst>
              <a:ext uri="{FF2B5EF4-FFF2-40B4-BE49-F238E27FC236}">
                <a16:creationId xmlns:a16="http://schemas.microsoft.com/office/drawing/2014/main" id="{B659317B-9D5A-8232-081A-8F211E72DA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347" y="2905840"/>
            <a:ext cx="1693362" cy="1693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500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AFFA2C27-CD17-5DA3-010B-764AD3FDB7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998" t="30000" r="35384" b="43427"/>
          <a:stretch/>
        </p:blipFill>
        <p:spPr>
          <a:xfrm>
            <a:off x="622607" y="2739366"/>
            <a:ext cx="3230092" cy="204414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/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4AB16C9-468B-9D39-BD24-A9A0634ABB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844" t="34348" r="13588" b="38840"/>
          <a:stretch/>
        </p:blipFill>
        <p:spPr>
          <a:xfrm>
            <a:off x="4660184" y="2733522"/>
            <a:ext cx="3144456" cy="201218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/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1A9FBE32-12CA-802E-78AB-51DD19BF3F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152" t="34492" r="38289" b="38696"/>
          <a:stretch/>
        </p:blipFill>
        <p:spPr>
          <a:xfrm>
            <a:off x="8596469" y="2733675"/>
            <a:ext cx="3144456" cy="201302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/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8416DE46-C794-54D8-9F87-FF8A43CE6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425" y="812800"/>
            <a:ext cx="10515600" cy="1325563"/>
          </a:xfrm>
        </p:spPr>
        <p:txBody>
          <a:bodyPr/>
          <a:lstStyle/>
          <a:p>
            <a:pPr algn="ctr"/>
            <a:r>
              <a:rPr lang="es-PE" dirty="0"/>
              <a:t>Ventanas de Confirmación del CRUD</a:t>
            </a:r>
          </a:p>
        </p:txBody>
      </p:sp>
    </p:spTree>
    <p:extLst>
      <p:ext uri="{BB962C8B-B14F-4D97-AF65-F5344CB8AC3E}">
        <p14:creationId xmlns:p14="http://schemas.microsoft.com/office/powerpoint/2010/main" val="587946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69749-D64F-30E2-E2A6-D82E1EBD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FF440D3B-3694-2B12-76AC-17F7D0C49C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215" t="30000" r="10318" b="43427"/>
          <a:stretch/>
        </p:blipFill>
        <p:spPr>
          <a:xfrm>
            <a:off x="8202468" y="2471582"/>
            <a:ext cx="3532830" cy="225008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/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A8EAA87-3123-7588-DB66-A37B835F07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151" t="34348" r="38199" b="38840"/>
          <a:stretch/>
        </p:blipFill>
        <p:spPr>
          <a:xfrm>
            <a:off x="461081" y="2471581"/>
            <a:ext cx="3528451" cy="225008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/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0178FC71-D3A7-E302-A825-9702E77FF4E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046" t="34492" r="11223" b="38696"/>
          <a:stretch/>
        </p:blipFill>
        <p:spPr>
          <a:xfrm>
            <a:off x="4325748" y="2471581"/>
            <a:ext cx="3540504" cy="225008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/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4EB37E90-DEE0-C4C3-2521-D85757E87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425" y="812800"/>
            <a:ext cx="10515600" cy="1325563"/>
          </a:xfrm>
        </p:spPr>
        <p:txBody>
          <a:bodyPr/>
          <a:lstStyle/>
          <a:p>
            <a:pPr algn="ctr"/>
            <a:r>
              <a:rPr lang="es-PE" dirty="0"/>
              <a:t>Ventanas de ERROR del CRUD</a:t>
            </a:r>
          </a:p>
        </p:txBody>
      </p:sp>
    </p:spTree>
    <p:extLst>
      <p:ext uri="{BB962C8B-B14F-4D97-AF65-F5344CB8AC3E}">
        <p14:creationId xmlns:p14="http://schemas.microsoft.com/office/powerpoint/2010/main" val="3664585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71F32CDA-FFB5-6E7D-6BD8-F85FFEA91E91}"/>
              </a:ext>
            </a:extLst>
          </p:cNvPr>
          <p:cNvSpPr/>
          <p:nvPr/>
        </p:nvSpPr>
        <p:spPr>
          <a:xfrm>
            <a:off x="0" y="0"/>
            <a:ext cx="2616740" cy="11673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pic>
        <p:nvPicPr>
          <p:cNvPr id="5" name="Imagen 4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8E422B7E-940B-4B59-8E84-BA16C9F2AE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71" y="134217"/>
            <a:ext cx="2194397" cy="887188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702B1F61-A951-93FE-EE48-E128E6EDC7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" y="1155622"/>
            <a:ext cx="2616740" cy="5702378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8E1129F-969D-8E7B-485E-F72C8E2ED9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16740" y="0"/>
            <a:ext cx="957526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E1D6AD2-0514-7278-374D-11A9B4F7E598}"/>
              </a:ext>
            </a:extLst>
          </p:cNvPr>
          <p:cNvSpPr/>
          <p:nvPr/>
        </p:nvSpPr>
        <p:spPr>
          <a:xfrm>
            <a:off x="2894412" y="316201"/>
            <a:ext cx="422904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8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REGISTRO DE USUARIOS</a:t>
            </a:r>
            <a:endParaRPr lang="es-ES" sz="28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3593EA5-E513-AB1E-867F-556B9CE19BB8}"/>
              </a:ext>
            </a:extLst>
          </p:cNvPr>
          <p:cNvSpPr/>
          <p:nvPr/>
        </p:nvSpPr>
        <p:spPr>
          <a:xfrm>
            <a:off x="3189052" y="4394819"/>
            <a:ext cx="8737058" cy="19962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06C1672-9759-9896-34A1-76FB74F8F108}"/>
              </a:ext>
            </a:extLst>
          </p:cNvPr>
          <p:cNvSpPr/>
          <p:nvPr/>
        </p:nvSpPr>
        <p:spPr>
          <a:xfrm>
            <a:off x="-230" y="3158709"/>
            <a:ext cx="2616740" cy="608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BFF866AC-8F2A-35D6-4074-DB71B8C6E7AD}"/>
              </a:ext>
            </a:extLst>
          </p:cNvPr>
          <p:cNvSpPr/>
          <p:nvPr/>
        </p:nvSpPr>
        <p:spPr>
          <a:xfrm>
            <a:off x="3339829" y="4077552"/>
            <a:ext cx="3804138" cy="41662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LISTA DE USUARIOS REGISTRADOS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A7E31D33-3343-C272-E602-519EB8179B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189053" y="1302014"/>
            <a:ext cx="8737058" cy="2468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17F8443-2BE1-ED58-9BFD-8556CABD39FE}"/>
              </a:ext>
            </a:extLst>
          </p:cNvPr>
          <p:cNvSpPr/>
          <p:nvPr/>
        </p:nvSpPr>
        <p:spPr>
          <a:xfrm>
            <a:off x="3336163" y="1623704"/>
            <a:ext cx="1007006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Nombres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2FF510BB-C4F2-A6C2-F64D-F3C1A20BAB2C}"/>
              </a:ext>
            </a:extLst>
          </p:cNvPr>
          <p:cNvSpPr/>
          <p:nvPr/>
        </p:nvSpPr>
        <p:spPr>
          <a:xfrm>
            <a:off x="3442969" y="1047557"/>
            <a:ext cx="2812058" cy="41662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DATOS DEL REGISTRO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29036EA-8307-2DD6-8C19-B6829EEF00F0}"/>
              </a:ext>
            </a:extLst>
          </p:cNvPr>
          <p:cNvSpPr/>
          <p:nvPr/>
        </p:nvSpPr>
        <p:spPr>
          <a:xfrm>
            <a:off x="10661398" y="780572"/>
            <a:ext cx="1272956" cy="382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ELIMINAR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F86BA8E0-F62F-15B7-3888-62C3764B4215}"/>
              </a:ext>
            </a:extLst>
          </p:cNvPr>
          <p:cNvSpPr/>
          <p:nvPr/>
        </p:nvSpPr>
        <p:spPr>
          <a:xfrm>
            <a:off x="3439302" y="1940181"/>
            <a:ext cx="3161490" cy="237248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B84EDD1-C5C5-CC6A-8B9D-1FD9DCD4C43C}"/>
              </a:ext>
            </a:extLst>
          </p:cNvPr>
          <p:cNvSpPr/>
          <p:nvPr/>
        </p:nvSpPr>
        <p:spPr>
          <a:xfrm>
            <a:off x="3336163" y="2259256"/>
            <a:ext cx="1007007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Apellidos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3119EF95-4EEF-B014-1460-F83B1AC7451B}"/>
              </a:ext>
            </a:extLst>
          </p:cNvPr>
          <p:cNvSpPr/>
          <p:nvPr/>
        </p:nvSpPr>
        <p:spPr>
          <a:xfrm>
            <a:off x="6985874" y="1622024"/>
            <a:ext cx="1954381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Tipo de Documento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3FE1D5F9-B13F-2575-8E8D-22DBB776C53E}"/>
              </a:ext>
            </a:extLst>
          </p:cNvPr>
          <p:cNvSpPr/>
          <p:nvPr/>
        </p:nvSpPr>
        <p:spPr>
          <a:xfrm>
            <a:off x="9320764" y="1630781"/>
            <a:ext cx="1922321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Nro. de Documento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6A803A3F-57DC-12C8-63D4-0EAACD7EA035}"/>
              </a:ext>
            </a:extLst>
          </p:cNvPr>
          <p:cNvSpPr/>
          <p:nvPr/>
        </p:nvSpPr>
        <p:spPr>
          <a:xfrm>
            <a:off x="7102665" y="3212465"/>
            <a:ext cx="1709138" cy="246206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BA06A834-216F-4E99-8560-AFA03AA619E4}"/>
              </a:ext>
            </a:extLst>
          </p:cNvPr>
          <p:cNvSpPr/>
          <p:nvPr/>
        </p:nvSpPr>
        <p:spPr>
          <a:xfrm>
            <a:off x="7004580" y="2255729"/>
            <a:ext cx="1680268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Nro. de contacto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26EBC30-DF69-4DA3-8F0A-0780FA189C7C}"/>
              </a:ext>
            </a:extLst>
          </p:cNvPr>
          <p:cNvSpPr/>
          <p:nvPr/>
        </p:nvSpPr>
        <p:spPr>
          <a:xfrm>
            <a:off x="9423862" y="2255728"/>
            <a:ext cx="750526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Cargo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7355AAD9-7939-2EBE-7E60-DB418298A0D2}"/>
              </a:ext>
            </a:extLst>
          </p:cNvPr>
          <p:cNvSpPr/>
          <p:nvPr/>
        </p:nvSpPr>
        <p:spPr>
          <a:xfrm>
            <a:off x="3248464" y="4612414"/>
            <a:ext cx="8737059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just"/>
            <a:r>
              <a:rPr lang="es-ES" sz="1200" b="1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Id    Nombres        A</a:t>
            </a:r>
            <a:r>
              <a:rPr lang="es-ES" sz="12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pellidos         Tipo Doc.         Nro. Doc.         Número Cargo        Usuario        Contraseña     Email</a:t>
            </a:r>
            <a:endParaRPr lang="es-ES" sz="12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A484B0AC-C37F-5B39-75A2-E06B16CDEA0D}"/>
              </a:ext>
            </a:extLst>
          </p:cNvPr>
          <p:cNvCxnSpPr>
            <a:cxnSpLocks/>
          </p:cNvCxnSpPr>
          <p:nvPr/>
        </p:nvCxnSpPr>
        <p:spPr>
          <a:xfrm>
            <a:off x="3189051" y="4965064"/>
            <a:ext cx="8737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ángulo 33">
            <a:extLst>
              <a:ext uri="{FF2B5EF4-FFF2-40B4-BE49-F238E27FC236}">
                <a16:creationId xmlns:a16="http://schemas.microsoft.com/office/drawing/2014/main" id="{7F3C3F0F-103B-CD02-28B8-6CD52EEB1E1F}"/>
              </a:ext>
            </a:extLst>
          </p:cNvPr>
          <p:cNvSpPr/>
          <p:nvPr/>
        </p:nvSpPr>
        <p:spPr>
          <a:xfrm>
            <a:off x="385267" y="5842870"/>
            <a:ext cx="1901953" cy="731760"/>
          </a:xfrm>
          <a:prstGeom prst="rect">
            <a:avLst/>
          </a:prstGeom>
          <a:solidFill>
            <a:srgbClr val="FFC64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tx1"/>
                </a:solidFill>
              </a:rPr>
              <a:t>CERRAR SESIÓN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FA7E3D1-95ED-DF9A-E7E3-EA3A4E73F223}"/>
              </a:ext>
            </a:extLst>
          </p:cNvPr>
          <p:cNvSpPr/>
          <p:nvPr/>
        </p:nvSpPr>
        <p:spPr>
          <a:xfrm>
            <a:off x="298270" y="3322996"/>
            <a:ext cx="1919115" cy="27699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b="1" dirty="0">
                <a:ln w="0">
                  <a:noFill/>
                </a:ln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REGISTRO DE USUARIOS</a:t>
            </a:r>
            <a:endParaRPr lang="es-ES" sz="1200" b="1" cap="none" spc="0" dirty="0">
              <a:ln w="0">
                <a:noFill/>
              </a:ln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37" name="Imagen 36" descr="Icono&#10;&#10;Descripción generada automáticamente">
            <a:extLst>
              <a:ext uri="{FF2B5EF4-FFF2-40B4-BE49-F238E27FC236}">
                <a16:creationId xmlns:a16="http://schemas.microsoft.com/office/drawing/2014/main" id="{B880996A-40DD-95CA-800A-25098378AB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7746" y="4498588"/>
            <a:ext cx="438100" cy="438100"/>
          </a:xfrm>
          <a:prstGeom prst="rect">
            <a:avLst/>
          </a:prstGeom>
        </p:spPr>
      </p:pic>
      <p:sp>
        <p:nvSpPr>
          <p:cNvPr id="42" name="Rectángulo 41">
            <a:extLst>
              <a:ext uri="{FF2B5EF4-FFF2-40B4-BE49-F238E27FC236}">
                <a16:creationId xmlns:a16="http://schemas.microsoft.com/office/drawing/2014/main" id="{C110189E-69DE-84E4-11EE-5AC4056AEAED}"/>
              </a:ext>
            </a:extLst>
          </p:cNvPr>
          <p:cNvSpPr/>
          <p:nvPr/>
        </p:nvSpPr>
        <p:spPr>
          <a:xfrm>
            <a:off x="287106" y="3932200"/>
            <a:ext cx="2024914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ASISTENCIA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F7DE01E2-2941-6E03-E774-F3AC10E2C6BF}"/>
              </a:ext>
            </a:extLst>
          </p:cNvPr>
          <p:cNvSpPr/>
          <p:nvPr/>
        </p:nvSpPr>
        <p:spPr>
          <a:xfrm>
            <a:off x="393524" y="4543643"/>
            <a:ext cx="1806906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EQUIPOS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6CF3DCDB-07E0-2F40-FB4F-83AA983AF5AE}"/>
              </a:ext>
            </a:extLst>
          </p:cNvPr>
          <p:cNvSpPr/>
          <p:nvPr/>
        </p:nvSpPr>
        <p:spPr>
          <a:xfrm>
            <a:off x="201728" y="5057432"/>
            <a:ext cx="2268571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HORARIOS DE LABORATORIO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3" name="Imagen 2" descr="Forma&#10;&#10;Descripción generada automáticamente con confianza baja">
            <a:extLst>
              <a:ext uri="{FF2B5EF4-FFF2-40B4-BE49-F238E27FC236}">
                <a16:creationId xmlns:a16="http://schemas.microsoft.com/office/drawing/2014/main" id="{DBEFD411-AA1D-8936-2EBD-4106784573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6" b="47244"/>
          <a:stretch/>
        </p:blipFill>
        <p:spPr>
          <a:xfrm flipV="1">
            <a:off x="3133524" y="6313512"/>
            <a:ext cx="8737059" cy="136703"/>
          </a:xfrm>
          <a:prstGeom prst="rect">
            <a:avLst/>
          </a:prstGeom>
        </p:spPr>
      </p:pic>
      <p:sp>
        <p:nvSpPr>
          <p:cNvPr id="33" name="Rectángulo 32">
            <a:extLst>
              <a:ext uri="{FF2B5EF4-FFF2-40B4-BE49-F238E27FC236}">
                <a16:creationId xmlns:a16="http://schemas.microsoft.com/office/drawing/2014/main" id="{B283E606-63E2-463C-AA50-9EFEE7143AE3}"/>
              </a:ext>
            </a:extLst>
          </p:cNvPr>
          <p:cNvSpPr/>
          <p:nvPr/>
        </p:nvSpPr>
        <p:spPr>
          <a:xfrm>
            <a:off x="288750" y="2722803"/>
            <a:ext cx="214977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6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Nombre de Usuario</a:t>
            </a:r>
            <a:endParaRPr lang="es-ES" sz="16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F79E3F54-A31A-99D1-209F-C7BC4620C549}"/>
              </a:ext>
            </a:extLst>
          </p:cNvPr>
          <p:cNvSpPr/>
          <p:nvPr/>
        </p:nvSpPr>
        <p:spPr>
          <a:xfrm>
            <a:off x="9109967" y="772063"/>
            <a:ext cx="1449064" cy="382612"/>
          </a:xfrm>
          <a:prstGeom prst="rect">
            <a:avLst/>
          </a:prstGeom>
          <a:solidFill>
            <a:srgbClr val="FFC64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tx1"/>
                </a:solidFill>
              </a:rPr>
              <a:t>MODIFICAR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3D37575-2D15-D427-95D1-478363E5AC03}"/>
              </a:ext>
            </a:extLst>
          </p:cNvPr>
          <p:cNvSpPr/>
          <p:nvPr/>
        </p:nvSpPr>
        <p:spPr>
          <a:xfrm>
            <a:off x="7555133" y="772062"/>
            <a:ext cx="1272956" cy="382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AGREGAR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15254FF-983D-1FF7-8116-E68114F5C62B}"/>
              </a:ext>
            </a:extLst>
          </p:cNvPr>
          <p:cNvSpPr/>
          <p:nvPr/>
        </p:nvSpPr>
        <p:spPr>
          <a:xfrm>
            <a:off x="9312675" y="3919664"/>
            <a:ext cx="2616740" cy="370819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9BAF8C85-9DB5-B0F6-78C6-0FEBF0A97128}"/>
              </a:ext>
            </a:extLst>
          </p:cNvPr>
          <p:cNvSpPr/>
          <p:nvPr/>
        </p:nvSpPr>
        <p:spPr>
          <a:xfrm>
            <a:off x="7996058" y="3919664"/>
            <a:ext cx="1316387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000" b="1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BUSCAR :</a:t>
            </a:r>
          </a:p>
        </p:txBody>
      </p:sp>
      <p:pic>
        <p:nvPicPr>
          <p:cNvPr id="39" name="Imagen 38" descr="Dibujo de un animal con la boca abierta&#10;&#10;Descripción generada automáticamente con confianza baja">
            <a:extLst>
              <a:ext uri="{FF2B5EF4-FFF2-40B4-BE49-F238E27FC236}">
                <a16:creationId xmlns:a16="http://schemas.microsoft.com/office/drawing/2014/main" id="{34AC5971-8E6A-AA2B-2C3F-59083478BD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392" y="1331606"/>
            <a:ext cx="1373057" cy="1362177"/>
          </a:xfrm>
          <a:prstGeom prst="rect">
            <a:avLst/>
          </a:prstGeom>
        </p:spPr>
      </p:pic>
      <p:pic>
        <p:nvPicPr>
          <p:cNvPr id="40" name="Imagen 39" descr="Icono&#10;&#10;Descripción generada automáticamente">
            <a:extLst>
              <a:ext uri="{FF2B5EF4-FFF2-40B4-BE49-F238E27FC236}">
                <a16:creationId xmlns:a16="http://schemas.microsoft.com/office/drawing/2014/main" id="{21067051-8469-A039-C66F-BAFDAF153E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037" y="909473"/>
            <a:ext cx="438100" cy="438100"/>
          </a:xfrm>
          <a:prstGeom prst="rect">
            <a:avLst/>
          </a:prstGeom>
        </p:spPr>
      </p:pic>
      <p:pic>
        <p:nvPicPr>
          <p:cNvPr id="44" name="Imagen 43" descr="Icono&#10;&#10;Descripción generada automáticamente">
            <a:extLst>
              <a:ext uri="{FF2B5EF4-FFF2-40B4-BE49-F238E27FC236}">
                <a16:creationId xmlns:a16="http://schemas.microsoft.com/office/drawing/2014/main" id="{4F88CFF4-34B8-E3C9-10FE-11EA94164E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723" y="3487721"/>
            <a:ext cx="361970" cy="361970"/>
          </a:xfrm>
          <a:prstGeom prst="rect">
            <a:avLst/>
          </a:prstGeom>
        </p:spPr>
      </p:pic>
      <p:pic>
        <p:nvPicPr>
          <p:cNvPr id="46" name="Imagen 45" descr="Icono&#10;&#10;Descripción generada automáticamente">
            <a:extLst>
              <a:ext uri="{FF2B5EF4-FFF2-40B4-BE49-F238E27FC236}">
                <a16:creationId xmlns:a16="http://schemas.microsoft.com/office/drawing/2014/main" id="{1F292B1B-A339-A376-9AC6-131E78688B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0535" y="979400"/>
            <a:ext cx="361970" cy="361970"/>
          </a:xfrm>
          <a:prstGeom prst="rect">
            <a:avLst/>
          </a:prstGeom>
        </p:spPr>
      </p:pic>
      <p:pic>
        <p:nvPicPr>
          <p:cNvPr id="47" name="Imagen 46" descr="Icono&#10;&#10;Descripción generada automáticamente">
            <a:extLst>
              <a:ext uri="{FF2B5EF4-FFF2-40B4-BE49-F238E27FC236}">
                <a16:creationId xmlns:a16="http://schemas.microsoft.com/office/drawing/2014/main" id="{1035942C-4C35-7BC3-54BD-7A6A829CE8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0512" y="6373375"/>
            <a:ext cx="361970" cy="361970"/>
          </a:xfrm>
          <a:prstGeom prst="rect">
            <a:avLst/>
          </a:prstGeom>
        </p:spPr>
      </p:pic>
      <p:sp>
        <p:nvSpPr>
          <p:cNvPr id="48" name="Rectángulo 47">
            <a:extLst>
              <a:ext uri="{FF2B5EF4-FFF2-40B4-BE49-F238E27FC236}">
                <a16:creationId xmlns:a16="http://schemas.microsoft.com/office/drawing/2014/main" id="{E72F0CAC-D9A0-6A0E-68F7-99E474AEAA94}"/>
              </a:ext>
            </a:extLst>
          </p:cNvPr>
          <p:cNvSpPr/>
          <p:nvPr/>
        </p:nvSpPr>
        <p:spPr>
          <a:xfrm>
            <a:off x="3409192" y="1919266"/>
            <a:ext cx="131161" cy="30777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just"/>
            <a:r>
              <a:rPr lang="es-ES" sz="14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|</a:t>
            </a:r>
            <a:endParaRPr lang="es-ES" sz="14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C8AD83BA-2FC6-E197-0CF3-4BA74D2594BF}"/>
              </a:ext>
            </a:extLst>
          </p:cNvPr>
          <p:cNvSpPr/>
          <p:nvPr/>
        </p:nvSpPr>
        <p:spPr>
          <a:xfrm>
            <a:off x="3442436" y="2575733"/>
            <a:ext cx="3161490" cy="237248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A2F4D740-083B-FF09-4C67-99CA169324E1}"/>
              </a:ext>
            </a:extLst>
          </p:cNvPr>
          <p:cNvSpPr/>
          <p:nvPr/>
        </p:nvSpPr>
        <p:spPr>
          <a:xfrm>
            <a:off x="3374263" y="2904888"/>
            <a:ext cx="860505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Usuario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3B236EB1-AF70-4BF7-16CD-D8F04C9347E4}"/>
              </a:ext>
            </a:extLst>
          </p:cNvPr>
          <p:cNvSpPr/>
          <p:nvPr/>
        </p:nvSpPr>
        <p:spPr>
          <a:xfrm>
            <a:off x="3442436" y="3218847"/>
            <a:ext cx="3161490" cy="237248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BDB65D72-27FA-F0BF-2B3D-62BC70CA87C4}"/>
              </a:ext>
            </a:extLst>
          </p:cNvPr>
          <p:cNvSpPr/>
          <p:nvPr/>
        </p:nvSpPr>
        <p:spPr>
          <a:xfrm>
            <a:off x="7125853" y="2563248"/>
            <a:ext cx="1709138" cy="246206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1A031A8C-377B-2D3C-CA2D-47C17575D83C}"/>
              </a:ext>
            </a:extLst>
          </p:cNvPr>
          <p:cNvSpPr/>
          <p:nvPr/>
        </p:nvSpPr>
        <p:spPr>
          <a:xfrm>
            <a:off x="7073379" y="2889029"/>
            <a:ext cx="1241855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Contraseña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B7929FA9-05FD-9DCF-210A-CCFEBE13742E}"/>
              </a:ext>
            </a:extLst>
          </p:cNvPr>
          <p:cNvSpPr/>
          <p:nvPr/>
        </p:nvSpPr>
        <p:spPr>
          <a:xfrm>
            <a:off x="9423715" y="1931286"/>
            <a:ext cx="2010658" cy="246206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F8FAA445-BEBB-F0E9-60C6-0AA3505E185E}"/>
              </a:ext>
            </a:extLst>
          </p:cNvPr>
          <p:cNvSpPr/>
          <p:nvPr/>
        </p:nvSpPr>
        <p:spPr>
          <a:xfrm>
            <a:off x="9442537" y="3204660"/>
            <a:ext cx="2010658" cy="246206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pic>
        <p:nvPicPr>
          <p:cNvPr id="59" name="Imagen 58" descr="Icono&#10;&#10;Descripción generada automáticamente">
            <a:extLst>
              <a:ext uri="{FF2B5EF4-FFF2-40B4-BE49-F238E27FC236}">
                <a16:creationId xmlns:a16="http://schemas.microsoft.com/office/drawing/2014/main" id="{A353BEA3-7A9A-8771-A829-847B4D67F1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9045" y="1948321"/>
            <a:ext cx="438100" cy="438100"/>
          </a:xfrm>
          <a:prstGeom prst="rect">
            <a:avLst/>
          </a:prstGeom>
        </p:spPr>
      </p:pic>
      <p:pic>
        <p:nvPicPr>
          <p:cNvPr id="60" name="Imagen 59" descr="Icono&#10;&#10;Descripción generada automáticamente">
            <a:extLst>
              <a:ext uri="{FF2B5EF4-FFF2-40B4-BE49-F238E27FC236}">
                <a16:creationId xmlns:a16="http://schemas.microsoft.com/office/drawing/2014/main" id="{0A9752BF-AFC5-F69F-BA54-C9A255BB68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4557" y="4006811"/>
            <a:ext cx="438100" cy="438100"/>
          </a:xfrm>
          <a:prstGeom prst="rect">
            <a:avLst/>
          </a:prstGeom>
        </p:spPr>
      </p:pic>
      <p:pic>
        <p:nvPicPr>
          <p:cNvPr id="61" name="Imagen 60">
            <a:extLst>
              <a:ext uri="{FF2B5EF4-FFF2-40B4-BE49-F238E27FC236}">
                <a16:creationId xmlns:a16="http://schemas.microsoft.com/office/drawing/2014/main" id="{C7D729EB-AF13-FFC1-A31B-156D2CF18F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3715" y="2557701"/>
            <a:ext cx="2010658" cy="274451"/>
          </a:xfrm>
          <a:prstGeom prst="rect">
            <a:avLst/>
          </a:prstGeom>
        </p:spPr>
      </p:pic>
      <p:pic>
        <p:nvPicPr>
          <p:cNvPr id="62" name="Imagen 61">
            <a:extLst>
              <a:ext uri="{FF2B5EF4-FFF2-40B4-BE49-F238E27FC236}">
                <a16:creationId xmlns:a16="http://schemas.microsoft.com/office/drawing/2014/main" id="{C0536474-5135-D11E-BA8B-0C606EC7E7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6993" y="1929801"/>
            <a:ext cx="1743270" cy="274451"/>
          </a:xfrm>
          <a:prstGeom prst="rect">
            <a:avLst/>
          </a:prstGeom>
        </p:spPr>
      </p:pic>
      <p:sp>
        <p:nvSpPr>
          <p:cNvPr id="1024" name="Rectángulo 1023">
            <a:extLst>
              <a:ext uri="{FF2B5EF4-FFF2-40B4-BE49-F238E27FC236}">
                <a16:creationId xmlns:a16="http://schemas.microsoft.com/office/drawing/2014/main" id="{BE003C92-D108-59E2-8A6B-9B43865494C4}"/>
              </a:ext>
            </a:extLst>
          </p:cNvPr>
          <p:cNvSpPr/>
          <p:nvPr/>
        </p:nvSpPr>
        <p:spPr>
          <a:xfrm>
            <a:off x="9312445" y="3978090"/>
            <a:ext cx="131161" cy="30777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just"/>
            <a:r>
              <a:rPr lang="es-ES" sz="14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|</a:t>
            </a:r>
            <a:endParaRPr lang="es-ES" sz="14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F86E6F0-6A28-E976-D19D-C0351F6D3915}"/>
              </a:ext>
            </a:extLst>
          </p:cNvPr>
          <p:cNvSpPr/>
          <p:nvPr/>
        </p:nvSpPr>
        <p:spPr>
          <a:xfrm>
            <a:off x="10127172" y="248412"/>
            <a:ext cx="1798938" cy="38261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solidFill>
                  <a:schemeClr val="bg1"/>
                </a:solidFill>
              </a:rPr>
              <a:t>EXPORTAR A EXCEL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0034F60-F428-41E0-5A35-B92748DFA762}"/>
              </a:ext>
            </a:extLst>
          </p:cNvPr>
          <p:cNvSpPr/>
          <p:nvPr/>
        </p:nvSpPr>
        <p:spPr>
          <a:xfrm>
            <a:off x="9404052" y="2896883"/>
            <a:ext cx="1241855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Email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34957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BEB33-0890-CB80-9ED2-A0941A6E0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BA1FD43D-1F6A-524F-BD32-FDEF6A64B6C6}"/>
              </a:ext>
            </a:extLst>
          </p:cNvPr>
          <p:cNvSpPr/>
          <p:nvPr/>
        </p:nvSpPr>
        <p:spPr>
          <a:xfrm>
            <a:off x="0" y="0"/>
            <a:ext cx="2616740" cy="11673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pic>
        <p:nvPicPr>
          <p:cNvPr id="5" name="Imagen 4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FA23CC74-76BC-31E2-81A8-8FEAB1CDF7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71" y="134217"/>
            <a:ext cx="2194397" cy="887188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1F849FA5-E457-B445-97D2-0D8B215496B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16740" y="0"/>
            <a:ext cx="957526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197410ED-91AC-6AF0-4776-3B755E926380}"/>
              </a:ext>
            </a:extLst>
          </p:cNvPr>
          <p:cNvSpPr/>
          <p:nvPr/>
        </p:nvSpPr>
        <p:spPr>
          <a:xfrm>
            <a:off x="2907570" y="316201"/>
            <a:ext cx="447109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8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ASISTENCIA</a:t>
            </a:r>
            <a:endParaRPr lang="es-ES" sz="28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7F262A9-912F-0EC2-1C58-8F75E35E6078}"/>
              </a:ext>
            </a:extLst>
          </p:cNvPr>
          <p:cNvSpPr/>
          <p:nvPr/>
        </p:nvSpPr>
        <p:spPr>
          <a:xfrm>
            <a:off x="3282131" y="1302014"/>
            <a:ext cx="8324445" cy="12538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E1D576BC-A66A-BF2C-94E0-BF92916D1973}"/>
              </a:ext>
            </a:extLst>
          </p:cNvPr>
          <p:cNvSpPr/>
          <p:nvPr/>
        </p:nvSpPr>
        <p:spPr>
          <a:xfrm>
            <a:off x="3442968" y="1047557"/>
            <a:ext cx="2929257" cy="41662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INGRESAR A CLASE</a:t>
            </a:r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F1F669FA-4459-3628-4603-0585DD923D52}"/>
              </a:ext>
            </a:extLst>
          </p:cNvPr>
          <p:cNvSpPr/>
          <p:nvPr/>
        </p:nvSpPr>
        <p:spPr>
          <a:xfrm>
            <a:off x="9306487" y="4331768"/>
            <a:ext cx="2315090" cy="3708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AÑADIR ESTUDIANTE</a:t>
            </a:r>
          </a:p>
        </p:txBody>
      </p:sp>
      <p:sp>
        <p:nvSpPr>
          <p:cNvPr id="67" name="Rectángulo 66">
            <a:extLst>
              <a:ext uri="{FF2B5EF4-FFF2-40B4-BE49-F238E27FC236}">
                <a16:creationId xmlns:a16="http://schemas.microsoft.com/office/drawing/2014/main" id="{786D450E-E596-481F-0AE3-EA474E29C429}"/>
              </a:ext>
            </a:extLst>
          </p:cNvPr>
          <p:cNvSpPr/>
          <p:nvPr/>
        </p:nvSpPr>
        <p:spPr>
          <a:xfrm>
            <a:off x="12829542" y="5004830"/>
            <a:ext cx="5076819" cy="1998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68" name="Rectángulo: esquinas redondeadas 67">
            <a:extLst>
              <a:ext uri="{FF2B5EF4-FFF2-40B4-BE49-F238E27FC236}">
                <a16:creationId xmlns:a16="http://schemas.microsoft.com/office/drawing/2014/main" id="{E78D97E5-E8E0-B9F4-0BAE-AD3B8D521A85}"/>
              </a:ext>
            </a:extLst>
          </p:cNvPr>
          <p:cNvSpPr/>
          <p:nvPr/>
        </p:nvSpPr>
        <p:spPr>
          <a:xfrm>
            <a:off x="14839793" y="3461857"/>
            <a:ext cx="3416892" cy="41662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CONFIGURACIÓN AVANZADA</a:t>
            </a:r>
          </a:p>
        </p:txBody>
      </p:sp>
      <p:sp>
        <p:nvSpPr>
          <p:cNvPr id="69" name="Rectángulo 68">
            <a:extLst>
              <a:ext uri="{FF2B5EF4-FFF2-40B4-BE49-F238E27FC236}">
                <a16:creationId xmlns:a16="http://schemas.microsoft.com/office/drawing/2014/main" id="{0ECED47A-7034-C806-219E-3CD18886F71C}"/>
              </a:ext>
            </a:extLst>
          </p:cNvPr>
          <p:cNvSpPr/>
          <p:nvPr/>
        </p:nvSpPr>
        <p:spPr>
          <a:xfrm>
            <a:off x="14171198" y="4167175"/>
            <a:ext cx="4779652" cy="54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40E935AA-4A5B-BB3F-BDAE-D55C3EFECB64}"/>
              </a:ext>
            </a:extLst>
          </p:cNvPr>
          <p:cNvSpPr/>
          <p:nvPr/>
        </p:nvSpPr>
        <p:spPr>
          <a:xfrm>
            <a:off x="14663664" y="4272381"/>
            <a:ext cx="3950120" cy="33855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6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ACTUALIZAR DATOS DEL LABORATORIO</a:t>
            </a:r>
            <a:endParaRPr lang="es-ES" sz="16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3" name="Rectángulo 72">
            <a:extLst>
              <a:ext uri="{FF2B5EF4-FFF2-40B4-BE49-F238E27FC236}">
                <a16:creationId xmlns:a16="http://schemas.microsoft.com/office/drawing/2014/main" id="{2449FAB8-C4F1-A8B5-2DF0-915783699137}"/>
              </a:ext>
            </a:extLst>
          </p:cNvPr>
          <p:cNvSpPr/>
          <p:nvPr/>
        </p:nvSpPr>
        <p:spPr>
          <a:xfrm>
            <a:off x="14171198" y="4953408"/>
            <a:ext cx="4779652" cy="54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74" name="Rectángulo 73">
            <a:extLst>
              <a:ext uri="{FF2B5EF4-FFF2-40B4-BE49-F238E27FC236}">
                <a16:creationId xmlns:a16="http://schemas.microsoft.com/office/drawing/2014/main" id="{F8F7C9FE-1FE7-A71D-B350-BDA78FE1F1F0}"/>
              </a:ext>
            </a:extLst>
          </p:cNvPr>
          <p:cNvSpPr/>
          <p:nvPr/>
        </p:nvSpPr>
        <p:spPr>
          <a:xfrm>
            <a:off x="14808740" y="5057432"/>
            <a:ext cx="3659977" cy="33855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600" b="1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REPORTE GENERAL POR AÑO-MESES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7E2AB77-4746-2166-DD00-F28BD03E070A}"/>
              </a:ext>
            </a:extLst>
          </p:cNvPr>
          <p:cNvSpPr/>
          <p:nvPr/>
        </p:nvSpPr>
        <p:spPr>
          <a:xfrm>
            <a:off x="1" y="1155622"/>
            <a:ext cx="2616740" cy="5702378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8A8A7CE-FD58-3D84-FD8B-399DBCEE7956}"/>
              </a:ext>
            </a:extLst>
          </p:cNvPr>
          <p:cNvSpPr/>
          <p:nvPr/>
        </p:nvSpPr>
        <p:spPr>
          <a:xfrm>
            <a:off x="-230" y="3158709"/>
            <a:ext cx="2616740" cy="608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9B1271E-A313-0306-CA44-AC3701A60FAD}"/>
              </a:ext>
            </a:extLst>
          </p:cNvPr>
          <p:cNvSpPr/>
          <p:nvPr/>
        </p:nvSpPr>
        <p:spPr>
          <a:xfrm>
            <a:off x="385267" y="5842870"/>
            <a:ext cx="1901953" cy="731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CERRAR SESIÓN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EABD5211-F18B-79A6-C470-D8E163EC72F9}"/>
              </a:ext>
            </a:extLst>
          </p:cNvPr>
          <p:cNvSpPr/>
          <p:nvPr/>
        </p:nvSpPr>
        <p:spPr>
          <a:xfrm>
            <a:off x="298270" y="3322996"/>
            <a:ext cx="1919115" cy="27699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b="1" dirty="0">
                <a:ln w="0">
                  <a:noFill/>
                </a:ln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REGISTRO DE USUARIOS</a:t>
            </a:r>
            <a:endParaRPr lang="es-ES" sz="1200" b="1" cap="none" spc="0" dirty="0">
              <a:ln w="0">
                <a:noFill/>
              </a:ln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20" name="Imagen 19" descr="Icono&#10;&#10;Descripción generada automáticamente">
            <a:extLst>
              <a:ext uri="{FF2B5EF4-FFF2-40B4-BE49-F238E27FC236}">
                <a16:creationId xmlns:a16="http://schemas.microsoft.com/office/drawing/2014/main" id="{C1FF91D0-5D55-91EC-68E1-168028703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5514" y="3448044"/>
            <a:ext cx="438100" cy="438100"/>
          </a:xfrm>
          <a:prstGeom prst="rect">
            <a:avLst/>
          </a:prstGeom>
        </p:spPr>
      </p:pic>
      <p:sp>
        <p:nvSpPr>
          <p:cNvPr id="21" name="Rectángulo 20">
            <a:extLst>
              <a:ext uri="{FF2B5EF4-FFF2-40B4-BE49-F238E27FC236}">
                <a16:creationId xmlns:a16="http://schemas.microsoft.com/office/drawing/2014/main" id="{C0A9BE74-767B-D464-DDC1-A7CBECB388E4}"/>
              </a:ext>
            </a:extLst>
          </p:cNvPr>
          <p:cNvSpPr/>
          <p:nvPr/>
        </p:nvSpPr>
        <p:spPr>
          <a:xfrm>
            <a:off x="287106" y="3932200"/>
            <a:ext cx="2024914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ASISTENCIA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4C1072C-37C8-B706-CF7E-250C161AE3EF}"/>
              </a:ext>
            </a:extLst>
          </p:cNvPr>
          <p:cNvSpPr/>
          <p:nvPr/>
        </p:nvSpPr>
        <p:spPr>
          <a:xfrm>
            <a:off x="393524" y="4543643"/>
            <a:ext cx="1806906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EQUIPOS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E9F2988F-C92B-8C0B-25C6-AF70333FE652}"/>
              </a:ext>
            </a:extLst>
          </p:cNvPr>
          <p:cNvSpPr/>
          <p:nvPr/>
        </p:nvSpPr>
        <p:spPr>
          <a:xfrm>
            <a:off x="201728" y="5057432"/>
            <a:ext cx="2268571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HORARIOS DE LABORATORIO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7F5239DF-1C0A-D0EB-7844-985F7BE4D827}"/>
              </a:ext>
            </a:extLst>
          </p:cNvPr>
          <p:cNvSpPr/>
          <p:nvPr/>
        </p:nvSpPr>
        <p:spPr>
          <a:xfrm>
            <a:off x="288750" y="2722803"/>
            <a:ext cx="214977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6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Nombre de Usuario</a:t>
            </a:r>
            <a:endParaRPr lang="es-ES" sz="16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31" name="Imagen 30" descr="Dibujo de un animal con la boca abierta&#10;&#10;Descripción generada automáticamente con confianza baja">
            <a:extLst>
              <a:ext uri="{FF2B5EF4-FFF2-40B4-BE49-F238E27FC236}">
                <a16:creationId xmlns:a16="http://schemas.microsoft.com/office/drawing/2014/main" id="{AA109678-2510-BD03-55F6-3A9DACB1E9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392" y="1331606"/>
            <a:ext cx="1373057" cy="1362177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0A13976B-6A92-BB8C-94BD-641E66768A98}"/>
              </a:ext>
            </a:extLst>
          </p:cNvPr>
          <p:cNvSpPr/>
          <p:nvPr/>
        </p:nvSpPr>
        <p:spPr>
          <a:xfrm>
            <a:off x="6225024" y="4345321"/>
            <a:ext cx="2616740" cy="370819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ED9302E9-C7F7-564C-2F58-97D4853ADD1F}"/>
              </a:ext>
            </a:extLst>
          </p:cNvPr>
          <p:cNvSpPr/>
          <p:nvPr/>
        </p:nvSpPr>
        <p:spPr>
          <a:xfrm>
            <a:off x="6148214" y="4010995"/>
            <a:ext cx="1835759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s-ES" sz="140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Código Estudiante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589601F0-365B-0298-FD8C-3B21C3772BCA}"/>
              </a:ext>
            </a:extLst>
          </p:cNvPr>
          <p:cNvSpPr/>
          <p:nvPr/>
        </p:nvSpPr>
        <p:spPr>
          <a:xfrm>
            <a:off x="3315413" y="4350621"/>
            <a:ext cx="2569120" cy="362465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90429484-90E8-B363-18C2-E224E58678FA}"/>
              </a:ext>
            </a:extLst>
          </p:cNvPr>
          <p:cNvSpPr/>
          <p:nvPr/>
        </p:nvSpPr>
        <p:spPr>
          <a:xfrm>
            <a:off x="3234397" y="4023991"/>
            <a:ext cx="1632178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s-ES" sz="140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Buscar en Tabla</a:t>
            </a:r>
          </a:p>
        </p:txBody>
      </p:sp>
      <p:pic>
        <p:nvPicPr>
          <p:cNvPr id="37" name="Imagen 36">
            <a:extLst>
              <a:ext uri="{FF2B5EF4-FFF2-40B4-BE49-F238E27FC236}">
                <a16:creationId xmlns:a16="http://schemas.microsoft.com/office/drawing/2014/main" id="{4237BD4E-263F-26B8-8C3D-E5D7F481D8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413" y="3640676"/>
            <a:ext cx="4943475" cy="307778"/>
          </a:xfrm>
          <a:prstGeom prst="rect">
            <a:avLst/>
          </a:prstGeom>
        </p:spPr>
      </p:pic>
      <p:sp>
        <p:nvSpPr>
          <p:cNvPr id="38" name="Rectángulo 37">
            <a:extLst>
              <a:ext uri="{FF2B5EF4-FFF2-40B4-BE49-F238E27FC236}">
                <a16:creationId xmlns:a16="http://schemas.microsoft.com/office/drawing/2014/main" id="{6FFA2780-7F09-C6C4-A90A-0757A718D70C}"/>
              </a:ext>
            </a:extLst>
          </p:cNvPr>
          <p:cNvSpPr/>
          <p:nvPr/>
        </p:nvSpPr>
        <p:spPr>
          <a:xfrm>
            <a:off x="3234397" y="3260488"/>
            <a:ext cx="3257623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s-ES" sz="140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Seleccionar un Código de Horario 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958718E8-9D7A-088B-91D7-040A173F11C2}"/>
              </a:ext>
            </a:extLst>
          </p:cNvPr>
          <p:cNvSpPr/>
          <p:nvPr/>
        </p:nvSpPr>
        <p:spPr>
          <a:xfrm>
            <a:off x="3656800" y="1586238"/>
            <a:ext cx="1869423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400" b="1" cap="none" spc="0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Código de Horario: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9C6250EF-A91E-E1B0-3EAE-2B6D6BAD457F}"/>
              </a:ext>
            </a:extLst>
          </p:cNvPr>
          <p:cNvSpPr/>
          <p:nvPr/>
        </p:nvSpPr>
        <p:spPr>
          <a:xfrm>
            <a:off x="9822801" y="1934403"/>
            <a:ext cx="1474838" cy="3877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BUSCAR</a:t>
            </a:r>
          </a:p>
        </p:txBody>
      </p:sp>
      <p:pic>
        <p:nvPicPr>
          <p:cNvPr id="41" name="Imagen 40">
            <a:extLst>
              <a:ext uri="{FF2B5EF4-FFF2-40B4-BE49-F238E27FC236}">
                <a16:creationId xmlns:a16="http://schemas.microsoft.com/office/drawing/2014/main" id="{66D97782-88C5-351B-601B-B654C8B84A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942" y="2011164"/>
            <a:ext cx="5568983" cy="304350"/>
          </a:xfrm>
          <a:prstGeom prst="rect">
            <a:avLst/>
          </a:prstGeom>
        </p:spPr>
      </p:pic>
      <p:sp>
        <p:nvSpPr>
          <p:cNvPr id="42" name="Rectángulo 41">
            <a:extLst>
              <a:ext uri="{FF2B5EF4-FFF2-40B4-BE49-F238E27FC236}">
                <a16:creationId xmlns:a16="http://schemas.microsoft.com/office/drawing/2014/main" id="{112D466D-CD25-A308-C6E9-D9ECD2B047CC}"/>
              </a:ext>
            </a:extLst>
          </p:cNvPr>
          <p:cNvSpPr/>
          <p:nvPr/>
        </p:nvSpPr>
        <p:spPr>
          <a:xfrm>
            <a:off x="9306487" y="3821401"/>
            <a:ext cx="2315090" cy="3708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CONFIGURACIÓN</a:t>
            </a:r>
          </a:p>
        </p:txBody>
      </p:sp>
      <p:sp>
        <p:nvSpPr>
          <p:cNvPr id="43" name="Rectángulo: esquinas redondeadas 42">
            <a:extLst>
              <a:ext uri="{FF2B5EF4-FFF2-40B4-BE49-F238E27FC236}">
                <a16:creationId xmlns:a16="http://schemas.microsoft.com/office/drawing/2014/main" id="{B7C5F3AB-6808-324B-BD67-F02881FB82BF}"/>
              </a:ext>
            </a:extLst>
          </p:cNvPr>
          <p:cNvSpPr/>
          <p:nvPr/>
        </p:nvSpPr>
        <p:spPr>
          <a:xfrm>
            <a:off x="3319955" y="2761949"/>
            <a:ext cx="5545997" cy="41662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REGISTRAR ESTUDIANTE A LA CLASE</a:t>
            </a:r>
          </a:p>
        </p:txBody>
      </p:sp>
      <p:pic>
        <p:nvPicPr>
          <p:cNvPr id="63" name="Imagen 62" descr="Icono&#10;&#10;Descripción generada automáticamente">
            <a:extLst>
              <a:ext uri="{FF2B5EF4-FFF2-40B4-BE49-F238E27FC236}">
                <a16:creationId xmlns:a16="http://schemas.microsoft.com/office/drawing/2014/main" id="{0A472226-545B-DF81-7F74-DFDEA742B8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9427" y="2133559"/>
            <a:ext cx="438100" cy="438100"/>
          </a:xfrm>
          <a:prstGeom prst="rect">
            <a:avLst/>
          </a:prstGeom>
        </p:spPr>
      </p:pic>
      <p:graphicFrame>
        <p:nvGraphicFramePr>
          <p:cNvPr id="44" name="Tabla 43">
            <a:extLst>
              <a:ext uri="{FF2B5EF4-FFF2-40B4-BE49-F238E27FC236}">
                <a16:creationId xmlns:a16="http://schemas.microsoft.com/office/drawing/2014/main" id="{515A9153-0755-262C-D082-2339BB7F19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746027"/>
              </p:ext>
            </p:extLst>
          </p:nvPr>
        </p:nvGraphicFramePr>
        <p:xfrm>
          <a:off x="3315413" y="4873290"/>
          <a:ext cx="5785350" cy="373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8450">
                  <a:extLst>
                    <a:ext uri="{9D8B030D-6E8A-4147-A177-3AD203B41FA5}">
                      <a16:colId xmlns:a16="http://schemas.microsoft.com/office/drawing/2014/main" val="2791052404"/>
                    </a:ext>
                  </a:extLst>
                </a:gridCol>
                <a:gridCol w="1928450">
                  <a:extLst>
                    <a:ext uri="{9D8B030D-6E8A-4147-A177-3AD203B41FA5}">
                      <a16:colId xmlns:a16="http://schemas.microsoft.com/office/drawing/2014/main" val="3171110077"/>
                    </a:ext>
                  </a:extLst>
                </a:gridCol>
                <a:gridCol w="1928450">
                  <a:extLst>
                    <a:ext uri="{9D8B030D-6E8A-4147-A177-3AD203B41FA5}">
                      <a16:colId xmlns:a16="http://schemas.microsoft.com/office/drawing/2014/main" val="485236382"/>
                    </a:ext>
                  </a:extLst>
                </a:gridCol>
              </a:tblGrid>
              <a:tr h="373342">
                <a:tc>
                  <a:txBody>
                    <a:bodyPr/>
                    <a:lstStyle/>
                    <a:p>
                      <a:pPr algn="ctr"/>
                      <a:r>
                        <a:rPr lang="es-PE" dirty="0"/>
                        <a:t>CODIGO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dirty="0"/>
                        <a:t>APELLIDOS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dirty="0"/>
                        <a:t>NOMBRES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8930370"/>
                  </a:ext>
                </a:extLst>
              </a:tr>
            </a:tbl>
          </a:graphicData>
        </a:graphic>
      </p:graphicFrame>
      <p:graphicFrame>
        <p:nvGraphicFramePr>
          <p:cNvPr id="45" name="Tabla 44">
            <a:extLst>
              <a:ext uri="{FF2B5EF4-FFF2-40B4-BE49-F238E27FC236}">
                <a16:creationId xmlns:a16="http://schemas.microsoft.com/office/drawing/2014/main" id="{405BA5EB-AA57-E9AD-DB43-DB7663CE0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2042211"/>
              </p:ext>
            </p:extLst>
          </p:nvPr>
        </p:nvGraphicFramePr>
        <p:xfrm>
          <a:off x="3316182" y="5246573"/>
          <a:ext cx="5784582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8194">
                  <a:extLst>
                    <a:ext uri="{9D8B030D-6E8A-4147-A177-3AD203B41FA5}">
                      <a16:colId xmlns:a16="http://schemas.microsoft.com/office/drawing/2014/main" val="231186284"/>
                    </a:ext>
                  </a:extLst>
                </a:gridCol>
                <a:gridCol w="1928194">
                  <a:extLst>
                    <a:ext uri="{9D8B030D-6E8A-4147-A177-3AD203B41FA5}">
                      <a16:colId xmlns:a16="http://schemas.microsoft.com/office/drawing/2014/main" val="1244997968"/>
                    </a:ext>
                  </a:extLst>
                </a:gridCol>
                <a:gridCol w="1928194">
                  <a:extLst>
                    <a:ext uri="{9D8B030D-6E8A-4147-A177-3AD203B41FA5}">
                      <a16:colId xmlns:a16="http://schemas.microsoft.com/office/drawing/2014/main" val="14494492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P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131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P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578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P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1133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P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06586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328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EBF01BD2-B8DC-381C-F392-6AD0724F2017}"/>
              </a:ext>
            </a:extLst>
          </p:cNvPr>
          <p:cNvSpPr/>
          <p:nvPr/>
        </p:nvSpPr>
        <p:spPr>
          <a:xfrm>
            <a:off x="449444" y="603515"/>
            <a:ext cx="1880813" cy="4044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solidFill>
                  <a:schemeClr val="bg1"/>
                </a:solidFill>
              </a:rPr>
              <a:t>CONFIGURACION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18FCE1C-B539-E6F3-EACE-6F5FA5CCD9EB}"/>
              </a:ext>
            </a:extLst>
          </p:cNvPr>
          <p:cNvSpPr>
            <a:spLocks/>
          </p:cNvSpPr>
          <p:nvPr/>
        </p:nvSpPr>
        <p:spPr>
          <a:xfrm>
            <a:off x="3665289" y="1296437"/>
            <a:ext cx="4861422" cy="4983933"/>
          </a:xfrm>
          <a:prstGeom prst="rect">
            <a:avLst/>
          </a:prstGeom>
          <a:solidFill>
            <a:srgbClr val="EEEEEE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54B24F98-DE7D-A79D-633D-5E1352641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828100"/>
              </p:ext>
            </p:extLst>
          </p:nvPr>
        </p:nvGraphicFramePr>
        <p:xfrm>
          <a:off x="3665288" y="928665"/>
          <a:ext cx="4861423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861423">
                  <a:extLst>
                    <a:ext uri="{9D8B030D-6E8A-4147-A177-3AD203B41FA5}">
                      <a16:colId xmlns:a16="http://schemas.microsoft.com/office/drawing/2014/main" val="34922273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Ventana: Gestor de Estudiantes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8747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340299"/>
                  </a:ext>
                </a:extLst>
              </a:tr>
            </a:tbl>
          </a:graphicData>
        </a:graphic>
      </p:graphicFrame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336062A1-4977-9154-B2F1-177FDA2141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142829"/>
              </p:ext>
            </p:extLst>
          </p:nvPr>
        </p:nvGraphicFramePr>
        <p:xfrm>
          <a:off x="3665287" y="1298249"/>
          <a:ext cx="4861423" cy="3720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861423">
                  <a:extLst>
                    <a:ext uri="{9D8B030D-6E8A-4147-A177-3AD203B41FA5}">
                      <a16:colId xmlns:a16="http://schemas.microsoft.com/office/drawing/2014/main" val="3492227376"/>
                    </a:ext>
                  </a:extLst>
                </a:gridCol>
              </a:tblGrid>
              <a:tr h="372096">
                <a:tc>
                  <a:txBody>
                    <a:bodyPr/>
                    <a:lstStyle/>
                    <a:p>
                      <a:r>
                        <a:rPr lang="es-PE" sz="1200" dirty="0"/>
                        <a:t>ARCHIVO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8747019"/>
                  </a:ext>
                </a:extLst>
              </a:tr>
            </a:tbl>
          </a:graphicData>
        </a:graphic>
      </p:graphicFrame>
      <p:sp>
        <p:nvSpPr>
          <p:cNvPr id="8" name="Rectángulo 7">
            <a:extLst>
              <a:ext uri="{FF2B5EF4-FFF2-40B4-BE49-F238E27FC236}">
                <a16:creationId xmlns:a16="http://schemas.microsoft.com/office/drawing/2014/main" id="{DEAB8806-470A-CDDB-157F-7AE5E7653610}"/>
              </a:ext>
            </a:extLst>
          </p:cNvPr>
          <p:cNvSpPr>
            <a:spLocks/>
          </p:cNvSpPr>
          <p:nvPr/>
        </p:nvSpPr>
        <p:spPr>
          <a:xfrm>
            <a:off x="3865976" y="1683875"/>
            <a:ext cx="3008623" cy="2779766"/>
          </a:xfrm>
          <a:prstGeom prst="rect">
            <a:avLst/>
          </a:prstGeom>
          <a:solidFill>
            <a:srgbClr val="EEEEEE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4B7574A6-A357-8EB0-CE19-8297AD336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2910045"/>
              </p:ext>
            </p:extLst>
          </p:nvPr>
        </p:nvGraphicFramePr>
        <p:xfrm>
          <a:off x="3865976" y="1683875"/>
          <a:ext cx="2987498" cy="8419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87498">
                  <a:extLst>
                    <a:ext uri="{9D8B030D-6E8A-4147-A177-3AD203B41FA5}">
                      <a16:colId xmlns:a16="http://schemas.microsoft.com/office/drawing/2014/main" val="3492227376"/>
                    </a:ext>
                  </a:extLst>
                </a:gridCol>
              </a:tblGrid>
              <a:tr h="280658">
                <a:tc>
                  <a:txBody>
                    <a:bodyPr/>
                    <a:lstStyle/>
                    <a:p>
                      <a:r>
                        <a:rPr lang="es-PE" sz="1200" dirty="0"/>
                        <a:t>Gestor de Estudiante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8747019"/>
                  </a:ext>
                </a:extLst>
              </a:tr>
              <a:tr h="280658">
                <a:tc>
                  <a:txBody>
                    <a:bodyPr/>
                    <a:lstStyle/>
                    <a:p>
                      <a:r>
                        <a:rPr lang="es-PE" sz="1200" dirty="0"/>
                        <a:t>Gestor de Clase: Eliminar Estudiante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574083"/>
                  </a:ext>
                </a:extLst>
              </a:tr>
              <a:tr h="280658">
                <a:tc>
                  <a:txBody>
                    <a:bodyPr/>
                    <a:lstStyle/>
                    <a:p>
                      <a:r>
                        <a:rPr lang="es-PE" sz="1200" dirty="0"/>
                        <a:t>Salir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622133"/>
                  </a:ext>
                </a:extLst>
              </a:tr>
            </a:tbl>
          </a:graphicData>
        </a:graphic>
      </p:graphicFrame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E463D13-BA46-3B30-7643-3BBA9CD7AA52}"/>
              </a:ext>
            </a:extLst>
          </p:cNvPr>
          <p:cNvCxnSpPr/>
          <p:nvPr/>
        </p:nvCxnSpPr>
        <p:spPr>
          <a:xfrm>
            <a:off x="2122189" y="1152996"/>
            <a:ext cx="1330859" cy="5884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ángulo 1">
            <a:extLst>
              <a:ext uri="{FF2B5EF4-FFF2-40B4-BE49-F238E27FC236}">
                <a16:creationId xmlns:a16="http://schemas.microsoft.com/office/drawing/2014/main" id="{7DBA1FBA-509C-69FD-4C41-1931B6C21EB3}"/>
              </a:ext>
            </a:extLst>
          </p:cNvPr>
          <p:cNvSpPr/>
          <p:nvPr/>
        </p:nvSpPr>
        <p:spPr>
          <a:xfrm>
            <a:off x="4318814" y="312124"/>
            <a:ext cx="3554371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Formulario de Formulario</a:t>
            </a:r>
          </a:p>
        </p:txBody>
      </p:sp>
    </p:spTree>
    <p:extLst>
      <p:ext uri="{BB962C8B-B14F-4D97-AF65-F5344CB8AC3E}">
        <p14:creationId xmlns:p14="http://schemas.microsoft.com/office/powerpoint/2010/main" val="8245365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0344B-E913-240F-588C-16B5E0D35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682DE5DA-78BE-375C-1CC9-1F47454D468B}"/>
              </a:ext>
            </a:extLst>
          </p:cNvPr>
          <p:cNvSpPr/>
          <p:nvPr/>
        </p:nvSpPr>
        <p:spPr>
          <a:xfrm>
            <a:off x="2887338" y="335007"/>
            <a:ext cx="6145721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Ventana InternalFrame: Gestor de Estudiante</a:t>
            </a:r>
            <a:endParaRPr lang="es-E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FD49132-20FC-9034-E308-CFA3A956C9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178" t="6732" r="27153" b="11287"/>
          <a:stretch/>
        </p:blipFill>
        <p:spPr>
          <a:xfrm>
            <a:off x="3312059" y="900790"/>
            <a:ext cx="5567882" cy="562220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49937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4F9A5-5413-623D-5D28-3F53B2ADF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E98A966A-9E06-2D03-586E-5630037EAA87}"/>
              </a:ext>
            </a:extLst>
          </p:cNvPr>
          <p:cNvSpPr/>
          <p:nvPr/>
        </p:nvSpPr>
        <p:spPr>
          <a:xfrm>
            <a:off x="1925883" y="389328"/>
            <a:ext cx="834023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Ventana InternalFrame: Gestor de Clase – Eliminar Estudiante</a:t>
            </a:r>
            <a:endParaRPr lang="es-E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49E075-9B55-9B65-0093-1D068EF9E5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178" t="7129" r="27079" b="11155"/>
          <a:stretch/>
        </p:blipFill>
        <p:spPr>
          <a:xfrm>
            <a:off x="3298477" y="1023040"/>
            <a:ext cx="5297639" cy="532343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/>
        </p:spPr>
      </p:pic>
    </p:spTree>
    <p:extLst>
      <p:ext uri="{BB962C8B-B14F-4D97-AF65-F5344CB8AC3E}">
        <p14:creationId xmlns:p14="http://schemas.microsoft.com/office/powerpoint/2010/main" val="2908388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C2C6D-3722-DCFD-E286-26D97EFC1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92DC81C2-6992-8CB8-6F39-86007DB82991}"/>
              </a:ext>
            </a:extLst>
          </p:cNvPr>
          <p:cNvSpPr/>
          <p:nvPr/>
        </p:nvSpPr>
        <p:spPr>
          <a:xfrm>
            <a:off x="0" y="0"/>
            <a:ext cx="2616740" cy="11673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pic>
        <p:nvPicPr>
          <p:cNvPr id="5" name="Imagen 4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F09865AD-5CBF-AEB6-876A-27C8C1A74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71" y="134217"/>
            <a:ext cx="2194397" cy="887188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E2B5E943-010C-C52C-ED3B-31D7DAA946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16740" y="0"/>
            <a:ext cx="957526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8C85380-60EF-5E7D-425B-CC30A5366386}"/>
              </a:ext>
            </a:extLst>
          </p:cNvPr>
          <p:cNvSpPr/>
          <p:nvPr/>
        </p:nvSpPr>
        <p:spPr>
          <a:xfrm>
            <a:off x="3179563" y="291967"/>
            <a:ext cx="447109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8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ASISTENCIA</a:t>
            </a:r>
            <a:endParaRPr lang="es-ES" sz="28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0FE7E43-1CC3-1DFB-03B3-1757E80E867B}"/>
              </a:ext>
            </a:extLst>
          </p:cNvPr>
          <p:cNvSpPr/>
          <p:nvPr/>
        </p:nvSpPr>
        <p:spPr>
          <a:xfrm>
            <a:off x="3282131" y="-3128280"/>
            <a:ext cx="8737058" cy="12538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D0FA17A-46CC-FC0F-91BB-2FE3AE71464F}"/>
              </a:ext>
            </a:extLst>
          </p:cNvPr>
          <p:cNvSpPr/>
          <p:nvPr/>
        </p:nvSpPr>
        <p:spPr>
          <a:xfrm>
            <a:off x="4060863" y="-2879643"/>
            <a:ext cx="1614546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400" b="1" cap="none" spc="0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Nro. </a:t>
            </a:r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Laboratorio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003F35CF-021D-3D95-209B-0814D83C6CB1}"/>
              </a:ext>
            </a:extLst>
          </p:cNvPr>
          <p:cNvSpPr/>
          <p:nvPr/>
        </p:nvSpPr>
        <p:spPr>
          <a:xfrm>
            <a:off x="3536046" y="-3382737"/>
            <a:ext cx="2929257" cy="41662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REGISTRO DE LA CLASE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5AE0F75-55F0-E5D7-C381-2A5C7AD8B18F}"/>
              </a:ext>
            </a:extLst>
          </p:cNvPr>
          <p:cNvSpPr/>
          <p:nvPr/>
        </p:nvSpPr>
        <p:spPr>
          <a:xfrm>
            <a:off x="9171899" y="-2824149"/>
            <a:ext cx="1175322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Asignatura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17015AB-7A39-CA48-84A4-07468EB403AD}"/>
              </a:ext>
            </a:extLst>
          </p:cNvPr>
          <p:cNvSpPr/>
          <p:nvPr/>
        </p:nvSpPr>
        <p:spPr>
          <a:xfrm>
            <a:off x="6716409" y="-2827173"/>
            <a:ext cx="841897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Horario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9F040D4A-B120-E7C7-C442-5CD1580C20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5034" y="-2535316"/>
            <a:ext cx="1709138" cy="401571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15D1F61D-4C0A-79D2-270E-C707C00CBA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6091" y="-2549732"/>
            <a:ext cx="1709138" cy="401571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7436469B-75A7-168B-10E4-5B1AE1753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3362" y="-2519900"/>
            <a:ext cx="1709138" cy="401571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1815E26A-58C6-96D4-1723-E6CC90925B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" y="1155622"/>
            <a:ext cx="2616740" cy="5702378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BE94E81-310A-4184-5D43-64B7C3EE10F7}"/>
              </a:ext>
            </a:extLst>
          </p:cNvPr>
          <p:cNvSpPr/>
          <p:nvPr/>
        </p:nvSpPr>
        <p:spPr>
          <a:xfrm>
            <a:off x="-229" y="3753307"/>
            <a:ext cx="2616740" cy="608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B2AE740-5101-35F8-D789-5C1275A1207B}"/>
              </a:ext>
            </a:extLst>
          </p:cNvPr>
          <p:cNvSpPr/>
          <p:nvPr/>
        </p:nvSpPr>
        <p:spPr>
          <a:xfrm>
            <a:off x="385267" y="5842870"/>
            <a:ext cx="1901953" cy="731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CERRAR SESIÓN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22738EC-05CC-FBF2-07E6-09E5762322D3}"/>
              </a:ext>
            </a:extLst>
          </p:cNvPr>
          <p:cNvSpPr/>
          <p:nvPr/>
        </p:nvSpPr>
        <p:spPr>
          <a:xfrm>
            <a:off x="298270" y="3322996"/>
            <a:ext cx="1919115" cy="27699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REGISTRO DE USUARIOS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C38D876D-8352-E057-4996-69DC0C01BD66}"/>
              </a:ext>
            </a:extLst>
          </p:cNvPr>
          <p:cNvSpPr/>
          <p:nvPr/>
        </p:nvSpPr>
        <p:spPr>
          <a:xfrm>
            <a:off x="287106" y="3932200"/>
            <a:ext cx="2024914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b="1" cap="none" spc="0" dirty="0">
                <a:ln w="0">
                  <a:noFill/>
                </a:ln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CONTROL DE ASISTENCIA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373330AA-BC2D-E051-25E2-29C61FD1CC5F}"/>
              </a:ext>
            </a:extLst>
          </p:cNvPr>
          <p:cNvSpPr/>
          <p:nvPr/>
        </p:nvSpPr>
        <p:spPr>
          <a:xfrm>
            <a:off x="393524" y="4543643"/>
            <a:ext cx="1806906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EQUIPOS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C2E21FE4-CA85-8329-19E4-CAA4AF701335}"/>
              </a:ext>
            </a:extLst>
          </p:cNvPr>
          <p:cNvSpPr/>
          <p:nvPr/>
        </p:nvSpPr>
        <p:spPr>
          <a:xfrm>
            <a:off x="201728" y="5057432"/>
            <a:ext cx="2268571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HORARIOS DE LABORATORIO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48101D32-CBE9-BDEC-6AFD-5B698B1E98AC}"/>
              </a:ext>
            </a:extLst>
          </p:cNvPr>
          <p:cNvSpPr/>
          <p:nvPr/>
        </p:nvSpPr>
        <p:spPr>
          <a:xfrm>
            <a:off x="856500" y="2799220"/>
            <a:ext cx="959025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600" b="1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XIANCA</a:t>
            </a:r>
          </a:p>
        </p:txBody>
      </p:sp>
      <p:pic>
        <p:nvPicPr>
          <p:cNvPr id="31" name="Imagen 30" descr="Dibujo de un animal con la boca abierta&#10;&#10;Descripción generada automáticamente con confianza baja">
            <a:extLst>
              <a:ext uri="{FF2B5EF4-FFF2-40B4-BE49-F238E27FC236}">
                <a16:creationId xmlns:a16="http://schemas.microsoft.com/office/drawing/2014/main" id="{65C0962F-1258-FEC0-0F9A-9AC4BE6E5B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392" y="1331606"/>
            <a:ext cx="1373057" cy="1362177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B0C5A40C-2CEC-3B70-6047-DEBEEA9061A5}"/>
              </a:ext>
            </a:extLst>
          </p:cNvPr>
          <p:cNvSpPr/>
          <p:nvPr/>
        </p:nvSpPr>
        <p:spPr>
          <a:xfrm>
            <a:off x="3291484" y="1525373"/>
            <a:ext cx="1324402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4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Laboratorio 1</a:t>
            </a:r>
            <a:endParaRPr lang="es-ES" sz="14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8698FA7-0256-A479-7860-1CC4EA123CA7}"/>
              </a:ext>
            </a:extLst>
          </p:cNvPr>
          <p:cNvSpPr/>
          <p:nvPr/>
        </p:nvSpPr>
        <p:spPr>
          <a:xfrm>
            <a:off x="3282131" y="1739676"/>
            <a:ext cx="3999813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s-ES" sz="14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Asignatura: Programación Aplicada II - MB</a:t>
            </a:r>
          </a:p>
          <a:p>
            <a:r>
              <a:rPr lang="es-ES" sz="14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Docente: Ivan Petrlick</a:t>
            </a:r>
          </a:p>
          <a:p>
            <a:r>
              <a:rPr lang="es-ES" sz="14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Horario Inicio: 10:30</a:t>
            </a:r>
          </a:p>
          <a:p>
            <a:r>
              <a:rPr lang="es-ES" sz="140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Horario Fin: 13:00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4978B73-48C5-69FB-3767-35C2FD778B95}"/>
              </a:ext>
            </a:extLst>
          </p:cNvPr>
          <p:cNvSpPr/>
          <p:nvPr/>
        </p:nvSpPr>
        <p:spPr>
          <a:xfrm>
            <a:off x="3265768" y="2893867"/>
            <a:ext cx="8395750" cy="27685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273C020-58E9-1F89-31BD-809B3C62FD69}"/>
              </a:ext>
            </a:extLst>
          </p:cNvPr>
          <p:cNvSpPr/>
          <p:nvPr/>
        </p:nvSpPr>
        <p:spPr>
          <a:xfrm>
            <a:off x="3290005" y="901872"/>
            <a:ext cx="4815770" cy="48950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b="1" dirty="0">
                <a:solidFill>
                  <a:schemeClr val="bg1"/>
                </a:solidFill>
              </a:rPr>
              <a:t>LISTA DE ESTUDIANTES DE LA CLASE</a:t>
            </a:r>
          </a:p>
        </p:txBody>
      </p:sp>
      <p:graphicFrame>
        <p:nvGraphicFramePr>
          <p:cNvPr id="30" name="Tabla 29">
            <a:extLst>
              <a:ext uri="{FF2B5EF4-FFF2-40B4-BE49-F238E27FC236}">
                <a16:creationId xmlns:a16="http://schemas.microsoft.com/office/drawing/2014/main" id="{D9C432B7-2415-A990-CF95-AA11C0B37E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13323"/>
              </p:ext>
            </p:extLst>
          </p:nvPr>
        </p:nvGraphicFramePr>
        <p:xfrm>
          <a:off x="3290004" y="2907152"/>
          <a:ext cx="8395748" cy="1902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98937">
                  <a:extLst>
                    <a:ext uri="{9D8B030D-6E8A-4147-A177-3AD203B41FA5}">
                      <a16:colId xmlns:a16="http://schemas.microsoft.com/office/drawing/2014/main" val="2435352693"/>
                    </a:ext>
                  </a:extLst>
                </a:gridCol>
                <a:gridCol w="2098937">
                  <a:extLst>
                    <a:ext uri="{9D8B030D-6E8A-4147-A177-3AD203B41FA5}">
                      <a16:colId xmlns:a16="http://schemas.microsoft.com/office/drawing/2014/main" val="2301151054"/>
                    </a:ext>
                  </a:extLst>
                </a:gridCol>
                <a:gridCol w="2098937">
                  <a:extLst>
                    <a:ext uri="{9D8B030D-6E8A-4147-A177-3AD203B41FA5}">
                      <a16:colId xmlns:a16="http://schemas.microsoft.com/office/drawing/2014/main" val="747615850"/>
                    </a:ext>
                  </a:extLst>
                </a:gridCol>
                <a:gridCol w="2098937">
                  <a:extLst>
                    <a:ext uri="{9D8B030D-6E8A-4147-A177-3AD203B41FA5}">
                      <a16:colId xmlns:a16="http://schemas.microsoft.com/office/drawing/2014/main" val="1237982949"/>
                    </a:ext>
                  </a:extLst>
                </a:gridCol>
              </a:tblGrid>
              <a:tr h="380488">
                <a:tc>
                  <a:txBody>
                    <a:bodyPr/>
                    <a:lstStyle/>
                    <a:p>
                      <a:pPr algn="ctr"/>
                      <a:r>
                        <a:rPr lang="es-PE" dirty="0"/>
                        <a:t>CODIGO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dirty="0"/>
                        <a:t>NOMBRES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dirty="0"/>
                        <a:t>APELLIDOS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dirty="0"/>
                        <a:t>ASISTENCIA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7694571"/>
                  </a:ext>
                </a:extLst>
              </a:tr>
              <a:tr h="380488">
                <a:tc>
                  <a:txBody>
                    <a:bodyPr/>
                    <a:lstStyle/>
                    <a:p>
                      <a:r>
                        <a:rPr lang="es-PE" dirty="0"/>
                        <a:t>20236985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dirty="0"/>
                        <a:t>Aracely Sofia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dirty="0"/>
                        <a:t>Espinoza Holguín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633022"/>
                  </a:ext>
                </a:extLst>
              </a:tr>
              <a:tr h="380488">
                <a:tc>
                  <a:txBody>
                    <a:bodyPr/>
                    <a:lstStyle/>
                    <a:p>
                      <a:r>
                        <a:rPr lang="es-PE" dirty="0"/>
                        <a:t>20214587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dirty="0"/>
                        <a:t>Nicole Angeline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dirty="0"/>
                        <a:t>Berrocal Valle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3710157"/>
                  </a:ext>
                </a:extLst>
              </a:tr>
              <a:tr h="380488">
                <a:tc>
                  <a:txBody>
                    <a:bodyPr/>
                    <a:lstStyle/>
                    <a:p>
                      <a:r>
                        <a:rPr lang="es-PE" dirty="0"/>
                        <a:t>20245698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dirty="0"/>
                        <a:t>José Roberto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dirty="0"/>
                        <a:t>Díaz Vega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147033"/>
                  </a:ext>
                </a:extLst>
              </a:tr>
              <a:tr h="380488">
                <a:tc>
                  <a:txBody>
                    <a:bodyPr/>
                    <a:lstStyle/>
                    <a:p>
                      <a:r>
                        <a:rPr lang="es-PE" dirty="0"/>
                        <a:t>20253645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dirty="0"/>
                        <a:t>Alessandro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dirty="0"/>
                        <a:t>López Aroni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256170"/>
                  </a:ext>
                </a:extLst>
              </a:tr>
            </a:tbl>
          </a:graphicData>
        </a:graphic>
      </p:graphicFrame>
      <p:sp>
        <p:nvSpPr>
          <p:cNvPr id="32" name="Rectángulo 31">
            <a:extLst>
              <a:ext uri="{FF2B5EF4-FFF2-40B4-BE49-F238E27FC236}">
                <a16:creationId xmlns:a16="http://schemas.microsoft.com/office/drawing/2014/main" id="{11157C33-4FB2-0041-D3B2-EF17194F636B}"/>
              </a:ext>
            </a:extLst>
          </p:cNvPr>
          <p:cNvSpPr/>
          <p:nvPr/>
        </p:nvSpPr>
        <p:spPr>
          <a:xfrm>
            <a:off x="10459498" y="3346135"/>
            <a:ext cx="242611" cy="2307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5A2E7E6-AF90-46C6-5645-0B2E80F0AAF5}"/>
              </a:ext>
            </a:extLst>
          </p:cNvPr>
          <p:cNvSpPr/>
          <p:nvPr/>
        </p:nvSpPr>
        <p:spPr>
          <a:xfrm>
            <a:off x="10459497" y="3725550"/>
            <a:ext cx="242611" cy="2307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D414935-1799-517C-C6CF-0F6879275A7A}"/>
              </a:ext>
            </a:extLst>
          </p:cNvPr>
          <p:cNvSpPr/>
          <p:nvPr/>
        </p:nvSpPr>
        <p:spPr>
          <a:xfrm>
            <a:off x="10459497" y="4093839"/>
            <a:ext cx="242611" cy="2307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28866A0E-2907-E6C2-A6BF-C0BA8F5B8E35}"/>
              </a:ext>
            </a:extLst>
          </p:cNvPr>
          <p:cNvSpPr/>
          <p:nvPr/>
        </p:nvSpPr>
        <p:spPr>
          <a:xfrm>
            <a:off x="10459497" y="4453874"/>
            <a:ext cx="242611" cy="2307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3566E5DE-5A26-2E04-3DB3-B4A6372907DA}"/>
              </a:ext>
            </a:extLst>
          </p:cNvPr>
          <p:cNvSpPr/>
          <p:nvPr/>
        </p:nvSpPr>
        <p:spPr>
          <a:xfrm>
            <a:off x="10097741" y="5959117"/>
            <a:ext cx="1544315" cy="4405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REGRESAR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319D08A-892B-8A0C-516B-1A3925466B75}"/>
              </a:ext>
            </a:extLst>
          </p:cNvPr>
          <p:cNvSpPr/>
          <p:nvPr/>
        </p:nvSpPr>
        <p:spPr>
          <a:xfrm>
            <a:off x="8361132" y="5965824"/>
            <a:ext cx="1544316" cy="4405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GUARDAR</a:t>
            </a:r>
          </a:p>
        </p:txBody>
      </p:sp>
      <p:pic>
        <p:nvPicPr>
          <p:cNvPr id="20" name="Imagen 19" descr="Icono&#10;&#10;Descripción generada automáticamente">
            <a:extLst>
              <a:ext uri="{FF2B5EF4-FFF2-40B4-BE49-F238E27FC236}">
                <a16:creationId xmlns:a16="http://schemas.microsoft.com/office/drawing/2014/main" id="{B4977C57-2B36-4355-015B-739E55B474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6855" y="6194074"/>
            <a:ext cx="438100" cy="438100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0F5D81F0-D9F5-2DF2-7011-B2ED95FF5B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8238" y="6363635"/>
            <a:ext cx="438950" cy="438950"/>
          </a:xfrm>
          <a:prstGeom prst="rect">
            <a:avLst/>
          </a:prstGeom>
        </p:spPr>
      </p:pic>
      <p:pic>
        <p:nvPicPr>
          <p:cNvPr id="40" name="Imagen 39">
            <a:extLst>
              <a:ext uri="{FF2B5EF4-FFF2-40B4-BE49-F238E27FC236}">
                <a16:creationId xmlns:a16="http://schemas.microsoft.com/office/drawing/2014/main" id="{00097A4B-DF8E-B57E-1D09-FD3A464B50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58603" y="6193649"/>
            <a:ext cx="438950" cy="438950"/>
          </a:xfrm>
          <a:prstGeom prst="rect">
            <a:avLst/>
          </a:prstGeom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2A75F9FA-F043-3B34-480A-8E51E4E385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5914" y="4129620"/>
            <a:ext cx="365792" cy="359695"/>
          </a:xfrm>
          <a:prstGeom prst="rect">
            <a:avLst/>
          </a:prstGeom>
        </p:spPr>
      </p:pic>
      <p:cxnSp>
        <p:nvCxnSpPr>
          <p:cNvPr id="44" name="Conector recto de flecha 43">
            <a:extLst>
              <a:ext uri="{FF2B5EF4-FFF2-40B4-BE49-F238E27FC236}">
                <a16:creationId xmlns:a16="http://schemas.microsoft.com/office/drawing/2014/main" id="{0BB46076-F43B-EA28-ADAA-61A09ED74D4C}"/>
              </a:ext>
            </a:extLst>
          </p:cNvPr>
          <p:cNvCxnSpPr/>
          <p:nvPr/>
        </p:nvCxnSpPr>
        <p:spPr>
          <a:xfrm flipH="1">
            <a:off x="6796091" y="6179379"/>
            <a:ext cx="15650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ángulo 44">
            <a:extLst>
              <a:ext uri="{FF2B5EF4-FFF2-40B4-BE49-F238E27FC236}">
                <a16:creationId xmlns:a16="http://schemas.microsoft.com/office/drawing/2014/main" id="{224262D9-3698-B5A1-7257-13C5E49C756F}"/>
              </a:ext>
            </a:extLst>
          </p:cNvPr>
          <p:cNvSpPr/>
          <p:nvPr/>
        </p:nvSpPr>
        <p:spPr>
          <a:xfrm>
            <a:off x="4489657" y="6025490"/>
            <a:ext cx="2250937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40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El método es modificar</a:t>
            </a:r>
          </a:p>
        </p:txBody>
      </p:sp>
    </p:spTree>
    <p:extLst>
      <p:ext uri="{BB962C8B-B14F-4D97-AF65-F5344CB8AC3E}">
        <p14:creationId xmlns:p14="http://schemas.microsoft.com/office/powerpoint/2010/main" val="3149600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71F32CDA-FFB5-6E7D-6BD8-F85FFEA91E91}"/>
              </a:ext>
            </a:extLst>
          </p:cNvPr>
          <p:cNvSpPr/>
          <p:nvPr/>
        </p:nvSpPr>
        <p:spPr>
          <a:xfrm>
            <a:off x="0" y="0"/>
            <a:ext cx="2616740" cy="11673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pic>
        <p:nvPicPr>
          <p:cNvPr id="5" name="Imagen 4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8E422B7E-940B-4B59-8E84-BA16C9F2AE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71" y="134217"/>
            <a:ext cx="2194397" cy="887188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28E1129F-969D-8E7B-485E-F72C8E2ED9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16740" y="0"/>
            <a:ext cx="957526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442A5EA-D641-9887-86F5-48963FC31D19}"/>
              </a:ext>
            </a:extLst>
          </p:cNvPr>
          <p:cNvSpPr/>
          <p:nvPr/>
        </p:nvSpPr>
        <p:spPr>
          <a:xfrm>
            <a:off x="10073810" y="1108068"/>
            <a:ext cx="1798938" cy="382613"/>
          </a:xfrm>
          <a:prstGeom prst="rect">
            <a:avLst/>
          </a:prstGeom>
          <a:solidFill>
            <a:srgbClr val="FFC64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tx1"/>
                </a:solidFill>
              </a:rPr>
              <a:t>Configuración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80E4EF1-2F7C-3AE7-18E0-08CFAC87E9B0}"/>
              </a:ext>
            </a:extLst>
          </p:cNvPr>
          <p:cNvSpPr/>
          <p:nvPr/>
        </p:nvSpPr>
        <p:spPr>
          <a:xfrm>
            <a:off x="1" y="1155622"/>
            <a:ext cx="2616740" cy="5702378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15CF5DF-1532-A67E-3A21-D821BD528049}"/>
              </a:ext>
            </a:extLst>
          </p:cNvPr>
          <p:cNvSpPr/>
          <p:nvPr/>
        </p:nvSpPr>
        <p:spPr>
          <a:xfrm>
            <a:off x="-1" y="4349219"/>
            <a:ext cx="2616740" cy="608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29847B92-EA8D-5019-B637-CE29FB2C2518}"/>
              </a:ext>
            </a:extLst>
          </p:cNvPr>
          <p:cNvSpPr/>
          <p:nvPr/>
        </p:nvSpPr>
        <p:spPr>
          <a:xfrm>
            <a:off x="385267" y="5842870"/>
            <a:ext cx="1901953" cy="731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CERRAR SESIÓN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5BBCB78-E86B-9A7F-CE99-6004A559C00C}"/>
              </a:ext>
            </a:extLst>
          </p:cNvPr>
          <p:cNvSpPr/>
          <p:nvPr/>
        </p:nvSpPr>
        <p:spPr>
          <a:xfrm>
            <a:off x="348813" y="3317068"/>
            <a:ext cx="1919115" cy="27699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REGISTRO DE USUARIOS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04B87E08-48DA-9E03-69B1-0F9D306A0289}"/>
              </a:ext>
            </a:extLst>
          </p:cNvPr>
          <p:cNvSpPr/>
          <p:nvPr/>
        </p:nvSpPr>
        <p:spPr>
          <a:xfrm>
            <a:off x="287106" y="3932200"/>
            <a:ext cx="2024914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ASISTENCIA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77D29C7A-0B53-7243-94FB-B4BC89B8302E}"/>
              </a:ext>
            </a:extLst>
          </p:cNvPr>
          <p:cNvSpPr/>
          <p:nvPr/>
        </p:nvSpPr>
        <p:spPr>
          <a:xfrm>
            <a:off x="393524" y="4543643"/>
            <a:ext cx="1806906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b="1" dirty="0">
                <a:ln w="0">
                  <a:noFill/>
                </a:ln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CONTROL DE EQUIPOS</a:t>
            </a:r>
            <a:endParaRPr lang="es-ES" sz="1200" b="1" cap="none" spc="0" dirty="0">
              <a:ln w="0">
                <a:noFill/>
              </a:ln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00D322CA-07FE-833B-634B-B93DFA4F270D}"/>
              </a:ext>
            </a:extLst>
          </p:cNvPr>
          <p:cNvSpPr/>
          <p:nvPr/>
        </p:nvSpPr>
        <p:spPr>
          <a:xfrm>
            <a:off x="201728" y="5057432"/>
            <a:ext cx="2268571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HORARIOS DE LABORATORIO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64A24875-8E32-BAEE-2345-F86CC5FA4FE4}"/>
              </a:ext>
            </a:extLst>
          </p:cNvPr>
          <p:cNvSpPr/>
          <p:nvPr/>
        </p:nvSpPr>
        <p:spPr>
          <a:xfrm>
            <a:off x="288750" y="2722803"/>
            <a:ext cx="214977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6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Nombre de Usuario</a:t>
            </a:r>
            <a:endParaRPr lang="es-ES" sz="16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38" name="Imagen 37" descr="Dibujo de un animal con la boca abierta&#10;&#10;Descripción generada automáticamente con confianza baja">
            <a:extLst>
              <a:ext uri="{FF2B5EF4-FFF2-40B4-BE49-F238E27FC236}">
                <a16:creationId xmlns:a16="http://schemas.microsoft.com/office/drawing/2014/main" id="{9FE53A98-EFCE-3773-8625-1B7F3B7FF9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392" y="1331606"/>
            <a:ext cx="1373057" cy="1362177"/>
          </a:xfrm>
          <a:prstGeom prst="rect">
            <a:avLst/>
          </a:prstGeom>
        </p:spPr>
      </p:pic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FA9D57ED-6F48-0382-4500-06900B4A1D4B}"/>
              </a:ext>
            </a:extLst>
          </p:cNvPr>
          <p:cNvSpPr/>
          <p:nvPr/>
        </p:nvSpPr>
        <p:spPr>
          <a:xfrm>
            <a:off x="3053739" y="860089"/>
            <a:ext cx="3804138" cy="41662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EQUIPOS DISPONIBLES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F7B62AB6-23B6-CA5D-61CB-4E589E77AD9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35690" y="1678032"/>
            <a:ext cx="8760257" cy="4814322"/>
            <a:chOff x="3111412" y="2162613"/>
            <a:chExt cx="8760257" cy="4354749"/>
          </a:xfrm>
        </p:grpSpPr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AA75D0F2-891C-7F19-26EC-AE53F0E4E9E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11412" y="2173684"/>
              <a:ext cx="8737058" cy="43326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pic>
          <p:nvPicPr>
            <p:cNvPr id="42" name="Imagen 41" descr="Forma&#10;&#10;Descripción generada automáticamente con confianza baja">
              <a:extLst>
                <a:ext uri="{FF2B5EF4-FFF2-40B4-BE49-F238E27FC236}">
                  <a16:creationId xmlns:a16="http://schemas.microsoft.com/office/drawing/2014/main" id="{59A13B8F-879E-C8AB-C9E2-BF12CE544D9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542" r="40180"/>
            <a:stretch/>
          </p:blipFill>
          <p:spPr>
            <a:xfrm>
              <a:off x="11540932" y="2162613"/>
              <a:ext cx="330737" cy="4354749"/>
            </a:xfrm>
            <a:prstGeom prst="rect">
              <a:avLst/>
            </a:prstGeom>
          </p:spPr>
        </p:pic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4C31DFF6-0075-A0BC-EAFA-549E4B3A8446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3111412" y="2600619"/>
              <a:ext cx="840632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4" name="Rectángulo 43">
            <a:extLst>
              <a:ext uri="{FF2B5EF4-FFF2-40B4-BE49-F238E27FC236}">
                <a16:creationId xmlns:a16="http://schemas.microsoft.com/office/drawing/2014/main" id="{5A2AA914-B0E4-BBD5-B4FA-8F7DF8A94B33}"/>
              </a:ext>
            </a:extLst>
          </p:cNvPr>
          <p:cNvSpPr/>
          <p:nvPr/>
        </p:nvSpPr>
        <p:spPr>
          <a:xfrm>
            <a:off x="3580793" y="1772754"/>
            <a:ext cx="8869855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just"/>
            <a:r>
              <a:rPr lang="es-ES" sz="14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 LAB             TIPO              COD.PATRIMONIAL               NÚMERO DE SERIE                ESTADO</a:t>
            </a:r>
            <a:endParaRPr lang="es-ES" sz="14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45" name="Imagen 44" descr="Icono&#10;&#10;Descripción generada automáticamente">
            <a:extLst>
              <a:ext uri="{FF2B5EF4-FFF2-40B4-BE49-F238E27FC236}">
                <a16:creationId xmlns:a16="http://schemas.microsoft.com/office/drawing/2014/main" id="{8E66DCC3-3D79-A2A0-9C11-B0B63DCA89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2666" y="4684382"/>
            <a:ext cx="361970" cy="361970"/>
          </a:xfrm>
          <a:prstGeom prst="rect">
            <a:avLst/>
          </a:prstGeom>
        </p:spPr>
      </p:pic>
      <p:sp>
        <p:nvSpPr>
          <p:cNvPr id="46" name="Rectángulo 45">
            <a:extLst>
              <a:ext uri="{FF2B5EF4-FFF2-40B4-BE49-F238E27FC236}">
                <a16:creationId xmlns:a16="http://schemas.microsoft.com/office/drawing/2014/main" id="{144FF76A-BBAA-14C7-674C-2E0F7F8A1B98}"/>
              </a:ext>
            </a:extLst>
          </p:cNvPr>
          <p:cNvSpPr/>
          <p:nvPr/>
        </p:nvSpPr>
        <p:spPr>
          <a:xfrm>
            <a:off x="3053739" y="240602"/>
            <a:ext cx="395621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800" b="1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EQUIPOS</a:t>
            </a:r>
          </a:p>
        </p:txBody>
      </p:sp>
      <p:pic>
        <p:nvPicPr>
          <p:cNvPr id="47" name="Imagen 46" descr="Icono&#10;&#10;Descripción generada automáticamente">
            <a:extLst>
              <a:ext uri="{FF2B5EF4-FFF2-40B4-BE49-F238E27FC236}">
                <a16:creationId xmlns:a16="http://schemas.microsoft.com/office/drawing/2014/main" id="{50A07D39-809E-BCA9-6E65-C06FE1EEC8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75636" y="1316062"/>
            <a:ext cx="361970" cy="36197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CA2452AB-5B6D-58EF-9D8C-2F956B373D9D}"/>
              </a:ext>
            </a:extLst>
          </p:cNvPr>
          <p:cNvSpPr/>
          <p:nvPr/>
        </p:nvSpPr>
        <p:spPr>
          <a:xfrm>
            <a:off x="8064559" y="1115125"/>
            <a:ext cx="1798938" cy="38261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solidFill>
                  <a:schemeClr val="bg1"/>
                </a:solidFill>
              </a:rPr>
              <a:t>EXPORTAR A EXCEL</a:t>
            </a:r>
          </a:p>
        </p:txBody>
      </p:sp>
      <p:pic>
        <p:nvPicPr>
          <p:cNvPr id="6" name="Imagen 5" descr="Icono&#10;&#10;Descripción generada automáticamente">
            <a:extLst>
              <a:ext uri="{FF2B5EF4-FFF2-40B4-BE49-F238E27FC236}">
                <a16:creationId xmlns:a16="http://schemas.microsoft.com/office/drawing/2014/main" id="{0EE2710F-6C98-415D-C08C-AE2ACD852A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6423" y="1415723"/>
            <a:ext cx="438100" cy="4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288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AAF97-BD34-43BF-E37F-6A63921EE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A70ABDF2-AECC-598C-6489-7C8E830F16EE}"/>
              </a:ext>
            </a:extLst>
          </p:cNvPr>
          <p:cNvSpPr/>
          <p:nvPr/>
        </p:nvSpPr>
        <p:spPr>
          <a:xfrm>
            <a:off x="0" y="0"/>
            <a:ext cx="2616740" cy="11673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pic>
        <p:nvPicPr>
          <p:cNvPr id="5" name="Imagen 4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803961BF-DAFD-D0C1-3D6B-BA4AB7FB88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71" y="134217"/>
            <a:ext cx="2194397" cy="887188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E80EACED-BB2A-45F3-189B-B2A4A55416B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16740" y="0"/>
            <a:ext cx="957526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370873A-5D48-C56E-30C9-7F5CA3DA86A2}"/>
              </a:ext>
            </a:extLst>
          </p:cNvPr>
          <p:cNvSpPr/>
          <p:nvPr/>
        </p:nvSpPr>
        <p:spPr>
          <a:xfrm>
            <a:off x="1" y="1155622"/>
            <a:ext cx="2616740" cy="5702378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374E6EB-EB15-E4E0-4BF8-DDB3B4C0D34D}"/>
              </a:ext>
            </a:extLst>
          </p:cNvPr>
          <p:cNvSpPr/>
          <p:nvPr/>
        </p:nvSpPr>
        <p:spPr>
          <a:xfrm>
            <a:off x="-1" y="4349219"/>
            <a:ext cx="2616740" cy="608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847D0A62-7DCB-7CF5-5547-69431AF8A91B}"/>
              </a:ext>
            </a:extLst>
          </p:cNvPr>
          <p:cNvSpPr/>
          <p:nvPr/>
        </p:nvSpPr>
        <p:spPr>
          <a:xfrm>
            <a:off x="385267" y="5842870"/>
            <a:ext cx="1901953" cy="731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CERRAR SESIÓN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BE60846-EF4E-EB99-6227-C1315AC3531A}"/>
              </a:ext>
            </a:extLst>
          </p:cNvPr>
          <p:cNvSpPr/>
          <p:nvPr/>
        </p:nvSpPr>
        <p:spPr>
          <a:xfrm>
            <a:off x="348813" y="3317068"/>
            <a:ext cx="1919115" cy="27699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REGISTRO DE USUARIOS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D0670609-E4AA-C79A-B8F0-08336E9D8185}"/>
              </a:ext>
            </a:extLst>
          </p:cNvPr>
          <p:cNvSpPr/>
          <p:nvPr/>
        </p:nvSpPr>
        <p:spPr>
          <a:xfrm>
            <a:off x="287106" y="3932200"/>
            <a:ext cx="2024914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ASISTENCIA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E92B9F5F-9C9C-1754-5A2A-99201B504502}"/>
              </a:ext>
            </a:extLst>
          </p:cNvPr>
          <p:cNvSpPr/>
          <p:nvPr/>
        </p:nvSpPr>
        <p:spPr>
          <a:xfrm>
            <a:off x="393524" y="4543643"/>
            <a:ext cx="1806906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b="1" dirty="0">
                <a:ln w="0">
                  <a:noFill/>
                </a:ln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CONTROL DE EQUIPOS</a:t>
            </a:r>
            <a:endParaRPr lang="es-ES" sz="1200" b="1" cap="none" spc="0" dirty="0">
              <a:ln w="0">
                <a:noFill/>
              </a:ln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C0642EDE-7885-B06F-643D-E91E7B10C353}"/>
              </a:ext>
            </a:extLst>
          </p:cNvPr>
          <p:cNvSpPr/>
          <p:nvPr/>
        </p:nvSpPr>
        <p:spPr>
          <a:xfrm>
            <a:off x="201728" y="5057432"/>
            <a:ext cx="2268571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HORARIOS DE LABORATORIO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462573D-03E6-BD70-1AE6-E22BE3982C7F}"/>
              </a:ext>
            </a:extLst>
          </p:cNvPr>
          <p:cNvSpPr/>
          <p:nvPr/>
        </p:nvSpPr>
        <p:spPr>
          <a:xfrm>
            <a:off x="288750" y="2722803"/>
            <a:ext cx="214977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6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Nombre de Usuario</a:t>
            </a:r>
            <a:endParaRPr lang="es-ES" sz="16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38" name="Imagen 37" descr="Dibujo de un animal con la boca abierta&#10;&#10;Descripción generada automáticamente con confianza baja">
            <a:extLst>
              <a:ext uri="{FF2B5EF4-FFF2-40B4-BE49-F238E27FC236}">
                <a16:creationId xmlns:a16="http://schemas.microsoft.com/office/drawing/2014/main" id="{EA1D5C57-F58D-E85B-6E92-992275B32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392" y="1331606"/>
            <a:ext cx="1373057" cy="1362177"/>
          </a:xfrm>
          <a:prstGeom prst="rect">
            <a:avLst/>
          </a:prstGeom>
        </p:spPr>
      </p:pic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3F57863F-3687-C6C6-2D68-64A1439F9D96}"/>
              </a:ext>
            </a:extLst>
          </p:cNvPr>
          <p:cNvSpPr/>
          <p:nvPr/>
        </p:nvSpPr>
        <p:spPr>
          <a:xfrm>
            <a:off x="3053739" y="860089"/>
            <a:ext cx="3804138" cy="41662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LISTA DE EQUIPOS REGISTRADOS</a:t>
            </a:r>
          </a:p>
        </p:txBody>
      </p:sp>
      <p:pic>
        <p:nvPicPr>
          <p:cNvPr id="45" name="Imagen 44" descr="Icono&#10;&#10;Descripción generada automáticamente">
            <a:extLst>
              <a:ext uri="{FF2B5EF4-FFF2-40B4-BE49-F238E27FC236}">
                <a16:creationId xmlns:a16="http://schemas.microsoft.com/office/drawing/2014/main" id="{57906164-EEEF-F263-745E-BC60F7F853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1035" y="4682142"/>
            <a:ext cx="361970" cy="361970"/>
          </a:xfrm>
          <a:prstGeom prst="rect">
            <a:avLst/>
          </a:prstGeom>
        </p:spPr>
      </p:pic>
      <p:sp>
        <p:nvSpPr>
          <p:cNvPr id="46" name="Rectángulo 45">
            <a:extLst>
              <a:ext uri="{FF2B5EF4-FFF2-40B4-BE49-F238E27FC236}">
                <a16:creationId xmlns:a16="http://schemas.microsoft.com/office/drawing/2014/main" id="{0FE76AC6-BA84-88FE-8CE8-0F3458D5E6C9}"/>
              </a:ext>
            </a:extLst>
          </p:cNvPr>
          <p:cNvSpPr/>
          <p:nvPr/>
        </p:nvSpPr>
        <p:spPr>
          <a:xfrm>
            <a:off x="3053739" y="240602"/>
            <a:ext cx="395621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800" b="1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EQUIPOS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989C830-08D7-CCA5-14FA-AD7666CF84D6}"/>
              </a:ext>
            </a:extLst>
          </p:cNvPr>
          <p:cNvSpPr/>
          <p:nvPr/>
        </p:nvSpPr>
        <p:spPr>
          <a:xfrm>
            <a:off x="8458150" y="1431728"/>
            <a:ext cx="1798938" cy="382612"/>
          </a:xfrm>
          <a:prstGeom prst="rect">
            <a:avLst/>
          </a:prstGeom>
          <a:solidFill>
            <a:srgbClr val="FFC64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solidFill>
                  <a:schemeClr val="tx1"/>
                </a:solidFill>
              </a:rPr>
              <a:t>EXPORTAR A EXCEL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21F7EEA-98AA-AC82-8FF7-555DBDB75634}"/>
              </a:ext>
            </a:extLst>
          </p:cNvPr>
          <p:cNvSpPr/>
          <p:nvPr/>
        </p:nvSpPr>
        <p:spPr>
          <a:xfrm>
            <a:off x="10395924" y="1445757"/>
            <a:ext cx="1465634" cy="382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REGRESAR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F3BE34F-3D55-ACE3-F1CE-24C99EB9F674}"/>
              </a:ext>
            </a:extLst>
          </p:cNvPr>
          <p:cNvSpPr/>
          <p:nvPr/>
        </p:nvSpPr>
        <p:spPr>
          <a:xfrm>
            <a:off x="3010263" y="2064228"/>
            <a:ext cx="8737058" cy="41726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pic>
        <p:nvPicPr>
          <p:cNvPr id="11" name="Imagen 10" descr="Forma&#10;&#10;Descripción generada automáticamente con confianza baja">
            <a:extLst>
              <a:ext uri="{FF2B5EF4-FFF2-40B4-BE49-F238E27FC236}">
                <a16:creationId xmlns:a16="http://schemas.microsoft.com/office/drawing/2014/main" id="{8F7EF929-DF23-BA22-3D4F-EBA7DCDF96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6" b="47244"/>
          <a:stretch/>
        </p:blipFill>
        <p:spPr>
          <a:xfrm rot="5400000" flipV="1">
            <a:off x="9724614" y="4058969"/>
            <a:ext cx="4243743" cy="183130"/>
          </a:xfrm>
          <a:prstGeom prst="rect">
            <a:avLst/>
          </a:prstGeom>
        </p:spPr>
      </p:pic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4DDD7124-F80B-C950-3F89-CF683C623A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532730"/>
              </p:ext>
            </p:extLst>
          </p:nvPr>
        </p:nvGraphicFramePr>
        <p:xfrm>
          <a:off x="3010262" y="2063730"/>
          <a:ext cx="8744658" cy="274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57443">
                  <a:extLst>
                    <a:ext uri="{9D8B030D-6E8A-4147-A177-3AD203B41FA5}">
                      <a16:colId xmlns:a16="http://schemas.microsoft.com/office/drawing/2014/main" val="26644584"/>
                    </a:ext>
                  </a:extLst>
                </a:gridCol>
                <a:gridCol w="1457443">
                  <a:extLst>
                    <a:ext uri="{9D8B030D-6E8A-4147-A177-3AD203B41FA5}">
                      <a16:colId xmlns:a16="http://schemas.microsoft.com/office/drawing/2014/main" val="4081335451"/>
                    </a:ext>
                  </a:extLst>
                </a:gridCol>
                <a:gridCol w="1457443">
                  <a:extLst>
                    <a:ext uri="{9D8B030D-6E8A-4147-A177-3AD203B41FA5}">
                      <a16:colId xmlns:a16="http://schemas.microsoft.com/office/drawing/2014/main" val="2807122850"/>
                    </a:ext>
                  </a:extLst>
                </a:gridCol>
                <a:gridCol w="1457443">
                  <a:extLst>
                    <a:ext uri="{9D8B030D-6E8A-4147-A177-3AD203B41FA5}">
                      <a16:colId xmlns:a16="http://schemas.microsoft.com/office/drawing/2014/main" val="2362622836"/>
                    </a:ext>
                  </a:extLst>
                </a:gridCol>
                <a:gridCol w="1457443">
                  <a:extLst>
                    <a:ext uri="{9D8B030D-6E8A-4147-A177-3AD203B41FA5}">
                      <a16:colId xmlns:a16="http://schemas.microsoft.com/office/drawing/2014/main" val="1723234723"/>
                    </a:ext>
                  </a:extLst>
                </a:gridCol>
                <a:gridCol w="1457443">
                  <a:extLst>
                    <a:ext uri="{9D8B030D-6E8A-4147-A177-3AD203B41FA5}">
                      <a16:colId xmlns:a16="http://schemas.microsoft.com/office/drawing/2014/main" val="1005152080"/>
                    </a:ext>
                  </a:extLst>
                </a:gridCol>
              </a:tblGrid>
              <a:tr h="273712">
                <a:tc>
                  <a:txBody>
                    <a:bodyPr/>
                    <a:lstStyle/>
                    <a:p>
                      <a:pPr algn="ctr"/>
                      <a:r>
                        <a:rPr lang="es-PE" sz="1200" dirty="0"/>
                        <a:t>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200" dirty="0"/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200" dirty="0"/>
                        <a:t>Código Patri.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200" dirty="0"/>
                        <a:t>Hora 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200" dirty="0"/>
                        <a:t>Número de Serie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200" dirty="0"/>
                        <a:t>Estado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5665735"/>
                  </a:ext>
                </a:extLst>
              </a:tr>
            </a:tbl>
          </a:graphicData>
        </a:graphic>
      </p:graphicFrame>
      <p:sp>
        <p:nvSpPr>
          <p:cNvPr id="17" name="Rectángulo 16">
            <a:extLst>
              <a:ext uri="{FF2B5EF4-FFF2-40B4-BE49-F238E27FC236}">
                <a16:creationId xmlns:a16="http://schemas.microsoft.com/office/drawing/2014/main" id="{0880EED3-306D-03D9-5F59-308194F34C30}"/>
              </a:ext>
            </a:extLst>
          </p:cNvPr>
          <p:cNvSpPr/>
          <p:nvPr/>
        </p:nvSpPr>
        <p:spPr>
          <a:xfrm>
            <a:off x="4366603" y="1563960"/>
            <a:ext cx="2999953" cy="259597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1BCB6CA-CB08-B3D8-0A74-395FF61649EF}"/>
              </a:ext>
            </a:extLst>
          </p:cNvPr>
          <p:cNvSpPr/>
          <p:nvPr/>
        </p:nvSpPr>
        <p:spPr>
          <a:xfrm>
            <a:off x="2952779" y="1473673"/>
            <a:ext cx="1316387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000" b="1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BUSCAR :</a:t>
            </a:r>
          </a:p>
        </p:txBody>
      </p:sp>
      <p:pic>
        <p:nvPicPr>
          <p:cNvPr id="19" name="Imagen 18" descr="Icono&#10;&#10;Descripción generada automáticamente">
            <a:extLst>
              <a:ext uri="{FF2B5EF4-FFF2-40B4-BE49-F238E27FC236}">
                <a16:creationId xmlns:a16="http://schemas.microsoft.com/office/drawing/2014/main" id="{EEBB1EA5-4080-4D0F-9B30-AE4FC9E085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1689" y="1560820"/>
            <a:ext cx="438100" cy="438100"/>
          </a:xfrm>
          <a:prstGeom prst="rect">
            <a:avLst/>
          </a:prstGeom>
        </p:spPr>
      </p:pic>
      <p:sp>
        <p:nvSpPr>
          <p:cNvPr id="20" name="Rectángulo 19">
            <a:extLst>
              <a:ext uri="{FF2B5EF4-FFF2-40B4-BE49-F238E27FC236}">
                <a16:creationId xmlns:a16="http://schemas.microsoft.com/office/drawing/2014/main" id="{65D6E67A-2359-A598-3BA2-3D0768946373}"/>
              </a:ext>
            </a:extLst>
          </p:cNvPr>
          <p:cNvSpPr/>
          <p:nvPr/>
        </p:nvSpPr>
        <p:spPr>
          <a:xfrm>
            <a:off x="4337099" y="1539871"/>
            <a:ext cx="131161" cy="30777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just"/>
            <a:r>
              <a:rPr lang="es-ES" sz="14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|</a:t>
            </a:r>
            <a:endParaRPr lang="es-ES" sz="14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6" name="Imagen 5" descr="Icono&#10;&#10;Descripción generada automáticamente">
            <a:extLst>
              <a:ext uri="{FF2B5EF4-FFF2-40B4-BE49-F238E27FC236}">
                <a16:creationId xmlns:a16="http://schemas.microsoft.com/office/drawing/2014/main" id="{0E8FB92C-E1A5-C065-F140-4E98AE68AA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25687" y="1598847"/>
            <a:ext cx="438100" cy="438100"/>
          </a:xfrm>
          <a:prstGeom prst="rect">
            <a:avLst/>
          </a:prstGeom>
        </p:spPr>
      </p:pic>
      <p:pic>
        <p:nvPicPr>
          <p:cNvPr id="13" name="Imagen 12" descr="Icono&#10;&#10;Descripción generada automáticamente">
            <a:extLst>
              <a:ext uri="{FF2B5EF4-FFF2-40B4-BE49-F238E27FC236}">
                <a16:creationId xmlns:a16="http://schemas.microsoft.com/office/drawing/2014/main" id="{48CAEE33-44C0-DA0B-668D-A783BB786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0054" y="1673027"/>
            <a:ext cx="364515" cy="361970"/>
          </a:xfrm>
          <a:prstGeom prst="rect">
            <a:avLst/>
          </a:prstGeom>
        </p:spPr>
      </p:pic>
      <p:pic>
        <p:nvPicPr>
          <p:cNvPr id="14" name="Imagen 13" descr="Icono&#10;&#10;Descripción generada automáticamente">
            <a:extLst>
              <a:ext uri="{FF2B5EF4-FFF2-40B4-BE49-F238E27FC236}">
                <a16:creationId xmlns:a16="http://schemas.microsoft.com/office/drawing/2014/main" id="{74637A7A-50A0-7AE0-0B5D-0322F7B476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1642" y="6288602"/>
            <a:ext cx="438100" cy="4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9130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45B37-32D9-AEB2-6F5F-7F6AB3409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94C220AA-6DE6-390C-7186-BBE4FB4D173C}"/>
              </a:ext>
            </a:extLst>
          </p:cNvPr>
          <p:cNvSpPr/>
          <p:nvPr/>
        </p:nvSpPr>
        <p:spPr>
          <a:xfrm>
            <a:off x="0" y="0"/>
            <a:ext cx="2616740" cy="11673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pic>
        <p:nvPicPr>
          <p:cNvPr id="5" name="Imagen 4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DB793C68-07A5-3636-1D94-8B2024B75F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71" y="134217"/>
            <a:ext cx="2194397" cy="887188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7D5F7280-0242-D758-E22F-0BCAFE86E9A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" y="1155622"/>
            <a:ext cx="2616740" cy="5702378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8CC31B8-6351-0187-A77A-00F1E829F51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16740" y="0"/>
            <a:ext cx="957526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4D1C1CDC-8EFC-AC1B-4B58-977D30000ACB}"/>
              </a:ext>
            </a:extLst>
          </p:cNvPr>
          <p:cNvSpPr/>
          <p:nvPr/>
        </p:nvSpPr>
        <p:spPr>
          <a:xfrm>
            <a:off x="3019451" y="316201"/>
            <a:ext cx="397897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800" b="1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EQUIPOS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F4A4633-FE44-40A1-E188-CC502C75671C}"/>
              </a:ext>
            </a:extLst>
          </p:cNvPr>
          <p:cNvSpPr/>
          <p:nvPr/>
        </p:nvSpPr>
        <p:spPr>
          <a:xfrm>
            <a:off x="3189053" y="4196781"/>
            <a:ext cx="8737058" cy="23768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2264A1D-89EE-F64D-7C7E-3CDE5CAA2992}"/>
              </a:ext>
            </a:extLst>
          </p:cNvPr>
          <p:cNvSpPr/>
          <p:nvPr/>
        </p:nvSpPr>
        <p:spPr>
          <a:xfrm>
            <a:off x="-1" y="4358130"/>
            <a:ext cx="2616740" cy="608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5C6EC73B-54D7-75CB-6A75-C6C67CFEDE49}"/>
              </a:ext>
            </a:extLst>
          </p:cNvPr>
          <p:cNvSpPr/>
          <p:nvPr/>
        </p:nvSpPr>
        <p:spPr>
          <a:xfrm>
            <a:off x="3339830" y="3879514"/>
            <a:ext cx="3804138" cy="41662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LISTA DE EQUIPOS REGISTRADOS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78A7031-F27A-9945-B52E-B96BA3C8AFFF}"/>
              </a:ext>
            </a:extLst>
          </p:cNvPr>
          <p:cNvSpPr>
            <a:spLocks/>
          </p:cNvSpPr>
          <p:nvPr/>
        </p:nvSpPr>
        <p:spPr>
          <a:xfrm>
            <a:off x="3189053" y="1302014"/>
            <a:ext cx="8737058" cy="221661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75FF214-6B17-7EC1-0052-E80468043C57}"/>
              </a:ext>
            </a:extLst>
          </p:cNvPr>
          <p:cNvSpPr/>
          <p:nvPr/>
        </p:nvSpPr>
        <p:spPr>
          <a:xfrm>
            <a:off x="4245069" y="2544293"/>
            <a:ext cx="1678665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400" b="1" cap="none" spc="0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</a:t>
            </a:r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úmero de Serie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AD5C6398-237B-9D54-EA26-1E58BE363717}"/>
              </a:ext>
            </a:extLst>
          </p:cNvPr>
          <p:cNvSpPr/>
          <p:nvPr/>
        </p:nvSpPr>
        <p:spPr>
          <a:xfrm>
            <a:off x="3442969" y="1047557"/>
            <a:ext cx="2812058" cy="41662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REGISTRO DE EQUIPOS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3A4D1F8-CBB9-A596-D828-77D9B8DED9A3}"/>
              </a:ext>
            </a:extLst>
          </p:cNvPr>
          <p:cNvSpPr/>
          <p:nvPr/>
        </p:nvSpPr>
        <p:spPr>
          <a:xfrm>
            <a:off x="10480894" y="687082"/>
            <a:ext cx="1385479" cy="36898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ELIMINAR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772E97B-C628-AFA1-82A1-93BA4A6FF63C}"/>
              </a:ext>
            </a:extLst>
          </p:cNvPr>
          <p:cNvSpPr/>
          <p:nvPr/>
        </p:nvSpPr>
        <p:spPr>
          <a:xfrm>
            <a:off x="7894225" y="2904829"/>
            <a:ext cx="3161490" cy="237248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379801D-7662-D028-839E-471F811835C2}"/>
              </a:ext>
            </a:extLst>
          </p:cNvPr>
          <p:cNvSpPr/>
          <p:nvPr/>
        </p:nvSpPr>
        <p:spPr>
          <a:xfrm>
            <a:off x="7879102" y="2566066"/>
            <a:ext cx="1922321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400" b="1" cap="none" spc="0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Código Patrimonial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F104C1C-C143-0E1D-5B09-3282A3DE6507}"/>
              </a:ext>
            </a:extLst>
          </p:cNvPr>
          <p:cNvSpPr/>
          <p:nvPr/>
        </p:nvSpPr>
        <p:spPr>
          <a:xfrm>
            <a:off x="4416590" y="1658272"/>
            <a:ext cx="1507144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Tipo de Equipo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BA55F4A1-4F09-A43D-B231-43BCAD3B200B}"/>
              </a:ext>
            </a:extLst>
          </p:cNvPr>
          <p:cNvSpPr/>
          <p:nvPr/>
        </p:nvSpPr>
        <p:spPr>
          <a:xfrm>
            <a:off x="7067819" y="1658271"/>
            <a:ext cx="1218603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Laboratorio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04AAA063-1BBC-6778-7A6F-FF43A720CCB0}"/>
              </a:ext>
            </a:extLst>
          </p:cNvPr>
          <p:cNvCxnSpPr>
            <a:cxnSpLocks/>
          </p:cNvCxnSpPr>
          <p:nvPr/>
        </p:nvCxnSpPr>
        <p:spPr>
          <a:xfrm>
            <a:off x="3189052" y="4767026"/>
            <a:ext cx="8737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4D21349-021D-1480-8F35-28B8FFB08711}"/>
              </a:ext>
            </a:extLst>
          </p:cNvPr>
          <p:cNvSpPr/>
          <p:nvPr/>
        </p:nvSpPr>
        <p:spPr>
          <a:xfrm>
            <a:off x="385267" y="5842870"/>
            <a:ext cx="1901953" cy="731760"/>
          </a:xfrm>
          <a:prstGeom prst="rect">
            <a:avLst/>
          </a:prstGeom>
          <a:solidFill>
            <a:srgbClr val="FFC64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tx1"/>
                </a:solidFill>
              </a:rPr>
              <a:t>CERRAR SESIÓN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D6A284C0-3875-21F0-DDA9-8418288CB0B6}"/>
              </a:ext>
            </a:extLst>
          </p:cNvPr>
          <p:cNvSpPr/>
          <p:nvPr/>
        </p:nvSpPr>
        <p:spPr>
          <a:xfrm>
            <a:off x="375598" y="3407420"/>
            <a:ext cx="1919115" cy="27699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REGISTRO DE USUARIOS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37" name="Imagen 36" descr="Icono&#10;&#10;Descripción generada automáticamente">
            <a:extLst>
              <a:ext uri="{FF2B5EF4-FFF2-40B4-BE49-F238E27FC236}">
                <a16:creationId xmlns:a16="http://schemas.microsoft.com/office/drawing/2014/main" id="{05ED01B9-629F-17A3-49F2-4B6CB08BBA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9566" y="3380945"/>
            <a:ext cx="438100" cy="438100"/>
          </a:xfrm>
          <a:prstGeom prst="rect">
            <a:avLst/>
          </a:prstGeom>
        </p:spPr>
      </p:pic>
      <p:sp>
        <p:nvSpPr>
          <p:cNvPr id="42" name="Rectángulo 41">
            <a:extLst>
              <a:ext uri="{FF2B5EF4-FFF2-40B4-BE49-F238E27FC236}">
                <a16:creationId xmlns:a16="http://schemas.microsoft.com/office/drawing/2014/main" id="{6A76CF67-2523-EE1E-62C4-9941F0277653}"/>
              </a:ext>
            </a:extLst>
          </p:cNvPr>
          <p:cNvSpPr/>
          <p:nvPr/>
        </p:nvSpPr>
        <p:spPr>
          <a:xfrm>
            <a:off x="287106" y="3932200"/>
            <a:ext cx="2024914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ASISTENCIA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69227B41-F9ED-124F-7BCB-2665811E7C2A}"/>
              </a:ext>
            </a:extLst>
          </p:cNvPr>
          <p:cNvSpPr/>
          <p:nvPr/>
        </p:nvSpPr>
        <p:spPr>
          <a:xfrm>
            <a:off x="393524" y="4543643"/>
            <a:ext cx="1806906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b="1" dirty="0">
                <a:ln w="0">
                  <a:noFill/>
                </a:ln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CONTROL DE EQUIPOS</a:t>
            </a:r>
            <a:endParaRPr lang="es-ES" sz="1200" b="1" cap="none" spc="0" dirty="0">
              <a:ln w="0">
                <a:noFill/>
              </a:ln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C75FBC27-2F5D-0E38-D329-02CA4E94B35F}"/>
              </a:ext>
            </a:extLst>
          </p:cNvPr>
          <p:cNvSpPr/>
          <p:nvPr/>
        </p:nvSpPr>
        <p:spPr>
          <a:xfrm>
            <a:off x="201728" y="5057432"/>
            <a:ext cx="2268571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HORARIOS DE LABORATORIO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3" name="Imagen 2" descr="Forma&#10;&#10;Descripción generada automáticamente con confianza baja">
            <a:extLst>
              <a:ext uri="{FF2B5EF4-FFF2-40B4-BE49-F238E27FC236}">
                <a16:creationId xmlns:a16="http://schemas.microsoft.com/office/drawing/2014/main" id="{0D4736D4-0D44-3F4A-A120-86C57E60EC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6" b="47244"/>
          <a:stretch/>
        </p:blipFill>
        <p:spPr>
          <a:xfrm flipV="1">
            <a:off x="3144976" y="6417656"/>
            <a:ext cx="8801552" cy="137712"/>
          </a:xfrm>
          <a:prstGeom prst="rect">
            <a:avLst/>
          </a:prstGeom>
        </p:spPr>
      </p:pic>
      <p:sp>
        <p:nvSpPr>
          <p:cNvPr id="33" name="Rectángulo 32">
            <a:extLst>
              <a:ext uri="{FF2B5EF4-FFF2-40B4-BE49-F238E27FC236}">
                <a16:creationId xmlns:a16="http://schemas.microsoft.com/office/drawing/2014/main" id="{5E3DD97B-C074-9C05-C418-52BFF9D4AA33}"/>
              </a:ext>
            </a:extLst>
          </p:cNvPr>
          <p:cNvSpPr/>
          <p:nvPr/>
        </p:nvSpPr>
        <p:spPr>
          <a:xfrm>
            <a:off x="288750" y="2722803"/>
            <a:ext cx="214977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6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Nombre de Usuario</a:t>
            </a:r>
            <a:endParaRPr lang="es-ES" sz="16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C5ADEC84-1549-F155-3717-1ADD8401A240}"/>
              </a:ext>
            </a:extLst>
          </p:cNvPr>
          <p:cNvSpPr/>
          <p:nvPr/>
        </p:nvSpPr>
        <p:spPr>
          <a:xfrm>
            <a:off x="8929463" y="678573"/>
            <a:ext cx="1385479" cy="368983"/>
          </a:xfrm>
          <a:prstGeom prst="rect">
            <a:avLst/>
          </a:prstGeom>
          <a:solidFill>
            <a:srgbClr val="FFC64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tx1"/>
                </a:solidFill>
              </a:rPr>
              <a:t>MODIFICAR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2B43396-73E3-3D87-DC4C-E0FEE57CCB35}"/>
              </a:ext>
            </a:extLst>
          </p:cNvPr>
          <p:cNvSpPr/>
          <p:nvPr/>
        </p:nvSpPr>
        <p:spPr>
          <a:xfrm>
            <a:off x="7374629" y="678572"/>
            <a:ext cx="1385479" cy="36898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AGREGAR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CC80353-34CA-8841-DF16-96338F775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919472" y="3811913"/>
            <a:ext cx="2999953" cy="259597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D3D7FD1A-F58F-4822-79DC-219C298682E6}"/>
              </a:ext>
            </a:extLst>
          </p:cNvPr>
          <p:cNvSpPr/>
          <p:nvPr/>
        </p:nvSpPr>
        <p:spPr>
          <a:xfrm>
            <a:off x="7505648" y="3721626"/>
            <a:ext cx="1316387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000" b="1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BUSCAR :</a:t>
            </a:r>
          </a:p>
        </p:txBody>
      </p:sp>
      <p:pic>
        <p:nvPicPr>
          <p:cNvPr id="39" name="Imagen 38" descr="Dibujo de un animal con la boca abierta&#10;&#10;Descripción generada automáticamente con confianza baja">
            <a:extLst>
              <a:ext uri="{FF2B5EF4-FFF2-40B4-BE49-F238E27FC236}">
                <a16:creationId xmlns:a16="http://schemas.microsoft.com/office/drawing/2014/main" id="{FF9AB07E-7623-C15E-89D9-3F2F9BEAC73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392" y="1331606"/>
            <a:ext cx="1373057" cy="1362177"/>
          </a:xfrm>
          <a:prstGeom prst="rect">
            <a:avLst/>
          </a:prstGeom>
        </p:spPr>
      </p:pic>
      <p:pic>
        <p:nvPicPr>
          <p:cNvPr id="40" name="Imagen 39" descr="Icono&#10;&#10;Descripción generada automáticamente">
            <a:extLst>
              <a:ext uri="{FF2B5EF4-FFF2-40B4-BE49-F238E27FC236}">
                <a16:creationId xmlns:a16="http://schemas.microsoft.com/office/drawing/2014/main" id="{F0A744BB-912C-46D3-66BE-74DA43FB23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1533" y="802355"/>
            <a:ext cx="438100" cy="438100"/>
          </a:xfrm>
          <a:prstGeom prst="rect">
            <a:avLst/>
          </a:prstGeom>
        </p:spPr>
      </p:pic>
      <p:pic>
        <p:nvPicPr>
          <p:cNvPr id="44" name="Imagen 43" descr="Icono&#10;&#10;Descripción generada automáticamente">
            <a:extLst>
              <a:ext uri="{FF2B5EF4-FFF2-40B4-BE49-F238E27FC236}">
                <a16:creationId xmlns:a16="http://schemas.microsoft.com/office/drawing/2014/main" id="{49873044-404C-EF83-1C10-2BDCA416C5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2292" y="4687716"/>
            <a:ext cx="361970" cy="361970"/>
          </a:xfrm>
          <a:prstGeom prst="rect">
            <a:avLst/>
          </a:prstGeom>
        </p:spPr>
      </p:pic>
      <p:pic>
        <p:nvPicPr>
          <p:cNvPr id="46" name="Imagen 45" descr="Icono&#10;&#10;Descripción generada automáticamente">
            <a:extLst>
              <a:ext uri="{FF2B5EF4-FFF2-40B4-BE49-F238E27FC236}">
                <a16:creationId xmlns:a16="http://schemas.microsoft.com/office/drawing/2014/main" id="{A26B78D1-68D3-40FE-3862-C1AE39EC15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0031" y="931066"/>
            <a:ext cx="342174" cy="303186"/>
          </a:xfrm>
          <a:prstGeom prst="rect">
            <a:avLst/>
          </a:prstGeom>
        </p:spPr>
      </p:pic>
      <p:pic>
        <p:nvPicPr>
          <p:cNvPr id="47" name="Imagen 46" descr="Icono&#10;&#10;Descripción generada automáticamente">
            <a:extLst>
              <a:ext uri="{FF2B5EF4-FFF2-40B4-BE49-F238E27FC236}">
                <a16:creationId xmlns:a16="http://schemas.microsoft.com/office/drawing/2014/main" id="{F4255FAA-F281-6D36-2AD0-FE8DC85A56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0512" y="6373375"/>
            <a:ext cx="361970" cy="361970"/>
          </a:xfrm>
          <a:prstGeom prst="rect">
            <a:avLst/>
          </a:prstGeom>
        </p:spPr>
      </p:pic>
      <p:sp>
        <p:nvSpPr>
          <p:cNvPr id="49" name="Rectángulo 48">
            <a:extLst>
              <a:ext uri="{FF2B5EF4-FFF2-40B4-BE49-F238E27FC236}">
                <a16:creationId xmlns:a16="http://schemas.microsoft.com/office/drawing/2014/main" id="{6F1EAAD9-B5DD-4DE6-F6D9-5E85D4DDC764}"/>
              </a:ext>
            </a:extLst>
          </p:cNvPr>
          <p:cNvSpPr/>
          <p:nvPr/>
        </p:nvSpPr>
        <p:spPr>
          <a:xfrm>
            <a:off x="4297353" y="2925685"/>
            <a:ext cx="3161490" cy="237248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8DBEAABD-D0E9-2216-8A47-E467906C3BF2}"/>
              </a:ext>
            </a:extLst>
          </p:cNvPr>
          <p:cNvSpPr/>
          <p:nvPr/>
        </p:nvSpPr>
        <p:spPr>
          <a:xfrm>
            <a:off x="4275841" y="2902074"/>
            <a:ext cx="131161" cy="30777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just"/>
            <a:r>
              <a:rPr lang="es-ES" sz="14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|</a:t>
            </a:r>
            <a:endParaRPr lang="es-ES" sz="14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E52B9AAE-1BBA-F514-CFE4-13D0FC633D6E}"/>
              </a:ext>
            </a:extLst>
          </p:cNvPr>
          <p:cNvSpPr/>
          <p:nvPr/>
        </p:nvSpPr>
        <p:spPr>
          <a:xfrm>
            <a:off x="9729212" y="1658271"/>
            <a:ext cx="860505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Estado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60" name="Imagen 59" descr="Icono&#10;&#10;Descripción generada automáticamente">
            <a:extLst>
              <a:ext uri="{FF2B5EF4-FFF2-40B4-BE49-F238E27FC236}">
                <a16:creationId xmlns:a16="http://schemas.microsoft.com/office/drawing/2014/main" id="{AA77E792-76F0-F0BC-6597-AF2B994F16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4558" y="3808773"/>
            <a:ext cx="438100" cy="438100"/>
          </a:xfrm>
          <a:prstGeom prst="rect">
            <a:avLst/>
          </a:prstGeom>
        </p:spPr>
      </p:pic>
      <p:pic>
        <p:nvPicPr>
          <p:cNvPr id="62" name="Imagen 61">
            <a:extLst>
              <a:ext uri="{FF2B5EF4-FFF2-40B4-BE49-F238E27FC236}">
                <a16:creationId xmlns:a16="http://schemas.microsoft.com/office/drawing/2014/main" id="{56AD2FCC-9F6C-E3C0-91A0-7CE68CCF06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8527" y="2083280"/>
            <a:ext cx="1743270" cy="274451"/>
          </a:xfrm>
          <a:prstGeom prst="rect">
            <a:avLst/>
          </a:prstGeom>
        </p:spPr>
      </p:pic>
      <p:sp>
        <p:nvSpPr>
          <p:cNvPr id="1024" name="Rectángulo 1023">
            <a:extLst>
              <a:ext uri="{FF2B5EF4-FFF2-40B4-BE49-F238E27FC236}">
                <a16:creationId xmlns:a16="http://schemas.microsoft.com/office/drawing/2014/main" id="{51520451-BF31-282A-0CB1-769E146737F0}"/>
              </a:ext>
            </a:extLst>
          </p:cNvPr>
          <p:cNvSpPr/>
          <p:nvPr/>
        </p:nvSpPr>
        <p:spPr>
          <a:xfrm>
            <a:off x="8889968" y="3787824"/>
            <a:ext cx="131161" cy="30777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just"/>
            <a:r>
              <a:rPr lang="es-ES" sz="14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|</a:t>
            </a:r>
            <a:endParaRPr lang="es-ES" sz="14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C508EB6-2D97-2B11-8A0D-3E608FB4150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5486" y="2092989"/>
            <a:ext cx="1743270" cy="274451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4D8E86AD-E70B-DA8D-AF6F-097D529E4F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445" y="2081320"/>
            <a:ext cx="1743270" cy="274451"/>
          </a:xfrm>
          <a:prstGeom prst="rect">
            <a:avLst/>
          </a:prstGeom>
        </p:spPr>
      </p:pic>
      <p:pic>
        <p:nvPicPr>
          <p:cNvPr id="21" name="Imagen 20" descr="Icono&#10;&#10;Descripción generada automáticamente">
            <a:extLst>
              <a:ext uri="{FF2B5EF4-FFF2-40B4-BE49-F238E27FC236}">
                <a16:creationId xmlns:a16="http://schemas.microsoft.com/office/drawing/2014/main" id="{40B7B163-6D83-7B7B-2176-3CF87B43B4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2772" y="2186526"/>
            <a:ext cx="361970" cy="361970"/>
          </a:xfrm>
          <a:prstGeom prst="rect">
            <a:avLst/>
          </a:prstGeom>
        </p:spPr>
      </p:pic>
      <p:pic>
        <p:nvPicPr>
          <p:cNvPr id="22" name="Imagen 21" descr="Icono&#10;&#10;Descripción generada automáticamente">
            <a:extLst>
              <a:ext uri="{FF2B5EF4-FFF2-40B4-BE49-F238E27FC236}">
                <a16:creationId xmlns:a16="http://schemas.microsoft.com/office/drawing/2014/main" id="{2AF9107D-9C95-2FA6-15B2-81136F469A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8239" y="2965229"/>
            <a:ext cx="438100" cy="43810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30EA60C3-C839-A0C6-89B3-AF3F9557CCC4}"/>
              </a:ext>
            </a:extLst>
          </p:cNvPr>
          <p:cNvSpPr/>
          <p:nvPr/>
        </p:nvSpPr>
        <p:spPr>
          <a:xfrm>
            <a:off x="3851495" y="4393414"/>
            <a:ext cx="8869855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just"/>
            <a:r>
              <a:rPr lang="es-ES" sz="14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 LAB             TIPO              COD.PATRIMONIAL               NÚMERO DE SERIE                ESTADO</a:t>
            </a:r>
            <a:endParaRPr lang="es-ES" sz="14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50F5DE2-481F-50AB-E821-6E636329BD1B}"/>
              </a:ext>
            </a:extLst>
          </p:cNvPr>
          <p:cNvSpPr/>
          <p:nvPr/>
        </p:nvSpPr>
        <p:spPr>
          <a:xfrm>
            <a:off x="10489670" y="178850"/>
            <a:ext cx="1385479" cy="36898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REGRESAR</a:t>
            </a:r>
          </a:p>
        </p:txBody>
      </p:sp>
      <p:pic>
        <p:nvPicPr>
          <p:cNvPr id="25" name="Imagen 24" descr="Icono&#10;&#10;Descripción generada automáticamente">
            <a:extLst>
              <a:ext uri="{FF2B5EF4-FFF2-40B4-BE49-F238E27FC236}">
                <a16:creationId xmlns:a16="http://schemas.microsoft.com/office/drawing/2014/main" id="{1982ABAF-BD65-2BDC-2F6D-1FA26C5C54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49732" y="248982"/>
            <a:ext cx="438100" cy="4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5173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54B85-ACCA-18A0-4DEE-B054280AA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D546EC17-7A9D-178E-E671-FA7839F89F27}"/>
              </a:ext>
            </a:extLst>
          </p:cNvPr>
          <p:cNvSpPr/>
          <p:nvPr/>
        </p:nvSpPr>
        <p:spPr>
          <a:xfrm>
            <a:off x="0" y="0"/>
            <a:ext cx="2616740" cy="11673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pic>
        <p:nvPicPr>
          <p:cNvPr id="5" name="Imagen 4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F5653226-9B20-87BC-D322-8D04EA6617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71" y="134217"/>
            <a:ext cx="2194397" cy="887188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FCCB9EB8-EDA6-B642-E46F-4338C7ED4F7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16740" y="0"/>
            <a:ext cx="957526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D49612F-9917-8BC0-0334-CC6BB899E281}"/>
              </a:ext>
            </a:extLst>
          </p:cNvPr>
          <p:cNvSpPr/>
          <p:nvPr/>
        </p:nvSpPr>
        <p:spPr>
          <a:xfrm>
            <a:off x="2996346" y="298770"/>
            <a:ext cx="503214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8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HORARIOS DE LABORATORIO</a:t>
            </a:r>
            <a:endParaRPr lang="es-ES" sz="28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587F877A-51BC-4BA0-EAF3-B859C2B21D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073218" y="1451872"/>
            <a:ext cx="8754972" cy="21406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E8E57DC-271D-057F-7B18-E9DEB6582452}"/>
              </a:ext>
            </a:extLst>
          </p:cNvPr>
          <p:cNvSpPr/>
          <p:nvPr/>
        </p:nvSpPr>
        <p:spPr>
          <a:xfrm>
            <a:off x="1" y="1155622"/>
            <a:ext cx="2616740" cy="5702378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6D5A8B3-572C-0E1B-02BF-EE47742D55EE}"/>
              </a:ext>
            </a:extLst>
          </p:cNvPr>
          <p:cNvSpPr/>
          <p:nvPr/>
        </p:nvSpPr>
        <p:spPr>
          <a:xfrm>
            <a:off x="-11627" y="4891695"/>
            <a:ext cx="2616740" cy="608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7BEC0FF-B679-9F86-7353-3BCF0553B63C}"/>
              </a:ext>
            </a:extLst>
          </p:cNvPr>
          <p:cNvSpPr/>
          <p:nvPr/>
        </p:nvSpPr>
        <p:spPr>
          <a:xfrm>
            <a:off x="385267" y="5842870"/>
            <a:ext cx="1901953" cy="731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CERRAR SESIÓN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56471E4A-4DA5-DD45-F5CE-170ADC49979A}"/>
              </a:ext>
            </a:extLst>
          </p:cNvPr>
          <p:cNvSpPr/>
          <p:nvPr/>
        </p:nvSpPr>
        <p:spPr>
          <a:xfrm>
            <a:off x="363811" y="3395801"/>
            <a:ext cx="1919115" cy="27699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REGISTRO DE USUARIOS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27" name="Imagen 26" descr="Icono&#10;&#10;Descripción generada automáticamente">
            <a:extLst>
              <a:ext uri="{FF2B5EF4-FFF2-40B4-BE49-F238E27FC236}">
                <a16:creationId xmlns:a16="http://schemas.microsoft.com/office/drawing/2014/main" id="{008CB97A-BFA9-ADF5-6EEA-73E40EAAB8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9303" y="6347849"/>
            <a:ext cx="438100" cy="438100"/>
          </a:xfrm>
          <a:prstGeom prst="rect">
            <a:avLst/>
          </a:prstGeom>
        </p:spPr>
      </p:pic>
      <p:sp>
        <p:nvSpPr>
          <p:cNvPr id="28" name="Rectángulo 27">
            <a:extLst>
              <a:ext uri="{FF2B5EF4-FFF2-40B4-BE49-F238E27FC236}">
                <a16:creationId xmlns:a16="http://schemas.microsoft.com/office/drawing/2014/main" id="{0D646F4D-FB81-CEE2-AE2D-E71D6CA07319}"/>
              </a:ext>
            </a:extLst>
          </p:cNvPr>
          <p:cNvSpPr/>
          <p:nvPr/>
        </p:nvSpPr>
        <p:spPr>
          <a:xfrm>
            <a:off x="287106" y="3932200"/>
            <a:ext cx="2024914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ASISTENCIA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874698B-76B3-EBB2-0A3E-8BDE4E92D2C3}"/>
              </a:ext>
            </a:extLst>
          </p:cNvPr>
          <p:cNvSpPr/>
          <p:nvPr/>
        </p:nvSpPr>
        <p:spPr>
          <a:xfrm>
            <a:off x="393524" y="4543643"/>
            <a:ext cx="1806906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CONTROL DE EQUIPOS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D2E9C351-9538-D686-2BDE-F390B99AA97E}"/>
              </a:ext>
            </a:extLst>
          </p:cNvPr>
          <p:cNvSpPr/>
          <p:nvPr/>
        </p:nvSpPr>
        <p:spPr>
          <a:xfrm>
            <a:off x="201728" y="5057432"/>
            <a:ext cx="2268571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120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HORARIOS DE LABORATORIO</a:t>
            </a:r>
            <a:endParaRPr lang="es-ES" sz="1200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11780201-B55B-0616-D69B-2DE2E7B934B9}"/>
              </a:ext>
            </a:extLst>
          </p:cNvPr>
          <p:cNvSpPr/>
          <p:nvPr/>
        </p:nvSpPr>
        <p:spPr>
          <a:xfrm>
            <a:off x="288750" y="2722803"/>
            <a:ext cx="2149779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6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Nombre de Usuario</a:t>
            </a:r>
            <a:endParaRPr lang="es-ES" sz="16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43" name="Imagen 42" descr="Dibujo de un animal con la boca abierta&#10;&#10;Descripción generada automáticamente con confianza baja">
            <a:extLst>
              <a:ext uri="{FF2B5EF4-FFF2-40B4-BE49-F238E27FC236}">
                <a16:creationId xmlns:a16="http://schemas.microsoft.com/office/drawing/2014/main" id="{6803B562-91AE-FCFB-4B5A-119C9083C5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392" y="1331606"/>
            <a:ext cx="1373057" cy="1362177"/>
          </a:xfrm>
          <a:prstGeom prst="rect">
            <a:avLst/>
          </a:prstGeom>
        </p:spPr>
      </p:pic>
      <p:pic>
        <p:nvPicPr>
          <p:cNvPr id="23" name="Imagen 22" descr="Icono&#10;&#10;Descripción generada automáticamente">
            <a:extLst>
              <a:ext uri="{FF2B5EF4-FFF2-40B4-BE49-F238E27FC236}">
                <a16:creationId xmlns:a16="http://schemas.microsoft.com/office/drawing/2014/main" id="{95217304-C06B-0115-BBE0-8A18ECE713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2926" y="5251241"/>
            <a:ext cx="361970" cy="361970"/>
          </a:xfrm>
          <a:prstGeom prst="rect">
            <a:avLst/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E8DD9DF8-215E-F006-A633-1DB10EB339CF}"/>
              </a:ext>
            </a:extLst>
          </p:cNvPr>
          <p:cNvSpPr/>
          <p:nvPr/>
        </p:nvSpPr>
        <p:spPr>
          <a:xfrm>
            <a:off x="3036236" y="880411"/>
            <a:ext cx="3785497" cy="4256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DATOS DE LA NUEVA CLASE</a:t>
            </a:r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CB1AEDDF-FDF0-EF2A-1FE9-9E77AB5BFC69}"/>
              </a:ext>
            </a:extLst>
          </p:cNvPr>
          <p:cNvSpPr/>
          <p:nvPr/>
        </p:nvSpPr>
        <p:spPr>
          <a:xfrm>
            <a:off x="3243144" y="1534996"/>
            <a:ext cx="1007006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Docente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2" name="Rectángulo 71">
            <a:extLst>
              <a:ext uri="{FF2B5EF4-FFF2-40B4-BE49-F238E27FC236}">
                <a16:creationId xmlns:a16="http://schemas.microsoft.com/office/drawing/2014/main" id="{95BDBCE3-18A5-CD05-E7A1-330E8C4F02E6}"/>
              </a:ext>
            </a:extLst>
          </p:cNvPr>
          <p:cNvSpPr/>
          <p:nvPr/>
        </p:nvSpPr>
        <p:spPr>
          <a:xfrm>
            <a:off x="3243144" y="2170548"/>
            <a:ext cx="1308763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Asignatura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3" name="Rectángulo 72">
            <a:extLst>
              <a:ext uri="{FF2B5EF4-FFF2-40B4-BE49-F238E27FC236}">
                <a16:creationId xmlns:a16="http://schemas.microsoft.com/office/drawing/2014/main" id="{A6AA3BD2-0956-C86C-38FF-BC6AD8239981}"/>
              </a:ext>
            </a:extLst>
          </p:cNvPr>
          <p:cNvSpPr/>
          <p:nvPr/>
        </p:nvSpPr>
        <p:spPr>
          <a:xfrm>
            <a:off x="3272742" y="2757922"/>
            <a:ext cx="1340437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Nro. Clases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0D8BC53F-78FD-C22F-A443-F40E0AE1E532}"/>
              </a:ext>
            </a:extLst>
          </p:cNvPr>
          <p:cNvSpPr/>
          <p:nvPr/>
        </p:nvSpPr>
        <p:spPr>
          <a:xfrm>
            <a:off x="7548961" y="2225747"/>
            <a:ext cx="1794302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1" cap="none" spc="0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Hora Inicio – Dia X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9109EE77-19B5-1936-9182-B83FFFB25C9B}"/>
              </a:ext>
            </a:extLst>
          </p:cNvPr>
          <p:cNvSpPr/>
          <p:nvPr/>
        </p:nvSpPr>
        <p:spPr>
          <a:xfrm>
            <a:off x="7533719" y="1608551"/>
            <a:ext cx="1848354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Fecha de Inicio (X)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9" name="Rectángulo 78">
            <a:extLst>
              <a:ext uri="{FF2B5EF4-FFF2-40B4-BE49-F238E27FC236}">
                <a16:creationId xmlns:a16="http://schemas.microsoft.com/office/drawing/2014/main" id="{837AA03D-2B7F-3037-013A-12816AD53B0C}"/>
              </a:ext>
            </a:extLst>
          </p:cNvPr>
          <p:cNvSpPr/>
          <p:nvPr/>
        </p:nvSpPr>
        <p:spPr>
          <a:xfrm>
            <a:off x="7638040" y="2570015"/>
            <a:ext cx="1671310" cy="246206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PE" sz="1400" dirty="0"/>
              <a:t>TIPO STRING</a:t>
            </a:r>
          </a:p>
        </p:txBody>
      </p:sp>
      <p:pic>
        <p:nvPicPr>
          <p:cNvPr id="82" name="Imagen 81">
            <a:extLst>
              <a:ext uri="{FF2B5EF4-FFF2-40B4-BE49-F238E27FC236}">
                <a16:creationId xmlns:a16="http://schemas.microsoft.com/office/drawing/2014/main" id="{0854E7D3-813E-8FB7-EB44-BBA80E4740F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6521" y="3058135"/>
            <a:ext cx="2234585" cy="274451"/>
          </a:xfrm>
          <a:prstGeom prst="rect">
            <a:avLst/>
          </a:prstGeom>
        </p:spPr>
      </p:pic>
      <p:pic>
        <p:nvPicPr>
          <p:cNvPr id="83" name="Imagen 82">
            <a:extLst>
              <a:ext uri="{FF2B5EF4-FFF2-40B4-BE49-F238E27FC236}">
                <a16:creationId xmlns:a16="http://schemas.microsoft.com/office/drawing/2014/main" id="{8B1B5568-4E9C-077E-781B-2E0FCC37DE1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3710" y="1856589"/>
            <a:ext cx="2234584" cy="274451"/>
          </a:xfrm>
          <a:prstGeom prst="rect">
            <a:avLst/>
          </a:prstGeom>
        </p:spPr>
      </p:pic>
      <p:sp>
        <p:nvSpPr>
          <p:cNvPr id="84" name="Rectángulo 83">
            <a:extLst>
              <a:ext uri="{FF2B5EF4-FFF2-40B4-BE49-F238E27FC236}">
                <a16:creationId xmlns:a16="http://schemas.microsoft.com/office/drawing/2014/main" id="{64F2D25F-857D-9793-E5C2-CA42D87D4C33}"/>
              </a:ext>
            </a:extLst>
          </p:cNvPr>
          <p:cNvSpPr/>
          <p:nvPr/>
        </p:nvSpPr>
        <p:spPr>
          <a:xfrm>
            <a:off x="7548961" y="2850710"/>
            <a:ext cx="1794302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400" b="1" cap="none" spc="0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Hora Fin – Dia X</a:t>
            </a:r>
          </a:p>
        </p:txBody>
      </p:sp>
      <p:sp>
        <p:nvSpPr>
          <p:cNvPr id="86" name="Rectángulo 85">
            <a:extLst>
              <a:ext uri="{FF2B5EF4-FFF2-40B4-BE49-F238E27FC236}">
                <a16:creationId xmlns:a16="http://schemas.microsoft.com/office/drawing/2014/main" id="{90EBA2C4-30FC-408E-F085-CAF6179CE126}"/>
              </a:ext>
            </a:extLst>
          </p:cNvPr>
          <p:cNvSpPr/>
          <p:nvPr/>
        </p:nvSpPr>
        <p:spPr>
          <a:xfrm>
            <a:off x="7637740" y="1906559"/>
            <a:ext cx="1671310" cy="246206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PE" sz="1200" dirty="0"/>
              <a:t>TIPO CALENDAR</a:t>
            </a:r>
          </a:p>
        </p:txBody>
      </p:sp>
      <p:sp>
        <p:nvSpPr>
          <p:cNvPr id="87" name="Rectángulo 86">
            <a:extLst>
              <a:ext uri="{FF2B5EF4-FFF2-40B4-BE49-F238E27FC236}">
                <a16:creationId xmlns:a16="http://schemas.microsoft.com/office/drawing/2014/main" id="{3C8617FA-3FDE-45B0-2B15-5B9468B3D8DB}"/>
              </a:ext>
            </a:extLst>
          </p:cNvPr>
          <p:cNvSpPr/>
          <p:nvPr/>
        </p:nvSpPr>
        <p:spPr>
          <a:xfrm>
            <a:off x="9612834" y="2182739"/>
            <a:ext cx="1794302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1" cap="none" spc="0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Hora Inicio – Dia Y</a:t>
            </a:r>
          </a:p>
        </p:txBody>
      </p:sp>
      <p:sp>
        <p:nvSpPr>
          <p:cNvPr id="88" name="Rectángulo 87">
            <a:extLst>
              <a:ext uri="{FF2B5EF4-FFF2-40B4-BE49-F238E27FC236}">
                <a16:creationId xmlns:a16="http://schemas.microsoft.com/office/drawing/2014/main" id="{439F6179-D2C9-3ADA-A130-78E56E76A758}"/>
              </a:ext>
            </a:extLst>
          </p:cNvPr>
          <p:cNvSpPr/>
          <p:nvPr/>
        </p:nvSpPr>
        <p:spPr>
          <a:xfrm>
            <a:off x="9593108" y="1593480"/>
            <a:ext cx="1848354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Fecha de Inicio (Y)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0" name="Rectángulo 89">
            <a:extLst>
              <a:ext uri="{FF2B5EF4-FFF2-40B4-BE49-F238E27FC236}">
                <a16:creationId xmlns:a16="http://schemas.microsoft.com/office/drawing/2014/main" id="{1215D3A0-0DDC-5DDC-1C40-695132728E73}"/>
              </a:ext>
            </a:extLst>
          </p:cNvPr>
          <p:cNvSpPr/>
          <p:nvPr/>
        </p:nvSpPr>
        <p:spPr>
          <a:xfrm>
            <a:off x="9612834" y="2807702"/>
            <a:ext cx="1794302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400" b="1" cap="none" spc="0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Hora Fin – Dia Y</a:t>
            </a:r>
          </a:p>
        </p:txBody>
      </p:sp>
      <p:sp>
        <p:nvSpPr>
          <p:cNvPr id="92" name="Rectángulo 91">
            <a:extLst>
              <a:ext uri="{FF2B5EF4-FFF2-40B4-BE49-F238E27FC236}">
                <a16:creationId xmlns:a16="http://schemas.microsoft.com/office/drawing/2014/main" id="{E2B29CC5-A136-977F-5A10-67302F64CBF9}"/>
              </a:ext>
            </a:extLst>
          </p:cNvPr>
          <p:cNvSpPr/>
          <p:nvPr/>
        </p:nvSpPr>
        <p:spPr>
          <a:xfrm>
            <a:off x="9674330" y="1936030"/>
            <a:ext cx="1671310" cy="246206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PE" sz="1200" dirty="0"/>
              <a:t>TIPO CALENDAR</a:t>
            </a:r>
          </a:p>
        </p:txBody>
      </p:sp>
      <p:sp>
        <p:nvSpPr>
          <p:cNvPr id="93" name="Rectángulo 92">
            <a:extLst>
              <a:ext uri="{FF2B5EF4-FFF2-40B4-BE49-F238E27FC236}">
                <a16:creationId xmlns:a16="http://schemas.microsoft.com/office/drawing/2014/main" id="{335D7284-FB4E-15CC-0A7B-3F2CC597BE88}"/>
              </a:ext>
            </a:extLst>
          </p:cNvPr>
          <p:cNvSpPr/>
          <p:nvPr/>
        </p:nvSpPr>
        <p:spPr>
          <a:xfrm>
            <a:off x="9984923" y="808450"/>
            <a:ext cx="1880813" cy="4044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solidFill>
                  <a:schemeClr val="bg1"/>
                </a:solidFill>
              </a:rPr>
              <a:t>CONFIGURACION</a:t>
            </a:r>
          </a:p>
        </p:txBody>
      </p:sp>
      <p:pic>
        <p:nvPicPr>
          <p:cNvPr id="22" name="Imagen 21" descr="Icono&#10;&#10;Descripción generada automáticamente">
            <a:extLst>
              <a:ext uri="{FF2B5EF4-FFF2-40B4-BE49-F238E27FC236}">
                <a16:creationId xmlns:a16="http://schemas.microsoft.com/office/drawing/2014/main" id="{94FF5B81-B5D2-256F-9687-9CCAB144AE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2508" y="989682"/>
            <a:ext cx="438100" cy="438100"/>
          </a:xfrm>
          <a:prstGeom prst="rect">
            <a:avLst/>
          </a:prstGeom>
        </p:spPr>
      </p:pic>
      <p:pic>
        <p:nvPicPr>
          <p:cNvPr id="97" name="Imagen 96">
            <a:extLst>
              <a:ext uri="{FF2B5EF4-FFF2-40B4-BE49-F238E27FC236}">
                <a16:creationId xmlns:a16="http://schemas.microsoft.com/office/drawing/2014/main" id="{E21608E7-0533-6281-8FCE-9B184A83E6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536" y="1878600"/>
            <a:ext cx="1413419" cy="274451"/>
          </a:xfrm>
          <a:prstGeom prst="rect">
            <a:avLst/>
          </a:prstGeom>
        </p:spPr>
      </p:pic>
      <p:sp>
        <p:nvSpPr>
          <p:cNvPr id="98" name="Rectángulo 97">
            <a:extLst>
              <a:ext uri="{FF2B5EF4-FFF2-40B4-BE49-F238E27FC236}">
                <a16:creationId xmlns:a16="http://schemas.microsoft.com/office/drawing/2014/main" id="{9EC7B09D-6AB2-ADD3-3309-EC0C882D42B7}"/>
              </a:ext>
            </a:extLst>
          </p:cNvPr>
          <p:cNvSpPr/>
          <p:nvPr/>
        </p:nvSpPr>
        <p:spPr>
          <a:xfrm>
            <a:off x="5822353" y="1528563"/>
            <a:ext cx="1007006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400" b="1" cap="none" spc="0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Nro</a:t>
            </a:r>
            <a:r>
              <a:rPr lang="es-ES" sz="1400" b="1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 LAB</a:t>
            </a:r>
            <a:endParaRPr lang="es-ES" sz="1400" b="1" cap="none" spc="0" dirty="0">
              <a:ln w="0">
                <a:noFill/>
              </a:ln>
              <a:solidFill>
                <a:schemeClr val="accent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2" name="Rectángulo 101">
            <a:extLst>
              <a:ext uri="{FF2B5EF4-FFF2-40B4-BE49-F238E27FC236}">
                <a16:creationId xmlns:a16="http://schemas.microsoft.com/office/drawing/2014/main" id="{67459602-E560-5332-820E-490EED658F09}"/>
              </a:ext>
            </a:extLst>
          </p:cNvPr>
          <p:cNvSpPr/>
          <p:nvPr/>
        </p:nvSpPr>
        <p:spPr>
          <a:xfrm>
            <a:off x="5839790" y="2203141"/>
            <a:ext cx="661518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400" b="1" cap="none" spc="0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Dia X</a:t>
            </a:r>
          </a:p>
        </p:txBody>
      </p:sp>
      <p:sp>
        <p:nvSpPr>
          <p:cNvPr id="104" name="Rectángulo 103">
            <a:extLst>
              <a:ext uri="{FF2B5EF4-FFF2-40B4-BE49-F238E27FC236}">
                <a16:creationId xmlns:a16="http://schemas.microsoft.com/office/drawing/2014/main" id="{332BEB46-1935-0971-0D78-835641892D58}"/>
              </a:ext>
            </a:extLst>
          </p:cNvPr>
          <p:cNvSpPr/>
          <p:nvPr/>
        </p:nvSpPr>
        <p:spPr>
          <a:xfrm>
            <a:off x="5838168" y="2779932"/>
            <a:ext cx="661518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s-ES" sz="1400" b="1" cap="none" spc="0" dirty="0">
                <a:ln w="0">
                  <a:noFill/>
                </a:ln>
                <a:solidFill>
                  <a:schemeClr val="accent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Dia Y</a:t>
            </a:r>
          </a:p>
        </p:txBody>
      </p:sp>
      <p:sp>
        <p:nvSpPr>
          <p:cNvPr id="105" name="Rectángulo 104">
            <a:extLst>
              <a:ext uri="{FF2B5EF4-FFF2-40B4-BE49-F238E27FC236}">
                <a16:creationId xmlns:a16="http://schemas.microsoft.com/office/drawing/2014/main" id="{D75CA2A4-B760-8728-8537-048DD54049AF}"/>
              </a:ext>
            </a:extLst>
          </p:cNvPr>
          <p:cNvSpPr/>
          <p:nvPr/>
        </p:nvSpPr>
        <p:spPr>
          <a:xfrm>
            <a:off x="9727872" y="2568768"/>
            <a:ext cx="1671310" cy="246206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PE" sz="1400" dirty="0"/>
              <a:t>TIPO STRING</a:t>
            </a:r>
          </a:p>
        </p:txBody>
      </p:sp>
      <p:sp>
        <p:nvSpPr>
          <p:cNvPr id="106" name="Rectángulo 105">
            <a:extLst>
              <a:ext uri="{FF2B5EF4-FFF2-40B4-BE49-F238E27FC236}">
                <a16:creationId xmlns:a16="http://schemas.microsoft.com/office/drawing/2014/main" id="{030837B7-A536-C066-C102-A84F75B5F7F8}"/>
              </a:ext>
            </a:extLst>
          </p:cNvPr>
          <p:cNvSpPr/>
          <p:nvPr/>
        </p:nvSpPr>
        <p:spPr>
          <a:xfrm>
            <a:off x="7638695" y="3120401"/>
            <a:ext cx="1671310" cy="246206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PE" sz="1400" dirty="0"/>
              <a:t>TIPO STRING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A2E3205E-DD9C-8DC4-C423-EB01E68FA936}"/>
              </a:ext>
            </a:extLst>
          </p:cNvPr>
          <p:cNvSpPr/>
          <p:nvPr/>
        </p:nvSpPr>
        <p:spPr>
          <a:xfrm>
            <a:off x="9707252" y="3147703"/>
            <a:ext cx="1671310" cy="246206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PE" sz="1400" dirty="0"/>
              <a:t>TIPO STRING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E8D264A-FCDA-D022-DD05-1BC9C42702B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3869" t="56106" r="14547" b="19887"/>
          <a:stretch/>
        </p:blipFill>
        <p:spPr>
          <a:xfrm>
            <a:off x="2952460" y="3915787"/>
            <a:ext cx="9037811" cy="2934884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398A0E0F-9D3A-F354-B445-371427E8D05B}"/>
              </a:ext>
            </a:extLst>
          </p:cNvPr>
          <p:cNvSpPr/>
          <p:nvPr/>
        </p:nvSpPr>
        <p:spPr>
          <a:xfrm>
            <a:off x="9091268" y="3974723"/>
            <a:ext cx="2718397" cy="259597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B4917C1-075A-4824-57E2-91D6020D0954}"/>
              </a:ext>
            </a:extLst>
          </p:cNvPr>
          <p:cNvSpPr/>
          <p:nvPr/>
        </p:nvSpPr>
        <p:spPr>
          <a:xfrm>
            <a:off x="7796890" y="3930160"/>
            <a:ext cx="120417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b="1" cap="none" spc="0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BUSCAR :</a:t>
            </a:r>
          </a:p>
        </p:txBody>
      </p:sp>
      <p:pic>
        <p:nvPicPr>
          <p:cNvPr id="17" name="Imagen 16" descr="Icono&#10;&#10;Descripción generada automáticamente">
            <a:extLst>
              <a:ext uri="{FF2B5EF4-FFF2-40B4-BE49-F238E27FC236}">
                <a16:creationId xmlns:a16="http://schemas.microsoft.com/office/drawing/2014/main" id="{E05C755C-54CD-CA39-CBAB-7A1625C423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8582" y="4064488"/>
            <a:ext cx="438100" cy="438100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6BD7B25D-BB86-8495-C5D2-D2CA79829F29}"/>
              </a:ext>
            </a:extLst>
          </p:cNvPr>
          <p:cNvSpPr/>
          <p:nvPr/>
        </p:nvSpPr>
        <p:spPr>
          <a:xfrm>
            <a:off x="9061764" y="3950634"/>
            <a:ext cx="131161" cy="30777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just"/>
            <a:r>
              <a:rPr lang="es-ES" sz="1400" b="1" dirty="0">
                <a:ln w="0">
                  <a:noFill/>
                </a:ln>
                <a:latin typeface="Poppins" panose="00000500000000000000" pitchFamily="2" charset="0"/>
                <a:cs typeface="Poppins" panose="00000500000000000000" pitchFamily="2" charset="0"/>
              </a:rPr>
              <a:t>|</a:t>
            </a:r>
            <a:endParaRPr lang="es-ES" sz="1400" b="1" cap="none" spc="0" dirty="0">
              <a:ln w="0">
                <a:noFill/>
              </a:ln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AF31325C-53BD-4E29-6D18-F863CDD40F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147" y="2475401"/>
            <a:ext cx="1413419" cy="274451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C2367E6B-40FE-CA8D-6802-4122080304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146" y="3045140"/>
            <a:ext cx="1413419" cy="274451"/>
          </a:xfrm>
          <a:prstGeom prst="rect">
            <a:avLst/>
          </a:prstGeom>
        </p:spPr>
      </p:pic>
      <p:pic>
        <p:nvPicPr>
          <p:cNvPr id="56" name="Imagen 55">
            <a:extLst>
              <a:ext uri="{FF2B5EF4-FFF2-40B4-BE49-F238E27FC236}">
                <a16:creationId xmlns:a16="http://schemas.microsoft.com/office/drawing/2014/main" id="{EC647072-9DEA-2E71-50AC-21AD974BB8C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3710" y="2501555"/>
            <a:ext cx="2204887" cy="274451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376B9B2C-2FEE-5502-4AED-5C6891E28221}"/>
              </a:ext>
            </a:extLst>
          </p:cNvPr>
          <p:cNvSpPr/>
          <p:nvPr/>
        </p:nvSpPr>
        <p:spPr>
          <a:xfrm>
            <a:off x="9984923" y="275170"/>
            <a:ext cx="1880813" cy="411103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solidFill>
                  <a:schemeClr val="bg1"/>
                </a:solidFill>
              </a:rPr>
              <a:t>EXPORTAR A EXCEL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B15000E4-3C1F-CC2E-35D8-A41A71692BFA}"/>
              </a:ext>
            </a:extLst>
          </p:cNvPr>
          <p:cNvSpPr/>
          <p:nvPr/>
        </p:nvSpPr>
        <p:spPr>
          <a:xfrm>
            <a:off x="8184867" y="815630"/>
            <a:ext cx="1603764" cy="412712"/>
          </a:xfrm>
          <a:prstGeom prst="rect">
            <a:avLst/>
          </a:prstGeom>
          <a:solidFill>
            <a:srgbClr val="FFC64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>
                <a:solidFill>
                  <a:schemeClr val="tx1"/>
                </a:solidFill>
              </a:rPr>
              <a:t>CREAR CLASE</a:t>
            </a:r>
          </a:p>
        </p:txBody>
      </p:sp>
      <p:pic>
        <p:nvPicPr>
          <p:cNvPr id="59" name="Imagen 58">
            <a:extLst>
              <a:ext uri="{FF2B5EF4-FFF2-40B4-BE49-F238E27FC236}">
                <a16:creationId xmlns:a16="http://schemas.microsoft.com/office/drawing/2014/main" id="{B3500A9D-D338-28F5-C04A-A7A1BB03DCC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9406" t="60504" r="13415" b="13541"/>
          <a:stretch/>
        </p:blipFill>
        <p:spPr>
          <a:xfrm>
            <a:off x="3120618" y="4465243"/>
            <a:ext cx="8677858" cy="2215739"/>
          </a:xfrm>
          <a:prstGeom prst="rect">
            <a:avLst/>
          </a:prstGeom>
        </p:spPr>
      </p:pic>
      <p:pic>
        <p:nvPicPr>
          <p:cNvPr id="60" name="Imagen 59" descr="Icono&#10;&#10;Descripción generada automáticamente">
            <a:extLst>
              <a:ext uri="{FF2B5EF4-FFF2-40B4-BE49-F238E27FC236}">
                <a16:creationId xmlns:a16="http://schemas.microsoft.com/office/drawing/2014/main" id="{EABAFDEA-4671-0BFF-8DAE-55B165681D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4117" y="1060434"/>
            <a:ext cx="361970" cy="361970"/>
          </a:xfrm>
          <a:prstGeom prst="rect">
            <a:avLst/>
          </a:prstGeom>
        </p:spPr>
      </p:pic>
      <p:pic>
        <p:nvPicPr>
          <p:cNvPr id="61" name="Imagen 60" descr="Icono&#10;&#10;Descripción generada automáticamente">
            <a:extLst>
              <a:ext uri="{FF2B5EF4-FFF2-40B4-BE49-F238E27FC236}">
                <a16:creationId xmlns:a16="http://schemas.microsoft.com/office/drawing/2014/main" id="{E2936C28-7418-AA66-333F-E33352D7BC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239" y="3201539"/>
            <a:ext cx="361970" cy="361970"/>
          </a:xfrm>
          <a:prstGeom prst="rect">
            <a:avLst/>
          </a:prstGeom>
        </p:spPr>
      </p:pic>
      <p:pic>
        <p:nvPicPr>
          <p:cNvPr id="62" name="Imagen 61" descr="Icono&#10;&#10;Descripción generada automáticamente">
            <a:extLst>
              <a:ext uri="{FF2B5EF4-FFF2-40B4-BE49-F238E27FC236}">
                <a16:creationId xmlns:a16="http://schemas.microsoft.com/office/drawing/2014/main" id="{01BEB42E-6DE8-DD19-462F-6DC8FA2F3D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2216" y="2554830"/>
            <a:ext cx="361970" cy="361970"/>
          </a:xfrm>
          <a:prstGeom prst="rect">
            <a:avLst/>
          </a:prstGeom>
        </p:spPr>
      </p:pic>
      <p:pic>
        <p:nvPicPr>
          <p:cNvPr id="63" name="Imagen 62" descr="Icono&#10;&#10;Descripción generada automáticamente">
            <a:extLst>
              <a:ext uri="{FF2B5EF4-FFF2-40B4-BE49-F238E27FC236}">
                <a16:creationId xmlns:a16="http://schemas.microsoft.com/office/drawing/2014/main" id="{03C9EEE8-A78A-2986-829C-D5FE5411BB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4174" y="2576607"/>
            <a:ext cx="438100" cy="438100"/>
          </a:xfrm>
          <a:prstGeom prst="rect">
            <a:avLst/>
          </a:prstGeom>
        </p:spPr>
      </p:pic>
      <p:pic>
        <p:nvPicPr>
          <p:cNvPr id="64" name="Imagen 63" descr="Icono&#10;&#10;Descripción generada automáticamente">
            <a:extLst>
              <a:ext uri="{FF2B5EF4-FFF2-40B4-BE49-F238E27FC236}">
                <a16:creationId xmlns:a16="http://schemas.microsoft.com/office/drawing/2014/main" id="{6EEA5F85-BB75-5DBC-458E-F5C36D6A2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3888" y="4022675"/>
            <a:ext cx="438100" cy="4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0709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F2BB4D80-0FDC-7062-89B9-935DA21BF3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821" t="6666" r="27037" b="16280"/>
          <a:stretch/>
        </p:blipFill>
        <p:spPr>
          <a:xfrm>
            <a:off x="3283226" y="1007840"/>
            <a:ext cx="5625548" cy="528432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1910FEA1-0B98-0F7E-6347-8578CFF1ABD4}"/>
              </a:ext>
            </a:extLst>
          </p:cNvPr>
          <p:cNvSpPr/>
          <p:nvPr/>
        </p:nvSpPr>
        <p:spPr>
          <a:xfrm>
            <a:off x="2897239" y="335007"/>
            <a:ext cx="63975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Ventana InternalFrame: Gestor de Laboratorios</a:t>
            </a:r>
            <a:endParaRPr lang="es-E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127098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B595B-EBFF-FAEC-4FF7-545B4DCDA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D6A3F691-1F1E-76D6-B212-61EFE91659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065" t="7171" r="26794" b="17578"/>
          <a:stretch/>
        </p:blipFill>
        <p:spPr>
          <a:xfrm>
            <a:off x="3283225" y="1212944"/>
            <a:ext cx="5625549" cy="516069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708306E4-A0CD-C82A-7D6A-6F27AF5A52A0}"/>
              </a:ext>
            </a:extLst>
          </p:cNvPr>
          <p:cNvSpPr/>
          <p:nvPr/>
        </p:nvSpPr>
        <p:spPr>
          <a:xfrm>
            <a:off x="2955589" y="380275"/>
            <a:ext cx="628082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Ventana InternalFrame: Gestor de Asignaturas</a:t>
            </a:r>
            <a:endParaRPr lang="es-E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782414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7074</TotalTime>
  <Words>558</Words>
  <Application>Microsoft Office PowerPoint</Application>
  <PresentationFormat>Panorámica</PresentationFormat>
  <Paragraphs>202</Paragraphs>
  <Slides>18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Poppins</vt:lpstr>
      <vt:lpstr>Tema de Office</vt:lpstr>
      <vt:lpstr>¡MUCHAS GRACIAS PROFESOR PETRLIK!</vt:lpstr>
      <vt:lpstr>Presentación de PowerPoint</vt:lpstr>
      <vt:lpstr>Ventanas de Errores del Login</vt:lpstr>
      <vt:lpstr>Ventanas de Cierre</vt:lpstr>
      <vt:lpstr>Ventanas de Confirmación del CRUD</vt:lpstr>
      <vt:lpstr>Ventanas de ERROR del CRUD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W10</dc:creator>
  <cp:lastModifiedBy>W10</cp:lastModifiedBy>
  <cp:revision>30</cp:revision>
  <dcterms:created xsi:type="dcterms:W3CDTF">2024-10-08T11:49:06Z</dcterms:created>
  <dcterms:modified xsi:type="dcterms:W3CDTF">2024-12-13T23:27:19Z</dcterms:modified>
</cp:coreProperties>
</file>