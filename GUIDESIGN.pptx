
<file path=[Content_Types].xml><?xml version="1.0" encoding="utf-8"?>
<Types xmlns="http://schemas.openxmlformats.org/package/2006/content-types">
  <Default Extension="gif" ContentType="image/gif"/>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8" r:id="rId3"/>
    <p:sldId id="279" r:id="rId4"/>
    <p:sldId id="262" r:id="rId5"/>
    <p:sldId id="277" r:id="rId6"/>
    <p:sldId id="264" r:id="rId7"/>
    <p:sldId id="266" r:id="rId8"/>
    <p:sldId id="276" r:id="rId9"/>
    <p:sldId id="282" r:id="rId10"/>
    <p:sldId id="272" r:id="rId11"/>
    <p:sldId id="281" r:id="rId12"/>
    <p:sldId id="265" r:id="rId13"/>
    <p:sldId id="273" r:id="rId14"/>
    <p:sldId id="274" r:id="rId15"/>
    <p:sldId id="275" r:id="rId16"/>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642"/>
    <a:srgbClr val="EEEEEE"/>
    <a:srgbClr val="DCDCDC"/>
    <a:srgbClr val="FF9800"/>
    <a:srgbClr val="D1D1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21" autoAdjust="0"/>
    <p:restoredTop sz="94660"/>
  </p:normalViewPr>
  <p:slideViewPr>
    <p:cSldViewPr snapToGrid="0">
      <p:cViewPr varScale="1">
        <p:scale>
          <a:sx n="89" d="100"/>
          <a:sy n="89" d="100"/>
        </p:scale>
        <p:origin x="70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735539-58A2-4E94-807C-8C22373B71C8}" type="datetimeFigureOut">
              <a:rPr lang="es-PE" smtClean="0"/>
              <a:t>23/11/2024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5F7250-28FF-473C-9AB7-5161468CB679}" type="slidenum">
              <a:rPr lang="es-PE" smtClean="0"/>
              <a:t>‹Nº›</a:t>
            </a:fld>
            <a:endParaRPr lang="es-PE"/>
          </a:p>
        </p:txBody>
      </p:sp>
    </p:spTree>
    <p:extLst>
      <p:ext uri="{BB962C8B-B14F-4D97-AF65-F5344CB8AC3E}">
        <p14:creationId xmlns:p14="http://schemas.microsoft.com/office/powerpoint/2010/main" val="216956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DB5F7250-28FF-473C-9AB7-5161468CB679}" type="slidenum">
              <a:rPr lang="es-PE" smtClean="0"/>
              <a:t>1</a:t>
            </a:fld>
            <a:endParaRPr lang="es-PE"/>
          </a:p>
        </p:txBody>
      </p:sp>
    </p:spTree>
    <p:extLst>
      <p:ext uri="{BB962C8B-B14F-4D97-AF65-F5344CB8AC3E}">
        <p14:creationId xmlns:p14="http://schemas.microsoft.com/office/powerpoint/2010/main" val="646965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F5FB77-DE36-FD68-A10A-06510BEF3F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449547EF-1BAA-71C6-111D-926F80513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616AC3D-85A5-8AC1-367E-F6013CD22C05}"/>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5" name="Marcador de pie de página 4">
            <a:extLst>
              <a:ext uri="{FF2B5EF4-FFF2-40B4-BE49-F238E27FC236}">
                <a16:creationId xmlns:a16="http://schemas.microsoft.com/office/drawing/2014/main" id="{E4FA7F4F-2AA4-ACF6-6D90-D0E4F9D548AC}"/>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3DF1314-D4D0-CCF9-643D-F7A7E71D8F44}"/>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115831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17BF2D-75FD-B264-33FD-46D2BB6EF6E5}"/>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8B76B4F0-3BF1-2B32-BD0D-B02BB23BDF7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C7DAE320-4440-4D85-3CC7-85C6D896BDC3}"/>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5" name="Marcador de pie de página 4">
            <a:extLst>
              <a:ext uri="{FF2B5EF4-FFF2-40B4-BE49-F238E27FC236}">
                <a16:creationId xmlns:a16="http://schemas.microsoft.com/office/drawing/2014/main" id="{326DC303-8396-3EDD-F1E3-CC33FEF4BE1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D8C7835-3039-AAB9-EC86-4A3FFD2AA6AB}"/>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409289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417C1E-CB97-C843-8867-6C29A391704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69ABB959-3594-ADA7-AC0A-98DC19236E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5460F23-32E2-09F3-8A52-1A045A87CB1E}"/>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5" name="Marcador de pie de página 4">
            <a:extLst>
              <a:ext uri="{FF2B5EF4-FFF2-40B4-BE49-F238E27FC236}">
                <a16:creationId xmlns:a16="http://schemas.microsoft.com/office/drawing/2014/main" id="{FDEBA816-D96D-3A58-FCA3-5958E63A19F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022416F4-B5D5-30C8-88D8-98D2CA8E1FD0}"/>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3800841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D48B3E-29C7-7F39-9FDA-AA6E4782FAE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45BA42AF-2075-F169-B1AC-F09516206DC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C9848690-304F-8743-3AC0-62D38AC857E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3606C5A5-6826-56B0-D460-26ED0CA116C1}"/>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6" name="Marcador de pie de página 5">
            <a:extLst>
              <a:ext uri="{FF2B5EF4-FFF2-40B4-BE49-F238E27FC236}">
                <a16:creationId xmlns:a16="http://schemas.microsoft.com/office/drawing/2014/main" id="{C6481F09-5776-CF63-9640-C24C635DB6DE}"/>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260FBEE-134A-89E8-2F5A-4BFF909822A1}"/>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4245409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848E22-3D7D-14E0-9C34-31B66F66CA4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BD38FFA6-8DDC-B212-8CFF-B680D26775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E285D7F-D353-4975-4BBE-A39CE484228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C0BE961C-6239-44F1-82A6-059932455F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C6AC253-09CF-96C6-071E-E4683ED90BF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C3B0F897-AFCF-469B-6E47-75F7C8885BD0}"/>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8" name="Marcador de pie de página 7">
            <a:extLst>
              <a:ext uri="{FF2B5EF4-FFF2-40B4-BE49-F238E27FC236}">
                <a16:creationId xmlns:a16="http://schemas.microsoft.com/office/drawing/2014/main" id="{B739B62C-CF1B-7653-16B1-1C5051B23623}"/>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6740D05A-3C3B-C6D1-5805-5B274FFC3093}"/>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803716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29B24-F2E4-0016-340F-5B554DF1122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CB2AF7AD-5696-346A-39FB-DBC2C518EBB4}"/>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4" name="Marcador de pie de página 3">
            <a:extLst>
              <a:ext uri="{FF2B5EF4-FFF2-40B4-BE49-F238E27FC236}">
                <a16:creationId xmlns:a16="http://schemas.microsoft.com/office/drawing/2014/main" id="{3C16089B-1ED6-5977-267B-4A60C575F928}"/>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1383469C-F40D-CDC5-A999-F15C4959D3BE}"/>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4183107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3846C3F-0767-E765-A119-E5C7CAA2730C}"/>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3" name="Marcador de pie de página 2">
            <a:extLst>
              <a:ext uri="{FF2B5EF4-FFF2-40B4-BE49-F238E27FC236}">
                <a16:creationId xmlns:a16="http://schemas.microsoft.com/office/drawing/2014/main" id="{5DED8181-6BEC-1408-B61C-26F2C27E7BAB}"/>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0BB5CF68-8575-F382-AF83-76E7BB073237}"/>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816417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F9E5E3-76F0-ED85-1CFF-C10648F5A34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FE1C9E72-A07E-4C80-59BA-EAB0A29B09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891972D3-29A6-9DC1-820B-04A7112E38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A73D1B0-1549-8BDA-856B-DAA2880F369B}"/>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6" name="Marcador de pie de página 5">
            <a:extLst>
              <a:ext uri="{FF2B5EF4-FFF2-40B4-BE49-F238E27FC236}">
                <a16:creationId xmlns:a16="http://schemas.microsoft.com/office/drawing/2014/main" id="{941A05D8-4459-BB8C-7F84-5E02DFE6810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1E6F5B0-AB68-FD86-42EC-179CF2120973}"/>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1806494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129AAA-F9DD-95A3-DDBF-5D64A86A4D3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1FD074CB-D5A1-7AEE-F518-3C5BB48A77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B1732236-261F-8599-A522-A902A0469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6050660-DBAB-D75F-818F-07F5FF7D4027}"/>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6" name="Marcador de pie de página 5">
            <a:extLst>
              <a:ext uri="{FF2B5EF4-FFF2-40B4-BE49-F238E27FC236}">
                <a16:creationId xmlns:a16="http://schemas.microsoft.com/office/drawing/2014/main" id="{0FBDBD03-C50C-2615-E5F3-5A16267555B8}"/>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200AFEFC-D2FE-9CCA-B433-A380DC26BB49}"/>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435366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99C3D0-6012-1DFE-ACF6-C7739CB081E7}"/>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9D2E2D86-0CFE-D9C9-026B-54A3689EB4A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97889543-66F5-C683-AC20-4F76F2A38E4F}"/>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5" name="Marcador de pie de página 4">
            <a:extLst>
              <a:ext uri="{FF2B5EF4-FFF2-40B4-BE49-F238E27FC236}">
                <a16:creationId xmlns:a16="http://schemas.microsoft.com/office/drawing/2014/main" id="{30E59C74-2AC3-E795-480C-7CEA9592F0B9}"/>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D53F95D-C957-09FF-0A64-9F8E6DE3E92B}"/>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1300137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F4338A-B6D8-1DC2-B16A-7C2BD51EC2C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966D899D-0CBE-43B4-EFE3-65629F25746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FE72D0A3-C0A0-38EF-DC25-49C3DA767466}"/>
              </a:ext>
            </a:extLst>
          </p:cNvPr>
          <p:cNvSpPr>
            <a:spLocks noGrp="1"/>
          </p:cNvSpPr>
          <p:nvPr>
            <p:ph type="dt" sz="half" idx="10"/>
          </p:nvPr>
        </p:nvSpPr>
        <p:spPr/>
        <p:txBody>
          <a:bodyPr/>
          <a:lstStyle/>
          <a:p>
            <a:fld id="{A60987DF-C1F8-4F0F-81CB-FC15FBDFB39A}" type="datetimeFigureOut">
              <a:rPr lang="es-PE" smtClean="0"/>
              <a:t>23/11/2024</a:t>
            </a:fld>
            <a:endParaRPr lang="es-PE"/>
          </a:p>
        </p:txBody>
      </p:sp>
      <p:sp>
        <p:nvSpPr>
          <p:cNvPr id="5" name="Marcador de pie de página 4">
            <a:extLst>
              <a:ext uri="{FF2B5EF4-FFF2-40B4-BE49-F238E27FC236}">
                <a16:creationId xmlns:a16="http://schemas.microsoft.com/office/drawing/2014/main" id="{374E82E8-2732-2024-598A-0116639DE3B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F3A8127-91C5-DA92-5F8D-DE57AA6477B0}"/>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164868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6448CDA-FFF9-5699-BD3F-89C2EBB7BD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62BE8BDA-4F74-B2A5-65F2-0F2CC86773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F6D90FB1-2115-7191-FF0F-24E2527D9B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987DF-C1F8-4F0F-81CB-FC15FBDFB39A}" type="datetimeFigureOut">
              <a:rPr lang="es-PE" smtClean="0"/>
              <a:t>23/11/2024</a:t>
            </a:fld>
            <a:endParaRPr lang="es-PE"/>
          </a:p>
        </p:txBody>
      </p:sp>
      <p:sp>
        <p:nvSpPr>
          <p:cNvPr id="5" name="Marcador de pie de página 4">
            <a:extLst>
              <a:ext uri="{FF2B5EF4-FFF2-40B4-BE49-F238E27FC236}">
                <a16:creationId xmlns:a16="http://schemas.microsoft.com/office/drawing/2014/main" id="{31023750-8B4F-30B6-FAA5-F89645B90F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F228562B-E413-0D34-9ACF-C6A6D2362C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A19646-611F-411B-88E9-43477F61A45E}" type="slidenum">
              <a:rPr lang="es-PE" smtClean="0"/>
              <a:t>‹Nº›</a:t>
            </a:fld>
            <a:endParaRPr lang="es-PE"/>
          </a:p>
        </p:txBody>
      </p:sp>
    </p:spTree>
    <p:extLst>
      <p:ext uri="{BB962C8B-B14F-4D97-AF65-F5344CB8AC3E}">
        <p14:creationId xmlns:p14="http://schemas.microsoft.com/office/powerpoint/2010/main" val="3130817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46D23D3E-3A7A-51CF-3930-08C1B4259908}"/>
              </a:ext>
            </a:extLst>
          </p:cNvPr>
          <p:cNvSpPr>
            <a:spLocks/>
          </p:cNvSpPr>
          <p:nvPr/>
        </p:nvSpPr>
        <p:spPr>
          <a:xfrm>
            <a:off x="0" y="1524661"/>
            <a:ext cx="12502835" cy="5333340"/>
          </a:xfrm>
          <a:prstGeom prst="rect">
            <a:avLst/>
          </a:prstGeom>
          <a:solidFill>
            <a:srgbClr val="EEEEEE"/>
          </a:solidFill>
          <a:ln>
            <a:solidFill>
              <a:srgbClr val="DCDCDC"/>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s-PE" dirty="0"/>
          </a:p>
        </p:txBody>
      </p:sp>
      <p:sp>
        <p:nvSpPr>
          <p:cNvPr id="4" name="Rectángulo 3">
            <a:extLst>
              <a:ext uri="{FF2B5EF4-FFF2-40B4-BE49-F238E27FC236}">
                <a16:creationId xmlns:a16="http://schemas.microsoft.com/office/drawing/2014/main" id="{C97374DA-16D4-B576-A2DE-28F55FB74CCA}"/>
              </a:ext>
            </a:extLst>
          </p:cNvPr>
          <p:cNvSpPr/>
          <p:nvPr/>
        </p:nvSpPr>
        <p:spPr>
          <a:xfrm>
            <a:off x="0" y="0"/>
            <a:ext cx="12502836" cy="15637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pic>
        <p:nvPicPr>
          <p:cNvPr id="6" name="Imagen 5" descr="Interfaz de usuario gráfica, Texto, Aplicación&#10;&#10;Descripción generada automáticamente">
            <a:extLst>
              <a:ext uri="{FF2B5EF4-FFF2-40B4-BE49-F238E27FC236}">
                <a16:creationId xmlns:a16="http://schemas.microsoft.com/office/drawing/2014/main" id="{5E577465-3935-1906-737B-16FF47875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488" y="143944"/>
            <a:ext cx="3203286" cy="1295079"/>
          </a:xfrm>
          <a:prstGeom prst="rect">
            <a:avLst/>
          </a:prstGeom>
        </p:spPr>
      </p:pic>
      <p:sp>
        <p:nvSpPr>
          <p:cNvPr id="7" name="Rectángulo 6">
            <a:extLst>
              <a:ext uri="{FF2B5EF4-FFF2-40B4-BE49-F238E27FC236}">
                <a16:creationId xmlns:a16="http://schemas.microsoft.com/office/drawing/2014/main" id="{31FC0448-17FD-5020-ABE7-2C46FC0F83F2}"/>
              </a:ext>
            </a:extLst>
          </p:cNvPr>
          <p:cNvSpPr/>
          <p:nvPr/>
        </p:nvSpPr>
        <p:spPr>
          <a:xfrm>
            <a:off x="588653" y="2646134"/>
            <a:ext cx="1494320" cy="461665"/>
          </a:xfrm>
          <a:prstGeom prst="rect">
            <a:avLst/>
          </a:prstGeom>
          <a:noFill/>
        </p:spPr>
        <p:txBody>
          <a:bodyPr wrap="none" lIns="91440" tIns="45720" rIns="91440" bIns="45720">
            <a:spAutoFit/>
          </a:bodyPr>
          <a:lstStyle/>
          <a:p>
            <a:pPr algn="ctr"/>
            <a:r>
              <a:rPr lang="es-ES" sz="2400" dirty="0">
                <a:ln w="0">
                  <a:noFill/>
                </a:ln>
                <a:latin typeface="Poppins" panose="00000500000000000000" pitchFamily="2" charset="0"/>
                <a:cs typeface="Poppins" panose="00000500000000000000" pitchFamily="2" charset="0"/>
              </a:rPr>
              <a:t>USUARIO</a:t>
            </a:r>
            <a:endParaRPr lang="es-ES" sz="2400" b="0" cap="none" spc="0" dirty="0">
              <a:ln w="0">
                <a:noFill/>
              </a:ln>
              <a:latin typeface="Poppins" panose="00000500000000000000" pitchFamily="2" charset="0"/>
              <a:cs typeface="Poppins" panose="00000500000000000000" pitchFamily="2" charset="0"/>
            </a:endParaRPr>
          </a:p>
        </p:txBody>
      </p:sp>
      <p:sp>
        <p:nvSpPr>
          <p:cNvPr id="3" name="Rectángulo 2">
            <a:extLst>
              <a:ext uri="{FF2B5EF4-FFF2-40B4-BE49-F238E27FC236}">
                <a16:creationId xmlns:a16="http://schemas.microsoft.com/office/drawing/2014/main" id="{9C9F6D16-E1CF-B4E3-13E4-26934883B3D4}"/>
              </a:ext>
            </a:extLst>
          </p:cNvPr>
          <p:cNvSpPr/>
          <p:nvPr/>
        </p:nvSpPr>
        <p:spPr>
          <a:xfrm>
            <a:off x="706846" y="3193437"/>
            <a:ext cx="2752254" cy="4616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8" name="Rectángulo 7">
            <a:extLst>
              <a:ext uri="{FF2B5EF4-FFF2-40B4-BE49-F238E27FC236}">
                <a16:creationId xmlns:a16="http://schemas.microsoft.com/office/drawing/2014/main" id="{657083C8-44F1-EE14-CAAA-07A4399B45A2}"/>
              </a:ext>
            </a:extLst>
          </p:cNvPr>
          <p:cNvSpPr/>
          <p:nvPr/>
        </p:nvSpPr>
        <p:spPr>
          <a:xfrm>
            <a:off x="588653" y="3780770"/>
            <a:ext cx="2202847" cy="461665"/>
          </a:xfrm>
          <a:prstGeom prst="rect">
            <a:avLst/>
          </a:prstGeom>
          <a:noFill/>
        </p:spPr>
        <p:txBody>
          <a:bodyPr wrap="none" lIns="91440" tIns="45720" rIns="91440" bIns="45720">
            <a:spAutoFit/>
          </a:bodyPr>
          <a:lstStyle/>
          <a:p>
            <a:pPr algn="ctr"/>
            <a:r>
              <a:rPr lang="es-ES" sz="2400" dirty="0">
                <a:ln w="0">
                  <a:noFill/>
                </a:ln>
                <a:latin typeface="Poppins" panose="00000500000000000000" pitchFamily="2" charset="0"/>
                <a:cs typeface="Poppins" panose="00000500000000000000" pitchFamily="2" charset="0"/>
              </a:rPr>
              <a:t>CONTRASEÑA</a:t>
            </a:r>
            <a:endParaRPr lang="es-ES" sz="2400" b="0" cap="none" spc="0" dirty="0">
              <a:ln w="0">
                <a:noFill/>
              </a:ln>
              <a:latin typeface="Poppins" panose="00000500000000000000" pitchFamily="2" charset="0"/>
              <a:cs typeface="Poppins" panose="00000500000000000000" pitchFamily="2" charset="0"/>
            </a:endParaRPr>
          </a:p>
        </p:txBody>
      </p:sp>
      <p:sp>
        <p:nvSpPr>
          <p:cNvPr id="10" name="Rectángulo 9">
            <a:extLst>
              <a:ext uri="{FF2B5EF4-FFF2-40B4-BE49-F238E27FC236}">
                <a16:creationId xmlns:a16="http://schemas.microsoft.com/office/drawing/2014/main" id="{354A477B-259D-7F6C-90BC-F1CA161E47B4}"/>
              </a:ext>
            </a:extLst>
          </p:cNvPr>
          <p:cNvSpPr/>
          <p:nvPr/>
        </p:nvSpPr>
        <p:spPr>
          <a:xfrm>
            <a:off x="706846" y="4284507"/>
            <a:ext cx="2752254" cy="4616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1" name="Rectángulo 10">
            <a:extLst>
              <a:ext uri="{FF2B5EF4-FFF2-40B4-BE49-F238E27FC236}">
                <a16:creationId xmlns:a16="http://schemas.microsoft.com/office/drawing/2014/main" id="{79B7F96B-A864-5B1F-4AB8-DE6B805EFC05}"/>
              </a:ext>
            </a:extLst>
          </p:cNvPr>
          <p:cNvSpPr/>
          <p:nvPr/>
        </p:nvSpPr>
        <p:spPr>
          <a:xfrm>
            <a:off x="706846" y="5070326"/>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ENTRAR</a:t>
            </a:r>
          </a:p>
        </p:txBody>
      </p:sp>
      <p:pic>
        <p:nvPicPr>
          <p:cNvPr id="13" name="Imagen 12" descr="Un edificio de ladrillo&#10;&#10;Descripción generada automáticamente">
            <a:extLst>
              <a:ext uri="{FF2B5EF4-FFF2-40B4-BE49-F238E27FC236}">
                <a16:creationId xmlns:a16="http://schemas.microsoft.com/office/drawing/2014/main" id="{199B66FD-9D6A-0CD4-912A-FF0592BA1E80}"/>
              </a:ext>
            </a:extLst>
          </p:cNvPr>
          <p:cNvPicPr>
            <a:picLocks noChangeAspect="1"/>
          </p:cNvPicPr>
          <p:nvPr/>
        </p:nvPicPr>
        <p:blipFill>
          <a:blip r:embed="rId4">
            <a:extLst>
              <a:ext uri="{28A0092B-C50C-407E-A947-70E740481C1C}">
                <a14:useLocalDpi xmlns:a14="http://schemas.microsoft.com/office/drawing/2010/main" val="0"/>
              </a:ext>
            </a:extLst>
          </a:blip>
          <a:srcRect l="34972" r="32611"/>
          <a:stretch/>
        </p:blipFill>
        <p:spPr>
          <a:xfrm>
            <a:off x="8873227" y="0"/>
            <a:ext cx="3629608" cy="6858000"/>
          </a:xfrm>
          <a:prstGeom prst="rect">
            <a:avLst/>
          </a:prstGeom>
        </p:spPr>
      </p:pic>
      <p:sp>
        <p:nvSpPr>
          <p:cNvPr id="14" name="Rectángulo 13">
            <a:extLst>
              <a:ext uri="{FF2B5EF4-FFF2-40B4-BE49-F238E27FC236}">
                <a16:creationId xmlns:a16="http://schemas.microsoft.com/office/drawing/2014/main" id="{669CF5FF-042C-B2B5-0476-6B891678220E}"/>
              </a:ext>
            </a:extLst>
          </p:cNvPr>
          <p:cNvSpPr/>
          <p:nvPr/>
        </p:nvSpPr>
        <p:spPr>
          <a:xfrm>
            <a:off x="551671" y="2047868"/>
            <a:ext cx="2767103" cy="523220"/>
          </a:xfrm>
          <a:prstGeom prst="rect">
            <a:avLst/>
          </a:prstGeom>
          <a:noFill/>
        </p:spPr>
        <p:txBody>
          <a:bodyPr wrap="none" lIns="91440" tIns="45720" rIns="91440" bIns="45720">
            <a:spAutoFit/>
          </a:bodyPr>
          <a:lstStyle/>
          <a:p>
            <a:pPr algn="ctr"/>
            <a:r>
              <a:rPr lang="es-ES" sz="2800" b="1" cap="none" spc="0" dirty="0">
                <a:ln w="0">
                  <a:noFill/>
                </a:ln>
                <a:latin typeface="Poppins" panose="00000500000000000000" pitchFamily="2" charset="0"/>
                <a:cs typeface="Poppins" panose="00000500000000000000" pitchFamily="2" charset="0"/>
              </a:rPr>
              <a:t>INICIAR SESIÓ</a:t>
            </a:r>
            <a:r>
              <a:rPr lang="es-ES" sz="2800" b="1" dirty="0">
                <a:ln w="0">
                  <a:noFill/>
                </a:ln>
                <a:latin typeface="Poppins" panose="00000500000000000000" pitchFamily="2" charset="0"/>
                <a:cs typeface="Poppins" panose="00000500000000000000" pitchFamily="2" charset="0"/>
              </a:rPr>
              <a:t>N</a:t>
            </a:r>
            <a:endParaRPr lang="es-ES" sz="2800" b="1" cap="none" spc="0" dirty="0">
              <a:ln w="0">
                <a:noFill/>
              </a:ln>
              <a:latin typeface="Poppins" panose="00000500000000000000" pitchFamily="2" charset="0"/>
              <a:cs typeface="Poppins" panose="00000500000000000000" pitchFamily="2" charset="0"/>
            </a:endParaRPr>
          </a:p>
        </p:txBody>
      </p:sp>
      <p:sp>
        <p:nvSpPr>
          <p:cNvPr id="2" name="Rectángulo 1">
            <a:extLst>
              <a:ext uri="{FF2B5EF4-FFF2-40B4-BE49-F238E27FC236}">
                <a16:creationId xmlns:a16="http://schemas.microsoft.com/office/drawing/2014/main" id="{C3A5D6BA-BE34-13E6-9BBF-CC74D53466F2}"/>
              </a:ext>
            </a:extLst>
          </p:cNvPr>
          <p:cNvSpPr/>
          <p:nvPr/>
        </p:nvSpPr>
        <p:spPr>
          <a:xfrm>
            <a:off x="2888083" y="5070326"/>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SALIR</a:t>
            </a:r>
          </a:p>
        </p:txBody>
      </p:sp>
    </p:spTree>
    <p:extLst>
      <p:ext uri="{BB962C8B-B14F-4D97-AF65-F5344CB8AC3E}">
        <p14:creationId xmlns:p14="http://schemas.microsoft.com/office/powerpoint/2010/main" val="4053772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95338D-9CC8-61AD-9018-A1632756CB87}"/>
              </a:ext>
            </a:extLst>
          </p:cNvPr>
          <p:cNvSpPr>
            <a:spLocks noGrp="1"/>
          </p:cNvSpPr>
          <p:nvPr>
            <p:ph type="title"/>
          </p:nvPr>
        </p:nvSpPr>
        <p:spPr/>
        <p:txBody>
          <a:bodyPr/>
          <a:lstStyle/>
          <a:p>
            <a:pPr algn="ctr"/>
            <a:r>
              <a:rPr lang="es-PE" dirty="0"/>
              <a:t>Ventanas de Errores del Login</a:t>
            </a:r>
          </a:p>
        </p:txBody>
      </p:sp>
      <p:sp>
        <p:nvSpPr>
          <p:cNvPr id="4" name="Rectángulo 3">
            <a:extLst>
              <a:ext uri="{FF2B5EF4-FFF2-40B4-BE49-F238E27FC236}">
                <a16:creationId xmlns:a16="http://schemas.microsoft.com/office/drawing/2014/main" id="{695785B0-7505-2BBF-35A7-D2ED5C0EB2D9}"/>
              </a:ext>
            </a:extLst>
          </p:cNvPr>
          <p:cNvSpPr/>
          <p:nvPr/>
        </p:nvSpPr>
        <p:spPr>
          <a:xfrm>
            <a:off x="704712" y="2030498"/>
            <a:ext cx="4799795" cy="3193352"/>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sp>
        <p:nvSpPr>
          <p:cNvPr id="5" name="Rectángulo 4">
            <a:extLst>
              <a:ext uri="{FF2B5EF4-FFF2-40B4-BE49-F238E27FC236}">
                <a16:creationId xmlns:a16="http://schemas.microsoft.com/office/drawing/2014/main" id="{2DD1A75C-2D5E-E414-3DFB-E778B8DAF0B7}"/>
              </a:ext>
            </a:extLst>
          </p:cNvPr>
          <p:cNvSpPr/>
          <p:nvPr/>
        </p:nvSpPr>
        <p:spPr>
          <a:xfrm>
            <a:off x="1494344" y="2575110"/>
            <a:ext cx="1305165" cy="523220"/>
          </a:xfrm>
          <a:prstGeom prst="rect">
            <a:avLst/>
          </a:prstGeom>
          <a:noFill/>
        </p:spPr>
        <p:txBody>
          <a:bodyPr wrap="none" lIns="91440" tIns="45720" rIns="91440" bIns="45720">
            <a:spAutoFit/>
          </a:bodyPr>
          <a:lstStyle/>
          <a:p>
            <a:pPr algn="ctr"/>
            <a:r>
              <a:rPr lang="es-ES" sz="2800" b="1" dirty="0">
                <a:ln w="0">
                  <a:noFill/>
                </a:ln>
                <a:solidFill>
                  <a:srgbClr val="FF0000"/>
                </a:solidFill>
                <a:latin typeface="Poppins" panose="00000500000000000000" pitchFamily="2" charset="0"/>
                <a:cs typeface="Poppins" panose="00000500000000000000" pitchFamily="2" charset="0"/>
              </a:rPr>
              <a:t>ERROR</a:t>
            </a:r>
            <a:endParaRPr lang="es-ES" sz="2800" b="1" cap="none" spc="0" dirty="0">
              <a:ln w="0">
                <a:noFill/>
              </a:ln>
              <a:solidFill>
                <a:srgbClr val="FF0000"/>
              </a:solidFill>
              <a:latin typeface="Poppins" panose="00000500000000000000" pitchFamily="2" charset="0"/>
              <a:cs typeface="Poppins" panose="00000500000000000000" pitchFamily="2" charset="0"/>
            </a:endParaRPr>
          </a:p>
        </p:txBody>
      </p:sp>
      <p:sp>
        <p:nvSpPr>
          <p:cNvPr id="6" name="Rectángulo 5">
            <a:extLst>
              <a:ext uri="{FF2B5EF4-FFF2-40B4-BE49-F238E27FC236}">
                <a16:creationId xmlns:a16="http://schemas.microsoft.com/office/drawing/2014/main" id="{28028C42-12B3-DC84-B712-53E316425A5B}"/>
              </a:ext>
            </a:extLst>
          </p:cNvPr>
          <p:cNvSpPr/>
          <p:nvPr/>
        </p:nvSpPr>
        <p:spPr>
          <a:xfrm>
            <a:off x="904170" y="3141149"/>
            <a:ext cx="2485514" cy="738664"/>
          </a:xfrm>
          <a:prstGeom prst="rect">
            <a:avLst/>
          </a:prstGeom>
          <a:noFill/>
        </p:spPr>
        <p:txBody>
          <a:bodyPr wrap="square" lIns="91440" tIns="45720" rIns="91440" bIns="45720">
            <a:spAutoFit/>
          </a:bodyPr>
          <a:lstStyle/>
          <a:p>
            <a:pPr algn="ctr"/>
            <a:r>
              <a:rPr lang="es-ES" sz="1400" b="0" cap="none" spc="0" dirty="0">
                <a:ln w="0">
                  <a:noFill/>
                </a:ln>
                <a:latin typeface="Poppins" panose="00000500000000000000" pitchFamily="2" charset="0"/>
                <a:cs typeface="Poppins" panose="00000500000000000000" pitchFamily="2" charset="0"/>
              </a:rPr>
              <a:t>“Usuario o Contraseña” “incorrectos</a:t>
            </a:r>
            <a:r>
              <a:rPr lang="es-ES" sz="1400" dirty="0">
                <a:ln w="0">
                  <a:noFill/>
                </a:ln>
                <a:latin typeface="Poppins" panose="00000500000000000000" pitchFamily="2" charset="0"/>
                <a:cs typeface="Poppins" panose="00000500000000000000" pitchFamily="2" charset="0"/>
              </a:rPr>
              <a:t>”</a:t>
            </a:r>
            <a:endParaRPr lang="es-ES" sz="1400" b="0" cap="none" spc="0" dirty="0">
              <a:ln w="0">
                <a:noFill/>
              </a:ln>
              <a:latin typeface="Poppins" panose="00000500000000000000" pitchFamily="2" charset="0"/>
              <a:cs typeface="Poppins" panose="00000500000000000000" pitchFamily="2" charset="0"/>
            </a:endParaRPr>
          </a:p>
          <a:p>
            <a:pPr algn="ctr"/>
            <a:r>
              <a:rPr lang="es-ES" sz="1400" dirty="0">
                <a:ln w="0">
                  <a:noFill/>
                </a:ln>
                <a:latin typeface="Poppins" panose="00000500000000000000" pitchFamily="2" charset="0"/>
                <a:cs typeface="Poppins" panose="00000500000000000000" pitchFamily="2" charset="0"/>
              </a:rPr>
              <a:t>Volver a digitar datos.</a:t>
            </a:r>
            <a:endParaRPr lang="es-ES" sz="1400" b="0" cap="none" spc="0" dirty="0">
              <a:ln w="0">
                <a:noFill/>
              </a:ln>
              <a:latin typeface="Poppins" panose="00000500000000000000" pitchFamily="2" charset="0"/>
              <a:cs typeface="Poppins" panose="00000500000000000000" pitchFamily="2" charset="0"/>
            </a:endParaRPr>
          </a:p>
        </p:txBody>
      </p:sp>
      <p:pic>
        <p:nvPicPr>
          <p:cNvPr id="8" name="Imagen 7" descr="Una caricatura de una persona&#10;&#10;Descripción generada automáticamente con confianza media">
            <a:extLst>
              <a:ext uri="{FF2B5EF4-FFF2-40B4-BE49-F238E27FC236}">
                <a16:creationId xmlns:a16="http://schemas.microsoft.com/office/drawing/2014/main" id="{C7991AD2-702B-8DA7-141A-5F67E65F48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9142" y="2167129"/>
            <a:ext cx="1563283" cy="2045956"/>
          </a:xfrm>
          <a:prstGeom prst="rect">
            <a:avLst/>
          </a:prstGeom>
        </p:spPr>
      </p:pic>
      <p:sp>
        <p:nvSpPr>
          <p:cNvPr id="9" name="Rectángulo 8">
            <a:extLst>
              <a:ext uri="{FF2B5EF4-FFF2-40B4-BE49-F238E27FC236}">
                <a16:creationId xmlns:a16="http://schemas.microsoft.com/office/drawing/2014/main" id="{31BD02E1-1847-0BD5-154F-D904AFAD40EC}"/>
              </a:ext>
            </a:extLst>
          </p:cNvPr>
          <p:cNvSpPr/>
          <p:nvPr/>
        </p:nvSpPr>
        <p:spPr>
          <a:xfrm>
            <a:off x="6765956" y="2030498"/>
            <a:ext cx="4799795" cy="3193352"/>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sp>
        <p:nvSpPr>
          <p:cNvPr id="10" name="Rectángulo 9">
            <a:extLst>
              <a:ext uri="{FF2B5EF4-FFF2-40B4-BE49-F238E27FC236}">
                <a16:creationId xmlns:a16="http://schemas.microsoft.com/office/drawing/2014/main" id="{D9E7D5E8-E25B-8FAC-F83D-E160F27F6736}"/>
              </a:ext>
            </a:extLst>
          </p:cNvPr>
          <p:cNvSpPr/>
          <p:nvPr/>
        </p:nvSpPr>
        <p:spPr>
          <a:xfrm>
            <a:off x="7555588" y="2575110"/>
            <a:ext cx="1305165" cy="523220"/>
          </a:xfrm>
          <a:prstGeom prst="rect">
            <a:avLst/>
          </a:prstGeom>
          <a:noFill/>
        </p:spPr>
        <p:txBody>
          <a:bodyPr wrap="none" lIns="91440" tIns="45720" rIns="91440" bIns="45720">
            <a:spAutoFit/>
          </a:bodyPr>
          <a:lstStyle/>
          <a:p>
            <a:pPr algn="ctr"/>
            <a:r>
              <a:rPr lang="es-ES" sz="2800" b="1" dirty="0">
                <a:ln w="0">
                  <a:noFill/>
                </a:ln>
                <a:solidFill>
                  <a:srgbClr val="FF0000"/>
                </a:solidFill>
                <a:latin typeface="Poppins" panose="00000500000000000000" pitchFamily="2" charset="0"/>
                <a:cs typeface="Poppins" panose="00000500000000000000" pitchFamily="2" charset="0"/>
              </a:rPr>
              <a:t>ERROR</a:t>
            </a:r>
            <a:endParaRPr lang="es-ES" sz="2800" b="1" cap="none" spc="0" dirty="0">
              <a:ln w="0">
                <a:noFill/>
              </a:ln>
              <a:solidFill>
                <a:srgbClr val="FF0000"/>
              </a:solidFill>
              <a:latin typeface="Poppins" panose="00000500000000000000" pitchFamily="2" charset="0"/>
              <a:cs typeface="Poppins" panose="00000500000000000000" pitchFamily="2" charset="0"/>
            </a:endParaRPr>
          </a:p>
        </p:txBody>
      </p:sp>
      <p:sp>
        <p:nvSpPr>
          <p:cNvPr id="11" name="Rectángulo 10">
            <a:extLst>
              <a:ext uri="{FF2B5EF4-FFF2-40B4-BE49-F238E27FC236}">
                <a16:creationId xmlns:a16="http://schemas.microsoft.com/office/drawing/2014/main" id="{D58EB0FE-0AF1-E3F5-FC8D-EA993DE90722}"/>
              </a:ext>
            </a:extLst>
          </p:cNvPr>
          <p:cNvSpPr/>
          <p:nvPr/>
        </p:nvSpPr>
        <p:spPr>
          <a:xfrm>
            <a:off x="6965414" y="3141149"/>
            <a:ext cx="2485514" cy="738664"/>
          </a:xfrm>
          <a:prstGeom prst="rect">
            <a:avLst/>
          </a:prstGeom>
          <a:noFill/>
        </p:spPr>
        <p:txBody>
          <a:bodyPr wrap="square" lIns="91440" tIns="45720" rIns="91440" bIns="45720">
            <a:spAutoFit/>
          </a:bodyPr>
          <a:lstStyle/>
          <a:p>
            <a:pPr algn="ctr"/>
            <a:r>
              <a:rPr lang="es-ES" sz="1400" b="0" cap="none" spc="0" dirty="0">
                <a:ln w="0">
                  <a:noFill/>
                </a:ln>
                <a:latin typeface="Poppins" panose="00000500000000000000" pitchFamily="2" charset="0"/>
                <a:cs typeface="Poppins" panose="00000500000000000000" pitchFamily="2" charset="0"/>
              </a:rPr>
              <a:t>“Campos en Blanco”</a:t>
            </a:r>
          </a:p>
          <a:p>
            <a:pPr algn="ctr"/>
            <a:r>
              <a:rPr lang="es-ES" sz="1400" dirty="0">
                <a:ln w="0">
                  <a:noFill/>
                </a:ln>
                <a:latin typeface="Poppins" panose="00000500000000000000" pitchFamily="2" charset="0"/>
                <a:cs typeface="Poppins" panose="00000500000000000000" pitchFamily="2" charset="0"/>
              </a:rPr>
              <a:t>No puedes dejar campos en blanco.</a:t>
            </a:r>
            <a:endParaRPr lang="es-ES" sz="1400" b="0" cap="none" spc="0" dirty="0">
              <a:ln w="0">
                <a:noFill/>
              </a:ln>
              <a:latin typeface="Poppins" panose="00000500000000000000" pitchFamily="2" charset="0"/>
              <a:cs typeface="Poppins" panose="00000500000000000000" pitchFamily="2" charset="0"/>
            </a:endParaRPr>
          </a:p>
        </p:txBody>
      </p:sp>
      <p:pic>
        <p:nvPicPr>
          <p:cNvPr id="12" name="Imagen 11" descr="Una caricatura de una persona&#10;&#10;Descripción generada automáticamente con confianza media">
            <a:extLst>
              <a:ext uri="{FF2B5EF4-FFF2-40B4-BE49-F238E27FC236}">
                <a16:creationId xmlns:a16="http://schemas.microsoft.com/office/drawing/2014/main" id="{D0861A0A-87E6-A508-D12C-892FD0003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0386" y="2167129"/>
            <a:ext cx="1563283" cy="2045956"/>
          </a:xfrm>
          <a:prstGeom prst="rect">
            <a:avLst/>
          </a:prstGeom>
        </p:spPr>
      </p:pic>
      <p:sp>
        <p:nvSpPr>
          <p:cNvPr id="13" name="Rectángulo 12">
            <a:extLst>
              <a:ext uri="{FF2B5EF4-FFF2-40B4-BE49-F238E27FC236}">
                <a16:creationId xmlns:a16="http://schemas.microsoft.com/office/drawing/2014/main" id="{6B13BDE4-57CA-2FAC-9786-D79BE0618072}"/>
              </a:ext>
            </a:extLst>
          </p:cNvPr>
          <p:cNvSpPr/>
          <p:nvPr/>
        </p:nvSpPr>
        <p:spPr>
          <a:xfrm>
            <a:off x="2281371" y="4481337"/>
            <a:ext cx="1646476" cy="4742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Continuar</a:t>
            </a:r>
          </a:p>
        </p:txBody>
      </p:sp>
      <p:sp>
        <p:nvSpPr>
          <p:cNvPr id="14" name="Rectángulo 13">
            <a:extLst>
              <a:ext uri="{FF2B5EF4-FFF2-40B4-BE49-F238E27FC236}">
                <a16:creationId xmlns:a16="http://schemas.microsoft.com/office/drawing/2014/main" id="{2E595256-9821-22AC-29E9-B8244E58DE13}"/>
              </a:ext>
            </a:extLst>
          </p:cNvPr>
          <p:cNvSpPr/>
          <p:nvPr/>
        </p:nvSpPr>
        <p:spPr>
          <a:xfrm>
            <a:off x="8627690" y="4479927"/>
            <a:ext cx="1646476" cy="4742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Continuar</a:t>
            </a:r>
          </a:p>
        </p:txBody>
      </p:sp>
    </p:spTree>
    <p:extLst>
      <p:ext uri="{BB962C8B-B14F-4D97-AF65-F5344CB8AC3E}">
        <p14:creationId xmlns:p14="http://schemas.microsoft.com/office/powerpoint/2010/main" val="3925586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1A326-02FC-4F59-3CF2-6154C28C10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0666DBE-7F3D-43D8-8970-75F59E7A97B6}"/>
              </a:ext>
            </a:extLst>
          </p:cNvPr>
          <p:cNvSpPr>
            <a:spLocks noGrp="1"/>
          </p:cNvSpPr>
          <p:nvPr>
            <p:ph type="title"/>
          </p:nvPr>
        </p:nvSpPr>
        <p:spPr/>
        <p:txBody>
          <a:bodyPr/>
          <a:lstStyle/>
          <a:p>
            <a:pPr algn="ctr"/>
            <a:r>
              <a:rPr lang="es-PE" dirty="0"/>
              <a:t>Ventanas de Cierre</a:t>
            </a:r>
          </a:p>
        </p:txBody>
      </p:sp>
      <p:sp>
        <p:nvSpPr>
          <p:cNvPr id="4" name="Rectángulo 3">
            <a:extLst>
              <a:ext uri="{FF2B5EF4-FFF2-40B4-BE49-F238E27FC236}">
                <a16:creationId xmlns:a16="http://schemas.microsoft.com/office/drawing/2014/main" id="{74CBFDE0-3D9B-690A-AA35-A53850F74FC7}"/>
              </a:ext>
            </a:extLst>
          </p:cNvPr>
          <p:cNvSpPr/>
          <p:nvPr/>
        </p:nvSpPr>
        <p:spPr>
          <a:xfrm>
            <a:off x="704712" y="2030497"/>
            <a:ext cx="4799795" cy="3510224"/>
          </a:xfrm>
          <a:prstGeom prst="rect">
            <a:avLst/>
          </a:prstGeom>
          <a:solidFill>
            <a:srgbClr val="EEEEEE"/>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sp>
        <p:nvSpPr>
          <p:cNvPr id="6" name="Rectángulo 5">
            <a:extLst>
              <a:ext uri="{FF2B5EF4-FFF2-40B4-BE49-F238E27FC236}">
                <a16:creationId xmlns:a16="http://schemas.microsoft.com/office/drawing/2014/main" id="{45C3CDC0-5B33-5744-119E-A5D1ED9B6E72}"/>
              </a:ext>
            </a:extLst>
          </p:cNvPr>
          <p:cNvSpPr/>
          <p:nvPr/>
        </p:nvSpPr>
        <p:spPr>
          <a:xfrm>
            <a:off x="952424" y="2421221"/>
            <a:ext cx="4292519" cy="307777"/>
          </a:xfrm>
          <a:prstGeom prst="rect">
            <a:avLst/>
          </a:prstGeom>
          <a:noFill/>
        </p:spPr>
        <p:txBody>
          <a:bodyPr wrap="square" lIns="91440" tIns="45720" rIns="91440" bIns="45720">
            <a:spAutoFit/>
          </a:bodyPr>
          <a:lstStyle/>
          <a:p>
            <a:pPr algn="ctr"/>
            <a:r>
              <a:rPr lang="es-ES" sz="1400" dirty="0">
                <a:ln w="0">
                  <a:noFill/>
                </a:ln>
                <a:latin typeface="Poppins" panose="00000500000000000000" pitchFamily="2" charset="0"/>
                <a:cs typeface="Poppins" panose="00000500000000000000" pitchFamily="2" charset="0"/>
              </a:rPr>
              <a:t>¿Realmente Quieres Salir del Programa?</a:t>
            </a:r>
            <a:endParaRPr lang="es-ES" sz="1400" b="0" cap="none" spc="0" dirty="0">
              <a:ln w="0">
                <a:noFill/>
              </a:ln>
              <a:latin typeface="Poppins" panose="00000500000000000000" pitchFamily="2" charset="0"/>
              <a:cs typeface="Poppins" panose="00000500000000000000" pitchFamily="2" charset="0"/>
            </a:endParaRPr>
          </a:p>
        </p:txBody>
      </p:sp>
      <p:sp>
        <p:nvSpPr>
          <p:cNvPr id="13" name="Rectángulo 12">
            <a:extLst>
              <a:ext uri="{FF2B5EF4-FFF2-40B4-BE49-F238E27FC236}">
                <a16:creationId xmlns:a16="http://schemas.microsoft.com/office/drawing/2014/main" id="{68FC3076-1917-850B-CB2A-77C3A229BE8F}"/>
              </a:ext>
            </a:extLst>
          </p:cNvPr>
          <p:cNvSpPr/>
          <p:nvPr/>
        </p:nvSpPr>
        <p:spPr>
          <a:xfrm>
            <a:off x="1452207" y="4916072"/>
            <a:ext cx="1354367" cy="30777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SI</a:t>
            </a:r>
          </a:p>
        </p:txBody>
      </p:sp>
      <p:pic>
        <p:nvPicPr>
          <p:cNvPr id="7" name="Imagen 6">
            <a:extLst>
              <a:ext uri="{FF2B5EF4-FFF2-40B4-BE49-F238E27FC236}">
                <a16:creationId xmlns:a16="http://schemas.microsoft.com/office/drawing/2014/main" id="{1987B7DA-5599-5B1E-35B3-469EA61522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1370" y="2905839"/>
            <a:ext cx="1646476" cy="1759540"/>
          </a:xfrm>
          <a:prstGeom prst="rect">
            <a:avLst/>
          </a:prstGeom>
        </p:spPr>
      </p:pic>
      <p:sp>
        <p:nvSpPr>
          <p:cNvPr id="15" name="Rectángulo 14">
            <a:extLst>
              <a:ext uri="{FF2B5EF4-FFF2-40B4-BE49-F238E27FC236}">
                <a16:creationId xmlns:a16="http://schemas.microsoft.com/office/drawing/2014/main" id="{71932E3B-D809-A765-925A-F185A032A82D}"/>
              </a:ext>
            </a:extLst>
          </p:cNvPr>
          <p:cNvSpPr/>
          <p:nvPr/>
        </p:nvSpPr>
        <p:spPr>
          <a:xfrm>
            <a:off x="3250663" y="4916072"/>
            <a:ext cx="1354367" cy="30777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sz="1600" dirty="0">
                <a:solidFill>
                  <a:schemeClr val="bg1"/>
                </a:solidFill>
              </a:rPr>
              <a:t>NO</a:t>
            </a:r>
          </a:p>
        </p:txBody>
      </p:sp>
      <p:sp>
        <p:nvSpPr>
          <p:cNvPr id="16" name="Rectángulo 15">
            <a:extLst>
              <a:ext uri="{FF2B5EF4-FFF2-40B4-BE49-F238E27FC236}">
                <a16:creationId xmlns:a16="http://schemas.microsoft.com/office/drawing/2014/main" id="{BC0E35C9-E601-FD10-EC85-E1E2C6AF619D}"/>
              </a:ext>
            </a:extLst>
          </p:cNvPr>
          <p:cNvSpPr/>
          <p:nvPr/>
        </p:nvSpPr>
        <p:spPr>
          <a:xfrm>
            <a:off x="6687493" y="2030497"/>
            <a:ext cx="4799795" cy="3510224"/>
          </a:xfrm>
          <a:prstGeom prst="rect">
            <a:avLst/>
          </a:prstGeom>
          <a:solidFill>
            <a:srgbClr val="EEEEEE"/>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sp>
        <p:nvSpPr>
          <p:cNvPr id="17" name="Rectángulo 16">
            <a:extLst>
              <a:ext uri="{FF2B5EF4-FFF2-40B4-BE49-F238E27FC236}">
                <a16:creationId xmlns:a16="http://schemas.microsoft.com/office/drawing/2014/main" id="{4EC847B3-E6AB-A194-641C-EEA04974646A}"/>
              </a:ext>
            </a:extLst>
          </p:cNvPr>
          <p:cNvSpPr/>
          <p:nvPr/>
        </p:nvSpPr>
        <p:spPr>
          <a:xfrm>
            <a:off x="6935205" y="2421221"/>
            <a:ext cx="4292519" cy="307777"/>
          </a:xfrm>
          <a:prstGeom prst="rect">
            <a:avLst/>
          </a:prstGeom>
          <a:noFill/>
        </p:spPr>
        <p:txBody>
          <a:bodyPr wrap="square" lIns="91440" tIns="45720" rIns="91440" bIns="45720">
            <a:spAutoFit/>
          </a:bodyPr>
          <a:lstStyle/>
          <a:p>
            <a:pPr algn="ctr"/>
            <a:r>
              <a:rPr lang="es-ES" sz="1400" dirty="0">
                <a:ln w="0">
                  <a:noFill/>
                </a:ln>
                <a:latin typeface="Poppins" panose="00000500000000000000" pitchFamily="2" charset="0"/>
                <a:cs typeface="Poppins" panose="00000500000000000000" pitchFamily="2" charset="0"/>
              </a:rPr>
              <a:t>¿Realmente Quieres Cerrar Sesión?</a:t>
            </a:r>
            <a:endParaRPr lang="es-ES" sz="1400" b="0" cap="none" spc="0" dirty="0">
              <a:ln w="0">
                <a:noFill/>
              </a:ln>
              <a:latin typeface="Poppins" panose="00000500000000000000" pitchFamily="2" charset="0"/>
              <a:cs typeface="Poppins" panose="00000500000000000000" pitchFamily="2" charset="0"/>
            </a:endParaRPr>
          </a:p>
        </p:txBody>
      </p:sp>
      <p:sp>
        <p:nvSpPr>
          <p:cNvPr id="18" name="Rectángulo 17">
            <a:extLst>
              <a:ext uri="{FF2B5EF4-FFF2-40B4-BE49-F238E27FC236}">
                <a16:creationId xmlns:a16="http://schemas.microsoft.com/office/drawing/2014/main" id="{271BE6B7-0618-0F0F-82D2-6BFDB3545C56}"/>
              </a:ext>
            </a:extLst>
          </p:cNvPr>
          <p:cNvSpPr/>
          <p:nvPr/>
        </p:nvSpPr>
        <p:spPr>
          <a:xfrm>
            <a:off x="7586967" y="4916072"/>
            <a:ext cx="1354367" cy="30777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SI</a:t>
            </a:r>
          </a:p>
        </p:txBody>
      </p:sp>
      <p:sp>
        <p:nvSpPr>
          <p:cNvPr id="20" name="Rectángulo 19">
            <a:extLst>
              <a:ext uri="{FF2B5EF4-FFF2-40B4-BE49-F238E27FC236}">
                <a16:creationId xmlns:a16="http://schemas.microsoft.com/office/drawing/2014/main" id="{2ED07F41-AB85-C717-CE77-A6C5C9EED23D}"/>
              </a:ext>
            </a:extLst>
          </p:cNvPr>
          <p:cNvSpPr/>
          <p:nvPr/>
        </p:nvSpPr>
        <p:spPr>
          <a:xfrm>
            <a:off x="9385426" y="4916072"/>
            <a:ext cx="1354367" cy="30777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sz="1600" dirty="0">
                <a:solidFill>
                  <a:schemeClr val="bg1"/>
                </a:solidFill>
              </a:rPr>
              <a:t>NO</a:t>
            </a:r>
          </a:p>
        </p:txBody>
      </p:sp>
      <p:pic>
        <p:nvPicPr>
          <p:cNvPr id="22" name="Imagen 21" descr="Imagen que contiene gabinete, interior, persona, parado&#10;&#10;Descripción generada automáticamente">
            <a:extLst>
              <a:ext uri="{FF2B5EF4-FFF2-40B4-BE49-F238E27FC236}">
                <a16:creationId xmlns:a16="http://schemas.microsoft.com/office/drawing/2014/main" id="{B659317B-9D5A-8232-081A-8F211E72DA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7347" y="2905840"/>
            <a:ext cx="1693362" cy="1693362"/>
          </a:xfrm>
          <a:prstGeom prst="rect">
            <a:avLst/>
          </a:prstGeom>
        </p:spPr>
      </p:pic>
    </p:spTree>
    <p:extLst>
      <p:ext uri="{BB962C8B-B14F-4D97-AF65-F5344CB8AC3E}">
        <p14:creationId xmlns:p14="http://schemas.microsoft.com/office/powerpoint/2010/main" val="3334500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6" name="Rectángulo 5">
            <a:extLst>
              <a:ext uri="{FF2B5EF4-FFF2-40B4-BE49-F238E27FC236}">
                <a16:creationId xmlns:a16="http://schemas.microsoft.com/office/drawing/2014/main" id="{702B1F61-A951-93FE-EE48-E128E6EDC769}"/>
              </a:ext>
            </a:extLst>
          </p:cNvPr>
          <p:cNvSpPr>
            <a:spLocks noGrp="1" noRot="1" noMove="1" noResize="1" noEditPoints="1" noAdjustHandles="1" noChangeArrowheads="1" noChangeShapeType="1"/>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894412" y="316201"/>
            <a:ext cx="4229043"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REGISTRO DE USUARIOS</a:t>
            </a:r>
            <a:endParaRPr lang="es-ES" sz="2800" b="1" cap="none" spc="0" dirty="0">
              <a:ln w="0">
                <a:noFill/>
              </a:ln>
              <a:latin typeface="Poppins" panose="00000500000000000000" pitchFamily="2" charset="0"/>
              <a:cs typeface="Poppins" panose="00000500000000000000" pitchFamily="2" charset="0"/>
            </a:endParaRPr>
          </a:p>
        </p:txBody>
      </p:sp>
      <p:sp>
        <p:nvSpPr>
          <p:cNvPr id="10" name="Rectángulo 9">
            <a:extLst>
              <a:ext uri="{FF2B5EF4-FFF2-40B4-BE49-F238E27FC236}">
                <a16:creationId xmlns:a16="http://schemas.microsoft.com/office/drawing/2014/main" id="{93593EA5-E513-AB1E-867F-556B9CE19BB8}"/>
              </a:ext>
            </a:extLst>
          </p:cNvPr>
          <p:cNvSpPr/>
          <p:nvPr/>
        </p:nvSpPr>
        <p:spPr>
          <a:xfrm>
            <a:off x="3189052" y="4394819"/>
            <a:ext cx="8737058" cy="1996253"/>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B06C1672-9759-9896-34A1-76FB74F8F108}"/>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2" name="Rectángulo: esquinas redondeadas 11">
            <a:extLst>
              <a:ext uri="{FF2B5EF4-FFF2-40B4-BE49-F238E27FC236}">
                <a16:creationId xmlns:a16="http://schemas.microsoft.com/office/drawing/2014/main" id="{BFF866AC-8F2A-35D6-4074-DB71B8C6E7AD}"/>
              </a:ext>
            </a:extLst>
          </p:cNvPr>
          <p:cNvSpPr/>
          <p:nvPr/>
        </p:nvSpPr>
        <p:spPr>
          <a:xfrm>
            <a:off x="3339829" y="4077552"/>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LISTA DE USUARIOS REGISTRADOS</a:t>
            </a:r>
          </a:p>
        </p:txBody>
      </p:sp>
      <p:sp>
        <p:nvSpPr>
          <p:cNvPr id="15" name="Rectángulo 14">
            <a:extLst>
              <a:ext uri="{FF2B5EF4-FFF2-40B4-BE49-F238E27FC236}">
                <a16:creationId xmlns:a16="http://schemas.microsoft.com/office/drawing/2014/main" id="{A7E31D33-3343-C272-E602-519EB8179B91}"/>
              </a:ext>
            </a:extLst>
          </p:cNvPr>
          <p:cNvSpPr>
            <a:spLocks noGrp="1" noRot="1" noMove="1" noResize="1" noEditPoints="1" noAdjustHandles="1" noChangeArrowheads="1" noChangeShapeType="1"/>
          </p:cNvSpPr>
          <p:nvPr/>
        </p:nvSpPr>
        <p:spPr>
          <a:xfrm>
            <a:off x="3189053" y="1302014"/>
            <a:ext cx="8737058" cy="246804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F17F8443-2BE1-ED58-9BFD-8556CABD39FE}"/>
              </a:ext>
            </a:extLst>
          </p:cNvPr>
          <p:cNvSpPr/>
          <p:nvPr/>
        </p:nvSpPr>
        <p:spPr>
          <a:xfrm>
            <a:off x="3336163" y="1623704"/>
            <a:ext cx="1007006"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Nombres</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16" name="Rectángulo: esquinas redondeadas 15">
            <a:extLst>
              <a:ext uri="{FF2B5EF4-FFF2-40B4-BE49-F238E27FC236}">
                <a16:creationId xmlns:a16="http://schemas.microsoft.com/office/drawing/2014/main" id="{2FF510BB-C4F2-A6C2-F64D-F3C1A20BAB2C}"/>
              </a:ext>
            </a:extLst>
          </p:cNvPr>
          <p:cNvSpPr/>
          <p:nvPr/>
        </p:nvSpPr>
        <p:spPr>
          <a:xfrm>
            <a:off x="3442969" y="1047557"/>
            <a:ext cx="281205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DATOS DEL REGISTRO</a:t>
            </a:r>
          </a:p>
        </p:txBody>
      </p:sp>
      <p:sp>
        <p:nvSpPr>
          <p:cNvPr id="17" name="Rectángulo 16">
            <a:extLst>
              <a:ext uri="{FF2B5EF4-FFF2-40B4-BE49-F238E27FC236}">
                <a16:creationId xmlns:a16="http://schemas.microsoft.com/office/drawing/2014/main" id="{829036EA-8307-2DD6-8C19-B6829EEF00F0}"/>
              </a:ext>
            </a:extLst>
          </p:cNvPr>
          <p:cNvSpPr/>
          <p:nvPr/>
        </p:nvSpPr>
        <p:spPr>
          <a:xfrm>
            <a:off x="10480894" y="615541"/>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ELIMINAR</a:t>
            </a:r>
          </a:p>
        </p:txBody>
      </p:sp>
      <p:sp>
        <p:nvSpPr>
          <p:cNvPr id="18" name="Rectángulo 17">
            <a:extLst>
              <a:ext uri="{FF2B5EF4-FFF2-40B4-BE49-F238E27FC236}">
                <a16:creationId xmlns:a16="http://schemas.microsoft.com/office/drawing/2014/main" id="{F86BA8E0-F62F-15B7-3888-62C3764B4215}"/>
              </a:ext>
            </a:extLst>
          </p:cNvPr>
          <p:cNvSpPr/>
          <p:nvPr/>
        </p:nvSpPr>
        <p:spPr>
          <a:xfrm>
            <a:off x="3439302" y="1940181"/>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9" name="Rectángulo 18">
            <a:extLst>
              <a:ext uri="{FF2B5EF4-FFF2-40B4-BE49-F238E27FC236}">
                <a16:creationId xmlns:a16="http://schemas.microsoft.com/office/drawing/2014/main" id="{3B84EDD1-C5C5-CC6A-8B9D-1FD9DCD4C43C}"/>
              </a:ext>
            </a:extLst>
          </p:cNvPr>
          <p:cNvSpPr/>
          <p:nvPr/>
        </p:nvSpPr>
        <p:spPr>
          <a:xfrm>
            <a:off x="3336163" y="2259256"/>
            <a:ext cx="1007007"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Apellidos</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3" name="Rectángulo 22">
            <a:extLst>
              <a:ext uri="{FF2B5EF4-FFF2-40B4-BE49-F238E27FC236}">
                <a16:creationId xmlns:a16="http://schemas.microsoft.com/office/drawing/2014/main" id="{3119EF95-4EEF-B014-1460-F83B1AC7451B}"/>
              </a:ext>
            </a:extLst>
          </p:cNvPr>
          <p:cNvSpPr/>
          <p:nvPr/>
        </p:nvSpPr>
        <p:spPr>
          <a:xfrm>
            <a:off x="6985874" y="1622024"/>
            <a:ext cx="1954381"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Tipo de Documento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4" name="Rectángulo 23">
            <a:extLst>
              <a:ext uri="{FF2B5EF4-FFF2-40B4-BE49-F238E27FC236}">
                <a16:creationId xmlns:a16="http://schemas.microsoft.com/office/drawing/2014/main" id="{3FE1D5F9-B13F-2575-8E8D-22DBB776C53E}"/>
              </a:ext>
            </a:extLst>
          </p:cNvPr>
          <p:cNvSpPr/>
          <p:nvPr/>
        </p:nvSpPr>
        <p:spPr>
          <a:xfrm>
            <a:off x="9320764" y="1630781"/>
            <a:ext cx="1922321"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N	ro. de Documento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5" name="Rectángulo 24">
            <a:extLst>
              <a:ext uri="{FF2B5EF4-FFF2-40B4-BE49-F238E27FC236}">
                <a16:creationId xmlns:a16="http://schemas.microsoft.com/office/drawing/2014/main" id="{6A803A3F-57DC-12C8-63D4-0EAACD7EA035}"/>
              </a:ext>
            </a:extLst>
          </p:cNvPr>
          <p:cNvSpPr/>
          <p:nvPr/>
        </p:nvSpPr>
        <p:spPr>
          <a:xfrm>
            <a:off x="7102665" y="3212465"/>
            <a:ext cx="1709138" cy="246206"/>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26" name="Rectángulo 25">
            <a:extLst>
              <a:ext uri="{FF2B5EF4-FFF2-40B4-BE49-F238E27FC236}">
                <a16:creationId xmlns:a16="http://schemas.microsoft.com/office/drawing/2014/main" id="{BA06A834-216F-4E99-8560-AFA03AA619E4}"/>
              </a:ext>
            </a:extLst>
          </p:cNvPr>
          <p:cNvSpPr/>
          <p:nvPr/>
        </p:nvSpPr>
        <p:spPr>
          <a:xfrm>
            <a:off x="7004580" y="2255729"/>
            <a:ext cx="1680268"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Nro. de contacto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8" name="Rectángulo 27">
            <a:extLst>
              <a:ext uri="{FF2B5EF4-FFF2-40B4-BE49-F238E27FC236}">
                <a16:creationId xmlns:a16="http://schemas.microsoft.com/office/drawing/2014/main" id="{A26EBC30-DF69-4DA3-8F0A-0780FA189C7C}"/>
              </a:ext>
            </a:extLst>
          </p:cNvPr>
          <p:cNvSpPr/>
          <p:nvPr/>
        </p:nvSpPr>
        <p:spPr>
          <a:xfrm>
            <a:off x="9423862" y="2255728"/>
            <a:ext cx="750526"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Cargo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9" name="Rectángulo 28">
            <a:extLst>
              <a:ext uri="{FF2B5EF4-FFF2-40B4-BE49-F238E27FC236}">
                <a16:creationId xmlns:a16="http://schemas.microsoft.com/office/drawing/2014/main" id="{7355AAD9-7939-2EBE-7E60-DB418298A0D2}"/>
              </a:ext>
            </a:extLst>
          </p:cNvPr>
          <p:cNvSpPr/>
          <p:nvPr/>
        </p:nvSpPr>
        <p:spPr>
          <a:xfrm>
            <a:off x="3248464" y="4612414"/>
            <a:ext cx="8737059" cy="276999"/>
          </a:xfrm>
          <a:prstGeom prst="rect">
            <a:avLst/>
          </a:prstGeom>
          <a:noFill/>
        </p:spPr>
        <p:txBody>
          <a:bodyPr wrap="square" lIns="91440" tIns="45720" rIns="91440" bIns="45720">
            <a:spAutoFit/>
          </a:bodyPr>
          <a:lstStyle/>
          <a:p>
            <a:pPr algn="just"/>
            <a:r>
              <a:rPr lang="es-ES" sz="1200" b="1" cap="none" spc="0" dirty="0">
                <a:ln w="0">
                  <a:noFill/>
                </a:ln>
                <a:latin typeface="Poppins" panose="00000500000000000000" pitchFamily="2" charset="0"/>
                <a:cs typeface="Poppins" panose="00000500000000000000" pitchFamily="2" charset="0"/>
              </a:rPr>
              <a:t>Id    Nombres        A</a:t>
            </a:r>
            <a:r>
              <a:rPr lang="es-ES" sz="1200" b="1" dirty="0">
                <a:ln w="0">
                  <a:noFill/>
                </a:ln>
                <a:latin typeface="Poppins" panose="00000500000000000000" pitchFamily="2" charset="0"/>
                <a:cs typeface="Poppins" panose="00000500000000000000" pitchFamily="2" charset="0"/>
              </a:rPr>
              <a:t>pellidos         Tipo Doc.         Nro. Doc.         Número Cargo        Usuario        Contraseña     Email</a:t>
            </a:r>
            <a:endParaRPr lang="es-ES" sz="1200" b="1" cap="none" spc="0" dirty="0">
              <a:ln w="0">
                <a:noFill/>
              </a:ln>
              <a:latin typeface="Poppins" panose="00000500000000000000" pitchFamily="2" charset="0"/>
              <a:cs typeface="Poppins" panose="00000500000000000000" pitchFamily="2" charset="0"/>
            </a:endParaRPr>
          </a:p>
        </p:txBody>
      </p:sp>
      <p:cxnSp>
        <p:nvCxnSpPr>
          <p:cNvPr id="31" name="Conector recto 30">
            <a:extLst>
              <a:ext uri="{FF2B5EF4-FFF2-40B4-BE49-F238E27FC236}">
                <a16:creationId xmlns:a16="http://schemas.microsoft.com/office/drawing/2014/main" id="{A484B0AC-C37F-5B39-75A2-E06B16CDEA0D}"/>
              </a:ext>
            </a:extLst>
          </p:cNvPr>
          <p:cNvCxnSpPr>
            <a:cxnSpLocks/>
          </p:cNvCxnSpPr>
          <p:nvPr/>
        </p:nvCxnSpPr>
        <p:spPr>
          <a:xfrm>
            <a:off x="3189051" y="4965064"/>
            <a:ext cx="8737059" cy="0"/>
          </a:xfrm>
          <a:prstGeom prst="line">
            <a:avLst/>
          </a:prstGeom>
        </p:spPr>
        <p:style>
          <a:lnRef idx="2">
            <a:schemeClr val="dk1"/>
          </a:lnRef>
          <a:fillRef idx="0">
            <a:schemeClr val="dk1"/>
          </a:fillRef>
          <a:effectRef idx="1">
            <a:schemeClr val="dk1"/>
          </a:effectRef>
          <a:fontRef idx="minor">
            <a:schemeClr val="tx1"/>
          </a:fontRef>
        </p:style>
      </p:cxnSp>
      <p:sp>
        <p:nvSpPr>
          <p:cNvPr id="34" name="Rectángulo 33">
            <a:extLst>
              <a:ext uri="{FF2B5EF4-FFF2-40B4-BE49-F238E27FC236}">
                <a16:creationId xmlns:a16="http://schemas.microsoft.com/office/drawing/2014/main" id="{7F3C3F0F-103B-CD02-28B8-6CD52EEB1E1F}"/>
              </a:ext>
            </a:extLst>
          </p:cNvPr>
          <p:cNvSpPr/>
          <p:nvPr/>
        </p:nvSpPr>
        <p:spPr>
          <a:xfrm>
            <a:off x="385267" y="5842870"/>
            <a:ext cx="1901953" cy="731760"/>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CERRAR SESIÓN</a:t>
            </a:r>
          </a:p>
        </p:txBody>
      </p:sp>
      <p:sp>
        <p:nvSpPr>
          <p:cNvPr id="35" name="Rectángulo 34">
            <a:extLst>
              <a:ext uri="{FF2B5EF4-FFF2-40B4-BE49-F238E27FC236}">
                <a16:creationId xmlns:a16="http://schemas.microsoft.com/office/drawing/2014/main" id="{4FA7E3D1-95ED-DF9A-E7E3-EA3A4E73F223}"/>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37" name="Imagen 36" descr="Icono&#10;&#10;Descripción generada automáticamente">
            <a:extLst>
              <a:ext uri="{FF2B5EF4-FFF2-40B4-BE49-F238E27FC236}">
                <a16:creationId xmlns:a16="http://schemas.microsoft.com/office/drawing/2014/main" id="{B880996A-40DD-95CA-800A-25098378AB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7746" y="4498588"/>
            <a:ext cx="438100" cy="438100"/>
          </a:xfrm>
          <a:prstGeom prst="rect">
            <a:avLst/>
          </a:prstGeom>
        </p:spPr>
      </p:pic>
      <p:sp>
        <p:nvSpPr>
          <p:cNvPr id="42" name="Rectángulo 41">
            <a:extLst>
              <a:ext uri="{FF2B5EF4-FFF2-40B4-BE49-F238E27FC236}">
                <a16:creationId xmlns:a16="http://schemas.microsoft.com/office/drawing/2014/main" id="{C110189E-69DE-84E4-11EE-5AC4056AEAED}"/>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43" name="Rectángulo 42">
            <a:extLst>
              <a:ext uri="{FF2B5EF4-FFF2-40B4-BE49-F238E27FC236}">
                <a16:creationId xmlns:a16="http://schemas.microsoft.com/office/drawing/2014/main" id="{F7DE01E2-2941-6E03-E774-F3AC10E2C6BF}"/>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45" name="Rectángulo 44">
            <a:extLst>
              <a:ext uri="{FF2B5EF4-FFF2-40B4-BE49-F238E27FC236}">
                <a16:creationId xmlns:a16="http://schemas.microsoft.com/office/drawing/2014/main" id="{6CF3DCDB-07E0-2F40-FB4F-83AA983AF5AE}"/>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4">
            <a:extLst>
              <a:ext uri="{28A0092B-C50C-407E-A947-70E740481C1C}">
                <a14:useLocalDpi xmlns:a14="http://schemas.microsoft.com/office/drawing/2010/main" val="0"/>
              </a:ext>
            </a:extLst>
          </a:blip>
          <a:srcRect t="47106" b="47244"/>
          <a:stretch/>
        </p:blipFill>
        <p:spPr>
          <a:xfrm flipV="1">
            <a:off x="3133524" y="6313512"/>
            <a:ext cx="8737059" cy="136703"/>
          </a:xfrm>
          <a:prstGeom prst="rect">
            <a:avLst/>
          </a:prstGeom>
        </p:spPr>
      </p:pic>
      <p:sp>
        <p:nvSpPr>
          <p:cNvPr id="33" name="Rectángulo 32">
            <a:extLst>
              <a:ext uri="{FF2B5EF4-FFF2-40B4-BE49-F238E27FC236}">
                <a16:creationId xmlns:a16="http://schemas.microsoft.com/office/drawing/2014/main" id="{B283E606-63E2-463C-AA50-9EFEE7143AE3}"/>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sp>
        <p:nvSpPr>
          <p:cNvPr id="36" name="Rectángulo 35">
            <a:extLst>
              <a:ext uri="{FF2B5EF4-FFF2-40B4-BE49-F238E27FC236}">
                <a16:creationId xmlns:a16="http://schemas.microsoft.com/office/drawing/2014/main" id="{F79E3F54-A31A-99D1-209F-C7BC4620C549}"/>
              </a:ext>
            </a:extLst>
          </p:cNvPr>
          <p:cNvSpPr/>
          <p:nvPr/>
        </p:nvSpPr>
        <p:spPr>
          <a:xfrm>
            <a:off x="8929463" y="607032"/>
            <a:ext cx="1465634" cy="440525"/>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MODIFICAR</a:t>
            </a:r>
          </a:p>
        </p:txBody>
      </p:sp>
      <p:sp>
        <p:nvSpPr>
          <p:cNvPr id="8" name="Rectángulo 7">
            <a:extLst>
              <a:ext uri="{FF2B5EF4-FFF2-40B4-BE49-F238E27FC236}">
                <a16:creationId xmlns:a16="http://schemas.microsoft.com/office/drawing/2014/main" id="{F3D37575-2D15-D427-95D1-478363E5AC03}"/>
              </a:ext>
            </a:extLst>
          </p:cNvPr>
          <p:cNvSpPr/>
          <p:nvPr/>
        </p:nvSpPr>
        <p:spPr>
          <a:xfrm>
            <a:off x="7374629" y="607031"/>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AGREGAR</a:t>
            </a:r>
          </a:p>
        </p:txBody>
      </p:sp>
      <p:sp>
        <p:nvSpPr>
          <p:cNvPr id="13" name="Rectángulo 12">
            <a:extLst>
              <a:ext uri="{FF2B5EF4-FFF2-40B4-BE49-F238E27FC236}">
                <a16:creationId xmlns:a16="http://schemas.microsoft.com/office/drawing/2014/main" id="{015254FF-983D-1FF7-8116-E68114F5C62B}"/>
              </a:ext>
            </a:extLst>
          </p:cNvPr>
          <p:cNvSpPr/>
          <p:nvPr/>
        </p:nvSpPr>
        <p:spPr>
          <a:xfrm>
            <a:off x="9312675" y="3919664"/>
            <a:ext cx="2616740" cy="370819"/>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8" name="Rectángulo 37">
            <a:extLst>
              <a:ext uri="{FF2B5EF4-FFF2-40B4-BE49-F238E27FC236}">
                <a16:creationId xmlns:a16="http://schemas.microsoft.com/office/drawing/2014/main" id="{9BAF8C85-9DB5-B0F6-78C6-0FEBF0A97128}"/>
              </a:ext>
            </a:extLst>
          </p:cNvPr>
          <p:cNvSpPr/>
          <p:nvPr/>
        </p:nvSpPr>
        <p:spPr>
          <a:xfrm>
            <a:off x="7996058" y="3919664"/>
            <a:ext cx="1316387" cy="400110"/>
          </a:xfrm>
          <a:prstGeom prst="rect">
            <a:avLst/>
          </a:prstGeom>
          <a:noFill/>
        </p:spPr>
        <p:txBody>
          <a:bodyPr wrap="none" lIns="91440" tIns="45720" rIns="91440" bIns="45720">
            <a:spAutoFit/>
          </a:bodyPr>
          <a:lstStyle/>
          <a:p>
            <a:pPr algn="ctr"/>
            <a:r>
              <a:rPr lang="es-ES" sz="2000" b="1" cap="none" spc="0" dirty="0">
                <a:ln w="0">
                  <a:noFill/>
                </a:ln>
                <a:latin typeface="Poppins" panose="00000500000000000000" pitchFamily="2" charset="0"/>
                <a:cs typeface="Poppins" panose="00000500000000000000" pitchFamily="2" charset="0"/>
              </a:rPr>
              <a:t>BUSCAR :</a:t>
            </a:r>
          </a:p>
        </p:txBody>
      </p:sp>
      <p:pic>
        <p:nvPicPr>
          <p:cNvPr id="39" name="Imagen 38" descr="Dibujo de un animal con la boca abierta&#10;&#10;Descripción generada automáticamente con confianza baja">
            <a:extLst>
              <a:ext uri="{FF2B5EF4-FFF2-40B4-BE49-F238E27FC236}">
                <a16:creationId xmlns:a16="http://schemas.microsoft.com/office/drawing/2014/main" id="{34AC5971-8E6A-AA2B-2C3F-59083478BD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pic>
        <p:nvPicPr>
          <p:cNvPr id="40" name="Imagen 39" descr="Icono&#10;&#10;Descripción generada automáticamente">
            <a:extLst>
              <a:ext uri="{FF2B5EF4-FFF2-40B4-BE49-F238E27FC236}">
                <a16:creationId xmlns:a16="http://schemas.microsoft.com/office/drawing/2014/main" id="{21067051-8469-A039-C66F-BAFDAF153E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1533" y="802355"/>
            <a:ext cx="438100" cy="438100"/>
          </a:xfrm>
          <a:prstGeom prst="rect">
            <a:avLst/>
          </a:prstGeom>
        </p:spPr>
      </p:pic>
      <p:pic>
        <p:nvPicPr>
          <p:cNvPr id="44" name="Imagen 43" descr="Icono&#10;&#10;Descripción generada automáticamente">
            <a:extLst>
              <a:ext uri="{FF2B5EF4-FFF2-40B4-BE49-F238E27FC236}">
                <a16:creationId xmlns:a16="http://schemas.microsoft.com/office/drawing/2014/main" id="{4F88CFF4-34B8-E3C9-10FE-11EA94164E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8723" y="3487721"/>
            <a:ext cx="361970" cy="361970"/>
          </a:xfrm>
          <a:prstGeom prst="rect">
            <a:avLst/>
          </a:prstGeom>
        </p:spPr>
      </p:pic>
      <p:pic>
        <p:nvPicPr>
          <p:cNvPr id="46" name="Imagen 45" descr="Icono&#10;&#10;Descripción generada automáticamente">
            <a:extLst>
              <a:ext uri="{FF2B5EF4-FFF2-40B4-BE49-F238E27FC236}">
                <a16:creationId xmlns:a16="http://schemas.microsoft.com/office/drawing/2014/main" id="{1F292B1B-A339-A376-9AC6-131E78688B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40031" y="872282"/>
            <a:ext cx="361970" cy="361970"/>
          </a:xfrm>
          <a:prstGeom prst="rect">
            <a:avLst/>
          </a:prstGeom>
        </p:spPr>
      </p:pic>
      <p:pic>
        <p:nvPicPr>
          <p:cNvPr id="47" name="Imagen 46" descr="Icono&#10;&#10;Descripción generada automáticamente">
            <a:extLst>
              <a:ext uri="{FF2B5EF4-FFF2-40B4-BE49-F238E27FC236}">
                <a16:creationId xmlns:a16="http://schemas.microsoft.com/office/drawing/2014/main" id="{1035942C-4C35-7BC3-54BD-7A6A829CE8A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0512" y="6373375"/>
            <a:ext cx="361970" cy="361970"/>
          </a:xfrm>
          <a:prstGeom prst="rect">
            <a:avLst/>
          </a:prstGeom>
        </p:spPr>
      </p:pic>
      <p:sp>
        <p:nvSpPr>
          <p:cNvPr id="48" name="Rectángulo 47">
            <a:extLst>
              <a:ext uri="{FF2B5EF4-FFF2-40B4-BE49-F238E27FC236}">
                <a16:creationId xmlns:a16="http://schemas.microsoft.com/office/drawing/2014/main" id="{E72F0CAC-D9A0-6A0E-68F7-99E474AEAA94}"/>
              </a:ext>
            </a:extLst>
          </p:cNvPr>
          <p:cNvSpPr/>
          <p:nvPr/>
        </p:nvSpPr>
        <p:spPr>
          <a:xfrm>
            <a:off x="3409192" y="1919266"/>
            <a:ext cx="131161" cy="307776"/>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a:t>
            </a:r>
            <a:endParaRPr lang="es-ES" sz="1400" b="1" cap="none" spc="0" dirty="0">
              <a:ln w="0">
                <a:noFill/>
              </a:ln>
              <a:latin typeface="Poppins" panose="00000500000000000000" pitchFamily="2" charset="0"/>
              <a:cs typeface="Poppins" panose="00000500000000000000" pitchFamily="2" charset="0"/>
            </a:endParaRPr>
          </a:p>
        </p:txBody>
      </p:sp>
      <p:sp>
        <p:nvSpPr>
          <p:cNvPr id="49" name="Rectángulo 48">
            <a:extLst>
              <a:ext uri="{FF2B5EF4-FFF2-40B4-BE49-F238E27FC236}">
                <a16:creationId xmlns:a16="http://schemas.microsoft.com/office/drawing/2014/main" id="{C8AD83BA-2FC6-E197-0CF3-4BA74D2594BF}"/>
              </a:ext>
            </a:extLst>
          </p:cNvPr>
          <p:cNvSpPr/>
          <p:nvPr/>
        </p:nvSpPr>
        <p:spPr>
          <a:xfrm>
            <a:off x="3442436" y="2575733"/>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0" name="Rectángulo 49">
            <a:extLst>
              <a:ext uri="{FF2B5EF4-FFF2-40B4-BE49-F238E27FC236}">
                <a16:creationId xmlns:a16="http://schemas.microsoft.com/office/drawing/2014/main" id="{A2F4D740-083B-FF09-4C67-99CA169324E1}"/>
              </a:ext>
            </a:extLst>
          </p:cNvPr>
          <p:cNvSpPr/>
          <p:nvPr/>
        </p:nvSpPr>
        <p:spPr>
          <a:xfrm>
            <a:off x="3374263" y="2904888"/>
            <a:ext cx="860505" cy="307777"/>
          </a:xfrm>
          <a:prstGeom prst="rect">
            <a:avLst/>
          </a:prstGeom>
          <a:noFill/>
        </p:spPr>
        <p:txBody>
          <a:bodyPr wrap="squar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Usuario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51" name="Rectángulo 50">
            <a:extLst>
              <a:ext uri="{FF2B5EF4-FFF2-40B4-BE49-F238E27FC236}">
                <a16:creationId xmlns:a16="http://schemas.microsoft.com/office/drawing/2014/main" id="{3B236EB1-AF70-4BF7-16CD-D8F04C9347E4}"/>
              </a:ext>
            </a:extLst>
          </p:cNvPr>
          <p:cNvSpPr/>
          <p:nvPr/>
        </p:nvSpPr>
        <p:spPr>
          <a:xfrm>
            <a:off x="3442436" y="3218847"/>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2" name="Rectángulo 51">
            <a:extLst>
              <a:ext uri="{FF2B5EF4-FFF2-40B4-BE49-F238E27FC236}">
                <a16:creationId xmlns:a16="http://schemas.microsoft.com/office/drawing/2014/main" id="{BDB65D72-27FA-F0BF-2B3D-62BC70CA87C4}"/>
              </a:ext>
            </a:extLst>
          </p:cNvPr>
          <p:cNvSpPr/>
          <p:nvPr/>
        </p:nvSpPr>
        <p:spPr>
          <a:xfrm>
            <a:off x="7125853" y="2563248"/>
            <a:ext cx="1709138" cy="246206"/>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5" name="Rectángulo 54">
            <a:extLst>
              <a:ext uri="{FF2B5EF4-FFF2-40B4-BE49-F238E27FC236}">
                <a16:creationId xmlns:a16="http://schemas.microsoft.com/office/drawing/2014/main" id="{1A031A8C-377B-2D3C-CA2D-47C17575D83C}"/>
              </a:ext>
            </a:extLst>
          </p:cNvPr>
          <p:cNvSpPr/>
          <p:nvPr/>
        </p:nvSpPr>
        <p:spPr>
          <a:xfrm>
            <a:off x="7073379" y="2889029"/>
            <a:ext cx="1241855" cy="307777"/>
          </a:xfrm>
          <a:prstGeom prst="rect">
            <a:avLst/>
          </a:prstGeom>
          <a:noFill/>
        </p:spPr>
        <p:txBody>
          <a:bodyPr wrap="squar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Contraseña</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56" name="Rectángulo 55">
            <a:extLst>
              <a:ext uri="{FF2B5EF4-FFF2-40B4-BE49-F238E27FC236}">
                <a16:creationId xmlns:a16="http://schemas.microsoft.com/office/drawing/2014/main" id="{B7929FA9-05FD-9DCF-210A-CCFEBE13742E}"/>
              </a:ext>
            </a:extLst>
          </p:cNvPr>
          <p:cNvSpPr/>
          <p:nvPr/>
        </p:nvSpPr>
        <p:spPr>
          <a:xfrm>
            <a:off x="9423715" y="1931286"/>
            <a:ext cx="2010658" cy="246206"/>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8" name="Rectángulo 57">
            <a:extLst>
              <a:ext uri="{FF2B5EF4-FFF2-40B4-BE49-F238E27FC236}">
                <a16:creationId xmlns:a16="http://schemas.microsoft.com/office/drawing/2014/main" id="{F8FAA445-BEBB-F0E9-60C6-0AA3505E185E}"/>
              </a:ext>
            </a:extLst>
          </p:cNvPr>
          <p:cNvSpPr/>
          <p:nvPr/>
        </p:nvSpPr>
        <p:spPr>
          <a:xfrm>
            <a:off x="9423715" y="3178000"/>
            <a:ext cx="2010658" cy="246206"/>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pic>
        <p:nvPicPr>
          <p:cNvPr id="59" name="Imagen 58" descr="Icono&#10;&#10;Descripción generada automáticamente">
            <a:extLst>
              <a:ext uri="{FF2B5EF4-FFF2-40B4-BE49-F238E27FC236}">
                <a16:creationId xmlns:a16="http://schemas.microsoft.com/office/drawing/2014/main" id="{A353BEA3-7A9A-8771-A829-847B4D67F1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9045" y="1948321"/>
            <a:ext cx="438100" cy="438100"/>
          </a:xfrm>
          <a:prstGeom prst="rect">
            <a:avLst/>
          </a:prstGeom>
        </p:spPr>
      </p:pic>
      <p:pic>
        <p:nvPicPr>
          <p:cNvPr id="60" name="Imagen 59" descr="Icono&#10;&#10;Descripción generada automáticamente">
            <a:extLst>
              <a:ext uri="{FF2B5EF4-FFF2-40B4-BE49-F238E27FC236}">
                <a16:creationId xmlns:a16="http://schemas.microsoft.com/office/drawing/2014/main" id="{0A9752BF-AFC5-F69F-BA54-C9A255BB6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64557" y="4006811"/>
            <a:ext cx="438100" cy="438100"/>
          </a:xfrm>
          <a:prstGeom prst="rect">
            <a:avLst/>
          </a:prstGeom>
        </p:spPr>
      </p:pic>
      <p:pic>
        <p:nvPicPr>
          <p:cNvPr id="61" name="Imagen 60">
            <a:extLst>
              <a:ext uri="{FF2B5EF4-FFF2-40B4-BE49-F238E27FC236}">
                <a16:creationId xmlns:a16="http://schemas.microsoft.com/office/drawing/2014/main" id="{C7D729EB-AF13-FFC1-A31B-156D2CF18F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23715" y="2557701"/>
            <a:ext cx="2010658" cy="274451"/>
          </a:xfrm>
          <a:prstGeom prst="rect">
            <a:avLst/>
          </a:prstGeom>
        </p:spPr>
      </p:pic>
      <p:pic>
        <p:nvPicPr>
          <p:cNvPr id="62" name="Imagen 61">
            <a:extLst>
              <a:ext uri="{FF2B5EF4-FFF2-40B4-BE49-F238E27FC236}">
                <a16:creationId xmlns:a16="http://schemas.microsoft.com/office/drawing/2014/main" id="{C0536474-5135-D11E-BA8B-0C606EC7E7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96993" y="1929801"/>
            <a:ext cx="1743270" cy="274451"/>
          </a:xfrm>
          <a:prstGeom prst="rect">
            <a:avLst/>
          </a:prstGeom>
        </p:spPr>
      </p:pic>
      <p:sp>
        <p:nvSpPr>
          <p:cNvPr id="1024" name="Rectángulo 1023">
            <a:extLst>
              <a:ext uri="{FF2B5EF4-FFF2-40B4-BE49-F238E27FC236}">
                <a16:creationId xmlns:a16="http://schemas.microsoft.com/office/drawing/2014/main" id="{BE003C92-D108-59E2-8A6B-9B43865494C4}"/>
              </a:ext>
            </a:extLst>
          </p:cNvPr>
          <p:cNvSpPr/>
          <p:nvPr/>
        </p:nvSpPr>
        <p:spPr>
          <a:xfrm>
            <a:off x="9312445" y="3978090"/>
            <a:ext cx="131161" cy="307776"/>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a:t>
            </a:r>
            <a:endParaRPr lang="es-ES" sz="1400" b="1" cap="none" spc="0" dirty="0">
              <a:ln w="0">
                <a:noFill/>
              </a:ln>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13349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1BB72E-13F7-3ED6-087D-C1F9D1F6311F}"/>
              </a:ext>
            </a:extLst>
          </p:cNvPr>
          <p:cNvSpPr>
            <a:spLocks noGrp="1"/>
          </p:cNvSpPr>
          <p:nvPr>
            <p:ph type="title"/>
          </p:nvPr>
        </p:nvSpPr>
        <p:spPr>
          <a:xfrm>
            <a:off x="838200" y="132522"/>
            <a:ext cx="10515600" cy="1325563"/>
          </a:xfrm>
        </p:spPr>
        <p:txBody>
          <a:bodyPr/>
          <a:lstStyle/>
          <a:p>
            <a:r>
              <a:rPr lang="es-PE" dirty="0"/>
              <a:t>EXPLICACIÓN:</a:t>
            </a:r>
          </a:p>
        </p:txBody>
      </p:sp>
      <p:sp>
        <p:nvSpPr>
          <p:cNvPr id="3" name="Marcador de contenido 2">
            <a:extLst>
              <a:ext uri="{FF2B5EF4-FFF2-40B4-BE49-F238E27FC236}">
                <a16:creationId xmlns:a16="http://schemas.microsoft.com/office/drawing/2014/main" id="{D0EEE7FD-68E4-2915-B2EC-E35C7F27988C}"/>
              </a:ext>
            </a:extLst>
          </p:cNvPr>
          <p:cNvSpPr>
            <a:spLocks noGrp="1"/>
          </p:cNvSpPr>
          <p:nvPr>
            <p:ph idx="1"/>
          </p:nvPr>
        </p:nvSpPr>
        <p:spPr>
          <a:xfrm>
            <a:off x="838200" y="1161290"/>
            <a:ext cx="10757452" cy="5451544"/>
          </a:xfrm>
        </p:spPr>
        <p:txBody>
          <a:bodyPr>
            <a:normAutofit fontScale="85000" lnSpcReduction="20000"/>
          </a:bodyPr>
          <a:lstStyle/>
          <a:p>
            <a:pPr marL="0" indent="0" algn="just">
              <a:buNone/>
            </a:pPr>
            <a:r>
              <a:rPr lang="es-PE" sz="2000" dirty="0"/>
              <a:t>CUANDO QUIERAS </a:t>
            </a:r>
            <a:r>
              <a:rPr lang="es-PE" sz="2000" dirty="0">
                <a:solidFill>
                  <a:srgbClr val="FF0000"/>
                </a:solidFill>
              </a:rPr>
              <a:t>AGREGAR</a:t>
            </a:r>
            <a:r>
              <a:rPr lang="es-PE" sz="2000" dirty="0"/>
              <a:t> SOLO TIENES QUE ESCRIBIR LOS DATOS Y DARLE EN EL BOTON AGREGAR. LO IDEAL ES QUE DESPUES DE PRESIONAR EL BOTON TODOS LOS CAMPOS DE REGISTRO QUEDEN EN BLANCO PARA REALZIAR OTRO REGISTRO. Y EL REGISTRO INGRESADO APAREZCA EN LA TABLA “LISTA DE USUARIOS REGISTRADOS”.</a:t>
            </a:r>
          </a:p>
          <a:p>
            <a:pPr marL="0" indent="0" algn="just">
              <a:buNone/>
            </a:pPr>
            <a:endParaRPr lang="es-PE" sz="2000" dirty="0"/>
          </a:p>
          <a:p>
            <a:pPr marL="0" indent="0" algn="just">
              <a:buNone/>
            </a:pPr>
            <a:r>
              <a:rPr lang="es-PE" sz="2000" dirty="0"/>
              <a:t>SI QUIERES </a:t>
            </a:r>
            <a:r>
              <a:rPr lang="es-PE" sz="2000" dirty="0">
                <a:solidFill>
                  <a:srgbClr val="FF0000"/>
                </a:solidFill>
              </a:rPr>
              <a:t>MODIFICAR</a:t>
            </a:r>
            <a:r>
              <a:rPr lang="es-PE" sz="2000" dirty="0"/>
              <a:t>, TIENES QUE SELECCIONAR UNA FILA DE LA TABLA DE REGISTRO </a:t>
            </a:r>
            <a:r>
              <a:rPr lang="es-PE" sz="2000" b="1" dirty="0"/>
              <a:t>“LISTA DE USUARIOS REGISTRADOS”, </a:t>
            </a:r>
            <a:r>
              <a:rPr lang="es-PE" sz="2000" dirty="0"/>
              <a:t>CUANDO HAGAS ESO APARECERAN TODOS LOS DATOS EN LOS CAMPOS DE LA SECCION </a:t>
            </a:r>
            <a:r>
              <a:rPr lang="es-PE" sz="2000" b="1" dirty="0"/>
              <a:t>“DATOS DEL REGISTRO”</a:t>
            </a:r>
            <a:r>
              <a:rPr lang="es-PE" sz="2000" dirty="0"/>
              <a:t>, SOLO TENDRAS QUE MODIFICAR ALGUNO DE ESOS CAMPOS Y DESPUES DARLE AL BOTON MODIFICAR. ASI SI SE CAMBIAN LOS DATOS.</a:t>
            </a:r>
          </a:p>
          <a:p>
            <a:pPr marL="0" indent="0" algn="just">
              <a:buNone/>
            </a:pPr>
            <a:endParaRPr lang="es-PE" sz="2000" dirty="0"/>
          </a:p>
          <a:p>
            <a:pPr marL="0" indent="0" algn="just">
              <a:buNone/>
            </a:pPr>
            <a:r>
              <a:rPr lang="es-PE" sz="2000" dirty="0"/>
              <a:t>SI QUIERES </a:t>
            </a:r>
            <a:r>
              <a:rPr lang="es-PE" sz="2000" dirty="0">
                <a:solidFill>
                  <a:srgbClr val="FF0000"/>
                </a:solidFill>
              </a:rPr>
              <a:t>ELIMINAR</a:t>
            </a:r>
            <a:r>
              <a:rPr lang="es-PE" sz="2000" dirty="0"/>
              <a:t> UN REGISTRO, SELECCIONA UNA FILA DE LA TABLA </a:t>
            </a:r>
            <a:r>
              <a:rPr lang="es-PE" sz="2000" b="1" dirty="0"/>
              <a:t>“LISTA DE USUARIOS REGISTRADOS” </a:t>
            </a:r>
            <a:r>
              <a:rPr lang="es-PE" sz="2000" dirty="0"/>
              <a:t>Y DESPUES DARLE AL BOTON ELIMINAR. ASI EL REGISTRO YA NO ESTARA EN LA TABLA.</a:t>
            </a:r>
          </a:p>
          <a:p>
            <a:pPr marL="0" indent="0" algn="just">
              <a:buNone/>
            </a:pPr>
            <a:endParaRPr lang="es-PE" sz="2000" dirty="0"/>
          </a:p>
          <a:p>
            <a:pPr marL="0" indent="0" algn="just">
              <a:buNone/>
            </a:pPr>
            <a:r>
              <a:rPr lang="es-PE" sz="2000" dirty="0"/>
              <a:t>SI QUIERES </a:t>
            </a:r>
            <a:r>
              <a:rPr lang="es-PE" sz="2000" dirty="0">
                <a:solidFill>
                  <a:srgbClr val="FF0000"/>
                </a:solidFill>
              </a:rPr>
              <a:t>BUSCAR</a:t>
            </a:r>
            <a:r>
              <a:rPr lang="es-PE" sz="2000" dirty="0"/>
              <a:t> UN REGISTRO POR UN DATO ESPECIFICO DE CUALQUIER CAMPO DE LA TABLA, SOLO TIENES QUE DIGITAR LO QUE DESEAS BUSCAR EN EL CUADRO DE TEXTO, EL TIEMPO DE CARGA ES RAPIDO SIEMPRE Y CUANDO SEA UN ARPOXIMADO DE 5000 REGISTROS SI LA CANTIDAD DE REGISTROS ES MAYOR SERA MAS LENTO EL TIEMPO DE BUSQUEDA.</a:t>
            </a:r>
          </a:p>
          <a:p>
            <a:pPr marL="0" indent="0" algn="just">
              <a:buNone/>
            </a:pPr>
            <a:endParaRPr lang="es-PE" sz="2000" dirty="0"/>
          </a:p>
          <a:p>
            <a:pPr marL="0" indent="0" algn="just">
              <a:buNone/>
            </a:pPr>
            <a:r>
              <a:rPr lang="es-PE" sz="2000" dirty="0">
                <a:solidFill>
                  <a:srgbClr val="FF0000"/>
                </a:solidFill>
              </a:rPr>
              <a:t>NOTA: SOLO LSO BOTONES AGREGAR, MODIFICAR Y ELIMINAR AFECTAN DIRECTAMENTE A LA BASE DE DATOS. EL FILTRO DE BUSQUEDA ES SOLO UNA HERRAMIENTA QUE AYUDA A LAS ACCIONES/BOTONES DE MODIFICAR O ELIMINAR.</a:t>
            </a:r>
          </a:p>
        </p:txBody>
      </p:sp>
    </p:spTree>
    <p:extLst>
      <p:ext uri="{BB962C8B-B14F-4D97-AF65-F5344CB8AC3E}">
        <p14:creationId xmlns:p14="http://schemas.microsoft.com/office/powerpoint/2010/main" val="9196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907570" y="316201"/>
            <a:ext cx="4471097"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CONTROL DE ASISTENCIA</a:t>
            </a:r>
            <a:endParaRPr lang="es-ES" sz="2800" b="1" cap="none" spc="0" dirty="0">
              <a:ln w="0">
                <a:noFill/>
              </a:ln>
              <a:latin typeface="Poppins" panose="00000500000000000000" pitchFamily="2" charset="0"/>
              <a:cs typeface="Poppins" panose="00000500000000000000" pitchFamily="2" charset="0"/>
            </a:endParaRPr>
          </a:p>
        </p:txBody>
      </p:sp>
      <p:sp>
        <p:nvSpPr>
          <p:cNvPr id="15" name="Rectángulo 14">
            <a:extLst>
              <a:ext uri="{FF2B5EF4-FFF2-40B4-BE49-F238E27FC236}">
                <a16:creationId xmlns:a16="http://schemas.microsoft.com/office/drawing/2014/main" id="{A7E31D33-3343-C272-E602-519EB8179B91}"/>
              </a:ext>
            </a:extLst>
          </p:cNvPr>
          <p:cNvSpPr/>
          <p:nvPr/>
        </p:nvSpPr>
        <p:spPr>
          <a:xfrm>
            <a:off x="3189053" y="1302014"/>
            <a:ext cx="8737058" cy="1253839"/>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F17F8443-2BE1-ED58-9BFD-8556CABD39FE}"/>
              </a:ext>
            </a:extLst>
          </p:cNvPr>
          <p:cNvSpPr/>
          <p:nvPr/>
        </p:nvSpPr>
        <p:spPr>
          <a:xfrm>
            <a:off x="3967785" y="1550651"/>
            <a:ext cx="1614546"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Nro. </a:t>
            </a:r>
            <a:r>
              <a:rPr lang="es-ES" sz="1400" b="1" dirty="0">
                <a:ln w="0">
                  <a:noFill/>
                </a:ln>
                <a:solidFill>
                  <a:schemeClr val="accent2"/>
                </a:solidFill>
                <a:latin typeface="Poppins" panose="00000500000000000000" pitchFamily="2" charset="0"/>
                <a:cs typeface="Poppins" panose="00000500000000000000" pitchFamily="2" charset="0"/>
              </a:rPr>
              <a:t>Laboratorio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16" name="Rectángulo: esquinas redondeadas 15">
            <a:extLst>
              <a:ext uri="{FF2B5EF4-FFF2-40B4-BE49-F238E27FC236}">
                <a16:creationId xmlns:a16="http://schemas.microsoft.com/office/drawing/2014/main" id="{2FF510BB-C4F2-A6C2-F64D-F3C1A20BAB2C}"/>
              </a:ext>
            </a:extLst>
          </p:cNvPr>
          <p:cNvSpPr/>
          <p:nvPr/>
        </p:nvSpPr>
        <p:spPr>
          <a:xfrm>
            <a:off x="3442968" y="1047557"/>
            <a:ext cx="2929257"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DATOS DEL LABORATORIO</a:t>
            </a:r>
          </a:p>
        </p:txBody>
      </p:sp>
      <p:sp>
        <p:nvSpPr>
          <p:cNvPr id="19" name="Rectángulo 18">
            <a:extLst>
              <a:ext uri="{FF2B5EF4-FFF2-40B4-BE49-F238E27FC236}">
                <a16:creationId xmlns:a16="http://schemas.microsoft.com/office/drawing/2014/main" id="{3B84EDD1-C5C5-CC6A-8B9D-1FD9DCD4C43C}"/>
              </a:ext>
            </a:extLst>
          </p:cNvPr>
          <p:cNvSpPr/>
          <p:nvPr/>
        </p:nvSpPr>
        <p:spPr>
          <a:xfrm>
            <a:off x="9078821" y="1606145"/>
            <a:ext cx="1175322"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Asignatura</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3" name="Rectángulo 22">
            <a:extLst>
              <a:ext uri="{FF2B5EF4-FFF2-40B4-BE49-F238E27FC236}">
                <a16:creationId xmlns:a16="http://schemas.microsoft.com/office/drawing/2014/main" id="{3119EF95-4EEF-B014-1460-F83B1AC7451B}"/>
              </a:ext>
            </a:extLst>
          </p:cNvPr>
          <p:cNvSpPr/>
          <p:nvPr/>
        </p:nvSpPr>
        <p:spPr>
          <a:xfrm>
            <a:off x="6623331" y="1603121"/>
            <a:ext cx="841897"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Horario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61" name="Rectángulo 60">
            <a:extLst>
              <a:ext uri="{FF2B5EF4-FFF2-40B4-BE49-F238E27FC236}">
                <a16:creationId xmlns:a16="http://schemas.microsoft.com/office/drawing/2014/main" id="{9EC9852E-4840-26C8-6D3C-444EA79F9608}"/>
              </a:ext>
            </a:extLst>
          </p:cNvPr>
          <p:cNvSpPr/>
          <p:nvPr/>
        </p:nvSpPr>
        <p:spPr>
          <a:xfrm>
            <a:off x="10398338" y="2798183"/>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BUSCAR</a:t>
            </a:r>
          </a:p>
        </p:txBody>
      </p:sp>
      <p:pic>
        <p:nvPicPr>
          <p:cNvPr id="63" name="Imagen 62" descr="Icono&#10;&#10;Descripción generada automáticamente">
            <a:extLst>
              <a:ext uri="{FF2B5EF4-FFF2-40B4-BE49-F238E27FC236}">
                <a16:creationId xmlns:a16="http://schemas.microsoft.com/office/drawing/2014/main" id="{67F6E43D-9A4D-A6EB-7A5C-6D35C9F238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49894" y="2903822"/>
            <a:ext cx="438100" cy="438100"/>
          </a:xfrm>
          <a:prstGeom prst="rect">
            <a:avLst/>
          </a:prstGeom>
        </p:spPr>
      </p:pic>
      <p:sp>
        <p:nvSpPr>
          <p:cNvPr id="67" name="Rectángulo 66">
            <a:extLst>
              <a:ext uri="{FF2B5EF4-FFF2-40B4-BE49-F238E27FC236}">
                <a16:creationId xmlns:a16="http://schemas.microsoft.com/office/drawing/2014/main" id="{94CFD72F-5236-F2BA-26E3-C13CCC5A19F7}"/>
              </a:ext>
            </a:extLst>
          </p:cNvPr>
          <p:cNvSpPr/>
          <p:nvPr/>
        </p:nvSpPr>
        <p:spPr>
          <a:xfrm>
            <a:off x="5072115" y="3811724"/>
            <a:ext cx="5076819" cy="199872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68" name="Rectángulo: esquinas redondeadas 67">
            <a:extLst>
              <a:ext uri="{FF2B5EF4-FFF2-40B4-BE49-F238E27FC236}">
                <a16:creationId xmlns:a16="http://schemas.microsoft.com/office/drawing/2014/main" id="{6A2425F1-0E9F-AF83-047E-E27BE97F993C}"/>
              </a:ext>
            </a:extLst>
          </p:cNvPr>
          <p:cNvSpPr/>
          <p:nvPr/>
        </p:nvSpPr>
        <p:spPr>
          <a:xfrm>
            <a:off x="5902076" y="3485821"/>
            <a:ext cx="3416892"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CONFIGURACIÓN AVANZADA</a:t>
            </a:r>
          </a:p>
        </p:txBody>
      </p:sp>
      <p:sp>
        <p:nvSpPr>
          <p:cNvPr id="69" name="Rectángulo 68">
            <a:extLst>
              <a:ext uri="{FF2B5EF4-FFF2-40B4-BE49-F238E27FC236}">
                <a16:creationId xmlns:a16="http://schemas.microsoft.com/office/drawing/2014/main" id="{8225A2AC-024E-2F9A-F560-FF45816F3C9A}"/>
              </a:ext>
            </a:extLst>
          </p:cNvPr>
          <p:cNvSpPr/>
          <p:nvPr/>
        </p:nvSpPr>
        <p:spPr>
          <a:xfrm>
            <a:off x="5233481" y="4191139"/>
            <a:ext cx="4779652" cy="54896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70" name="Rectángulo 69">
            <a:extLst>
              <a:ext uri="{FF2B5EF4-FFF2-40B4-BE49-F238E27FC236}">
                <a16:creationId xmlns:a16="http://schemas.microsoft.com/office/drawing/2014/main" id="{F22C3FCF-1992-8822-6F21-FB5F40E1E7D2}"/>
              </a:ext>
            </a:extLst>
          </p:cNvPr>
          <p:cNvSpPr/>
          <p:nvPr/>
        </p:nvSpPr>
        <p:spPr>
          <a:xfrm>
            <a:off x="5725947" y="4296345"/>
            <a:ext cx="3950120" cy="338554"/>
          </a:xfrm>
          <a:prstGeom prst="rect">
            <a:avLst/>
          </a:prstGeom>
          <a:noFill/>
        </p:spPr>
        <p:txBody>
          <a:bodyPr wrap="none" lIns="91440" tIns="45720" rIns="91440" bIns="45720">
            <a:spAutoFit/>
          </a:bodyPr>
          <a:lstStyle/>
          <a:p>
            <a:pPr algn="ctr"/>
            <a:r>
              <a:rPr lang="es-ES" sz="1600" b="1" dirty="0">
                <a:ln w="0">
                  <a:noFill/>
                </a:ln>
                <a:latin typeface="Poppins" panose="00000500000000000000" pitchFamily="2" charset="0"/>
                <a:cs typeface="Poppins" panose="00000500000000000000" pitchFamily="2" charset="0"/>
              </a:rPr>
              <a:t>ACTUALIZAR DATOS DEL LABORATORIO</a:t>
            </a:r>
            <a:endParaRPr lang="es-ES" sz="1600" b="1" cap="none" spc="0" dirty="0">
              <a:ln w="0">
                <a:noFill/>
              </a:ln>
              <a:latin typeface="Poppins" panose="00000500000000000000" pitchFamily="2" charset="0"/>
              <a:cs typeface="Poppins" panose="00000500000000000000" pitchFamily="2" charset="0"/>
            </a:endParaRPr>
          </a:p>
        </p:txBody>
      </p:sp>
      <p:sp>
        <p:nvSpPr>
          <p:cNvPr id="73" name="Rectángulo 72">
            <a:extLst>
              <a:ext uri="{FF2B5EF4-FFF2-40B4-BE49-F238E27FC236}">
                <a16:creationId xmlns:a16="http://schemas.microsoft.com/office/drawing/2014/main" id="{ED0B8C6A-B04A-C576-2330-847773D26971}"/>
              </a:ext>
            </a:extLst>
          </p:cNvPr>
          <p:cNvSpPr/>
          <p:nvPr/>
        </p:nvSpPr>
        <p:spPr>
          <a:xfrm>
            <a:off x="5233481" y="4977372"/>
            <a:ext cx="4779652" cy="54896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74" name="Rectángulo 73">
            <a:extLst>
              <a:ext uri="{FF2B5EF4-FFF2-40B4-BE49-F238E27FC236}">
                <a16:creationId xmlns:a16="http://schemas.microsoft.com/office/drawing/2014/main" id="{4BB32C69-978D-37CF-020B-98D5BC55072D}"/>
              </a:ext>
            </a:extLst>
          </p:cNvPr>
          <p:cNvSpPr/>
          <p:nvPr/>
        </p:nvSpPr>
        <p:spPr>
          <a:xfrm>
            <a:off x="5871023" y="5081396"/>
            <a:ext cx="3659977" cy="338554"/>
          </a:xfrm>
          <a:prstGeom prst="rect">
            <a:avLst/>
          </a:prstGeom>
          <a:noFill/>
        </p:spPr>
        <p:txBody>
          <a:bodyPr wrap="none" lIns="91440" tIns="45720" rIns="91440" bIns="45720">
            <a:spAutoFit/>
          </a:bodyPr>
          <a:lstStyle/>
          <a:p>
            <a:pPr algn="ctr"/>
            <a:r>
              <a:rPr lang="es-ES" sz="1600" b="1" cap="none" spc="0" dirty="0">
                <a:ln w="0">
                  <a:noFill/>
                </a:ln>
                <a:latin typeface="Poppins" panose="00000500000000000000" pitchFamily="2" charset="0"/>
                <a:cs typeface="Poppins" panose="00000500000000000000" pitchFamily="2" charset="0"/>
              </a:rPr>
              <a:t>REPORTE GENERAL POR AÑO-MESES</a:t>
            </a:r>
          </a:p>
        </p:txBody>
      </p:sp>
      <p:pic>
        <p:nvPicPr>
          <p:cNvPr id="25" name="Imagen 24">
            <a:extLst>
              <a:ext uri="{FF2B5EF4-FFF2-40B4-BE49-F238E27FC236}">
                <a16:creationId xmlns:a16="http://schemas.microsoft.com/office/drawing/2014/main" id="{CA2E73A8-2037-BD84-8C36-FED7E73153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1956" y="1894978"/>
            <a:ext cx="1709138" cy="401571"/>
          </a:xfrm>
          <a:prstGeom prst="rect">
            <a:avLst/>
          </a:prstGeom>
        </p:spPr>
      </p:pic>
      <p:pic>
        <p:nvPicPr>
          <p:cNvPr id="26" name="Imagen 25">
            <a:extLst>
              <a:ext uri="{FF2B5EF4-FFF2-40B4-BE49-F238E27FC236}">
                <a16:creationId xmlns:a16="http://schemas.microsoft.com/office/drawing/2014/main" id="{C8CFEEB5-0F22-BFEE-D4C3-373CF1C421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3013" y="1880562"/>
            <a:ext cx="1709138" cy="401571"/>
          </a:xfrm>
          <a:prstGeom prst="rect">
            <a:avLst/>
          </a:prstGeom>
        </p:spPr>
      </p:pic>
      <p:pic>
        <p:nvPicPr>
          <p:cNvPr id="27" name="Imagen 26">
            <a:extLst>
              <a:ext uri="{FF2B5EF4-FFF2-40B4-BE49-F238E27FC236}">
                <a16:creationId xmlns:a16="http://schemas.microsoft.com/office/drawing/2014/main" id="{FD41E7CB-A3DF-42EB-F5CB-E6BCE5FB5D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0284" y="1910394"/>
            <a:ext cx="1709138" cy="401571"/>
          </a:xfrm>
          <a:prstGeom prst="rect">
            <a:avLst/>
          </a:prstGeom>
        </p:spPr>
      </p:pic>
      <p:sp>
        <p:nvSpPr>
          <p:cNvPr id="2" name="Rectángulo 1">
            <a:extLst>
              <a:ext uri="{FF2B5EF4-FFF2-40B4-BE49-F238E27FC236}">
                <a16:creationId xmlns:a16="http://schemas.microsoft.com/office/drawing/2014/main" id="{0D8B78B4-D03F-34C2-8890-5C457B6CA8E1}"/>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 name="Rectángulo 2">
            <a:extLst>
              <a:ext uri="{FF2B5EF4-FFF2-40B4-BE49-F238E27FC236}">
                <a16:creationId xmlns:a16="http://schemas.microsoft.com/office/drawing/2014/main" id="{01DDDD25-5952-8383-4823-4B90E41130EA}"/>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1" name="Rectángulo 10">
            <a:extLst>
              <a:ext uri="{FF2B5EF4-FFF2-40B4-BE49-F238E27FC236}">
                <a16:creationId xmlns:a16="http://schemas.microsoft.com/office/drawing/2014/main" id="{0AEDDEA2-2633-B9D2-DD89-C9AE4FE59771}"/>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18" name="Rectángulo 17">
            <a:extLst>
              <a:ext uri="{FF2B5EF4-FFF2-40B4-BE49-F238E27FC236}">
                <a16:creationId xmlns:a16="http://schemas.microsoft.com/office/drawing/2014/main" id="{BBADB687-6858-4D0D-6EF4-FCB4F4DDA77A}"/>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20" name="Imagen 19" descr="Icono&#10;&#10;Descripción generada automáticamente">
            <a:extLst>
              <a:ext uri="{FF2B5EF4-FFF2-40B4-BE49-F238E27FC236}">
                <a16:creationId xmlns:a16="http://schemas.microsoft.com/office/drawing/2014/main" id="{1F688C4E-6AB5-92C9-35C1-1F6D8958F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21" name="Rectángulo 20">
            <a:extLst>
              <a:ext uri="{FF2B5EF4-FFF2-40B4-BE49-F238E27FC236}">
                <a16:creationId xmlns:a16="http://schemas.microsoft.com/office/drawing/2014/main" id="{CC1D2802-2F5E-D845-0827-0E545F53A278}"/>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24" name="Rectángulo 23">
            <a:extLst>
              <a:ext uri="{FF2B5EF4-FFF2-40B4-BE49-F238E27FC236}">
                <a16:creationId xmlns:a16="http://schemas.microsoft.com/office/drawing/2014/main" id="{3965B762-6925-B872-EA64-1CD6DE6AE53A}"/>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28" name="Rectángulo 27">
            <a:extLst>
              <a:ext uri="{FF2B5EF4-FFF2-40B4-BE49-F238E27FC236}">
                <a16:creationId xmlns:a16="http://schemas.microsoft.com/office/drawing/2014/main" id="{B4BCC674-5B5F-4DC7-2A42-6CD2B0AE4819}"/>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29" name="Rectángulo 28">
            <a:extLst>
              <a:ext uri="{FF2B5EF4-FFF2-40B4-BE49-F238E27FC236}">
                <a16:creationId xmlns:a16="http://schemas.microsoft.com/office/drawing/2014/main" id="{CC85BA98-D454-15AB-C75E-3B8C617D9232}"/>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31" name="Imagen 30" descr="Dibujo de un animal con la boca abierta&#10;&#10;Descripción generada automáticamente con confianza baja">
            <a:extLst>
              <a:ext uri="{FF2B5EF4-FFF2-40B4-BE49-F238E27FC236}">
                <a16:creationId xmlns:a16="http://schemas.microsoft.com/office/drawing/2014/main" id="{0B0FB7D9-7768-BD1F-8C13-585C2771F0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1789480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907570" y="316201"/>
            <a:ext cx="4471097"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CONTROL DE ASISTENCIA</a:t>
            </a:r>
            <a:endParaRPr lang="es-ES" sz="2800" b="1" cap="none" spc="0" dirty="0">
              <a:ln w="0">
                <a:noFill/>
              </a:ln>
              <a:latin typeface="Poppins" panose="00000500000000000000" pitchFamily="2" charset="0"/>
              <a:cs typeface="Poppins" panose="00000500000000000000" pitchFamily="2" charset="0"/>
            </a:endParaRPr>
          </a:p>
        </p:txBody>
      </p:sp>
      <p:sp>
        <p:nvSpPr>
          <p:cNvPr id="10" name="Rectángulo 9">
            <a:extLst>
              <a:ext uri="{FF2B5EF4-FFF2-40B4-BE49-F238E27FC236}">
                <a16:creationId xmlns:a16="http://schemas.microsoft.com/office/drawing/2014/main" id="{93593EA5-E513-AB1E-867F-556B9CE19BB8}"/>
              </a:ext>
            </a:extLst>
          </p:cNvPr>
          <p:cNvSpPr>
            <a:spLocks noGrp="1" noRot="1" noMove="1" noResize="1" noEditPoints="1" noAdjustHandles="1" noChangeArrowheads="1" noChangeShapeType="1"/>
          </p:cNvSpPr>
          <p:nvPr/>
        </p:nvSpPr>
        <p:spPr>
          <a:xfrm>
            <a:off x="2933031" y="1167319"/>
            <a:ext cx="8737058" cy="5541297"/>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2" name="Rectángulo: esquinas redondeadas 11">
            <a:extLst>
              <a:ext uri="{FF2B5EF4-FFF2-40B4-BE49-F238E27FC236}">
                <a16:creationId xmlns:a16="http://schemas.microsoft.com/office/drawing/2014/main" id="{BFF866AC-8F2A-35D6-4074-DB71B8C6E7AD}"/>
              </a:ext>
            </a:extLst>
          </p:cNvPr>
          <p:cNvSpPr/>
          <p:nvPr/>
        </p:nvSpPr>
        <p:spPr>
          <a:xfrm>
            <a:off x="3164807" y="958641"/>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REGISTRO DE LA CLASE</a:t>
            </a:r>
          </a:p>
        </p:txBody>
      </p:sp>
      <p:sp>
        <p:nvSpPr>
          <p:cNvPr id="29" name="Rectángulo 28">
            <a:extLst>
              <a:ext uri="{FF2B5EF4-FFF2-40B4-BE49-F238E27FC236}">
                <a16:creationId xmlns:a16="http://schemas.microsoft.com/office/drawing/2014/main" id="{7355AAD9-7939-2EBE-7E60-DB418298A0D2}"/>
              </a:ext>
            </a:extLst>
          </p:cNvPr>
          <p:cNvSpPr/>
          <p:nvPr/>
        </p:nvSpPr>
        <p:spPr>
          <a:xfrm>
            <a:off x="3219438" y="1725643"/>
            <a:ext cx="8737059" cy="307777"/>
          </a:xfrm>
          <a:prstGeom prst="rect">
            <a:avLst/>
          </a:prstGeom>
          <a:noFill/>
        </p:spPr>
        <p:txBody>
          <a:bodyPr wrap="square" lIns="91440" tIns="45720" rIns="91440" bIns="45720">
            <a:spAutoFit/>
          </a:bodyPr>
          <a:lstStyle/>
          <a:p>
            <a:pPr algn="just"/>
            <a:r>
              <a:rPr lang="es-ES" sz="1400" b="1" cap="none" spc="0" dirty="0">
                <a:ln w="0">
                  <a:noFill/>
                </a:ln>
                <a:latin typeface="Poppins" panose="00000500000000000000" pitchFamily="2" charset="0"/>
                <a:cs typeface="Poppins" panose="00000500000000000000" pitchFamily="2" charset="0"/>
              </a:rPr>
              <a:t>DOCENTE: IVAN CARLO PETERLICK AZABACHE</a:t>
            </a:r>
          </a:p>
        </p:txBody>
      </p:sp>
      <p:cxnSp>
        <p:nvCxnSpPr>
          <p:cNvPr id="31" name="Conector recto 30">
            <a:extLst>
              <a:ext uri="{FF2B5EF4-FFF2-40B4-BE49-F238E27FC236}">
                <a16:creationId xmlns:a16="http://schemas.microsoft.com/office/drawing/2014/main" id="{A484B0AC-C37F-5B39-75A2-E06B16CDEA0D}"/>
              </a:ext>
            </a:extLst>
          </p:cNvPr>
          <p:cNvCxnSpPr>
            <a:cxnSpLocks/>
          </p:cNvCxnSpPr>
          <p:nvPr/>
        </p:nvCxnSpPr>
        <p:spPr>
          <a:xfrm>
            <a:off x="2933030" y="3116120"/>
            <a:ext cx="8737059" cy="0"/>
          </a:xfrm>
          <a:prstGeom prst="line">
            <a:avLst/>
          </a:prstGeom>
        </p:spPr>
        <p:style>
          <a:lnRef idx="2">
            <a:schemeClr val="dk1"/>
          </a:lnRef>
          <a:fillRef idx="0">
            <a:schemeClr val="dk1"/>
          </a:fillRef>
          <a:effectRef idx="1">
            <a:schemeClr val="dk1"/>
          </a:effectRef>
          <a:fontRef idx="minor">
            <a:schemeClr val="tx1"/>
          </a:fontRef>
        </p:style>
      </p:cxnSp>
      <p:sp>
        <p:nvSpPr>
          <p:cNvPr id="13" name="Rectángulo 12">
            <a:extLst>
              <a:ext uri="{FF2B5EF4-FFF2-40B4-BE49-F238E27FC236}">
                <a16:creationId xmlns:a16="http://schemas.microsoft.com/office/drawing/2014/main" id="{85BAAFE6-BAC0-295B-E8A5-DFCFA8FB320C}"/>
              </a:ext>
            </a:extLst>
          </p:cNvPr>
          <p:cNvSpPr/>
          <p:nvPr/>
        </p:nvSpPr>
        <p:spPr>
          <a:xfrm>
            <a:off x="4288875" y="2828465"/>
            <a:ext cx="7977519"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  CODIGO              NOMBRES              APELLIDOS            ASISTENCIA      </a:t>
            </a:r>
            <a:endParaRPr lang="es-ES" sz="1400" b="1" cap="none" spc="0" dirty="0">
              <a:ln w="0">
                <a:noFill/>
              </a:ln>
              <a:latin typeface="Poppins" panose="00000500000000000000" pitchFamily="2" charset="0"/>
              <a:cs typeface="Poppins" panose="00000500000000000000" pitchFamily="2" charset="0"/>
            </a:endParaRPr>
          </a:p>
        </p:txBody>
      </p:sp>
      <p:cxnSp>
        <p:nvCxnSpPr>
          <p:cNvPr id="38" name="Conector recto 37">
            <a:extLst>
              <a:ext uri="{FF2B5EF4-FFF2-40B4-BE49-F238E27FC236}">
                <a16:creationId xmlns:a16="http://schemas.microsoft.com/office/drawing/2014/main" id="{3851FFC1-E5FF-9590-A8F8-2CE256E8A21D}"/>
              </a:ext>
            </a:extLst>
          </p:cNvPr>
          <p:cNvCxnSpPr>
            <a:cxnSpLocks/>
          </p:cNvCxnSpPr>
          <p:nvPr/>
        </p:nvCxnSpPr>
        <p:spPr>
          <a:xfrm>
            <a:off x="2933030" y="2816641"/>
            <a:ext cx="8737059" cy="0"/>
          </a:xfrm>
          <a:prstGeom prst="line">
            <a:avLst/>
          </a:prstGeom>
        </p:spPr>
        <p:style>
          <a:lnRef idx="2">
            <a:schemeClr val="dk1"/>
          </a:lnRef>
          <a:fillRef idx="0">
            <a:schemeClr val="dk1"/>
          </a:fillRef>
          <a:effectRef idx="1">
            <a:schemeClr val="dk1"/>
          </a:effectRef>
          <a:fontRef idx="minor">
            <a:schemeClr val="tx1"/>
          </a:fontRef>
        </p:style>
      </p:cxnSp>
      <p:sp>
        <p:nvSpPr>
          <p:cNvPr id="41" name="Rectángulo 40">
            <a:extLst>
              <a:ext uri="{FF2B5EF4-FFF2-40B4-BE49-F238E27FC236}">
                <a16:creationId xmlns:a16="http://schemas.microsoft.com/office/drawing/2014/main" id="{DE3B18C4-7BB2-878C-8C4C-5E1B43E6EE98}"/>
              </a:ext>
            </a:extLst>
          </p:cNvPr>
          <p:cNvSpPr/>
          <p:nvPr/>
        </p:nvSpPr>
        <p:spPr>
          <a:xfrm>
            <a:off x="8156947" y="1945534"/>
            <a:ext cx="653781" cy="3708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47" name="Rectángulo 46">
            <a:extLst>
              <a:ext uri="{FF2B5EF4-FFF2-40B4-BE49-F238E27FC236}">
                <a16:creationId xmlns:a16="http://schemas.microsoft.com/office/drawing/2014/main" id="{24A76CBC-00B4-FC42-117B-16A076E9B910}"/>
              </a:ext>
            </a:extLst>
          </p:cNvPr>
          <p:cNvSpPr/>
          <p:nvPr/>
        </p:nvSpPr>
        <p:spPr>
          <a:xfrm>
            <a:off x="9092214" y="1952652"/>
            <a:ext cx="653781" cy="369762"/>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48" name="Rectángulo 47">
            <a:extLst>
              <a:ext uri="{FF2B5EF4-FFF2-40B4-BE49-F238E27FC236}">
                <a16:creationId xmlns:a16="http://schemas.microsoft.com/office/drawing/2014/main" id="{1D8034EA-0CBC-3F0E-4B89-7B3E36904954}"/>
              </a:ext>
            </a:extLst>
          </p:cNvPr>
          <p:cNvSpPr/>
          <p:nvPr/>
        </p:nvSpPr>
        <p:spPr>
          <a:xfrm>
            <a:off x="8077736" y="1640312"/>
            <a:ext cx="788999" cy="307777"/>
          </a:xfrm>
          <a:prstGeom prst="rect">
            <a:avLst/>
          </a:prstGeom>
          <a:noFill/>
        </p:spPr>
        <p:txBody>
          <a:bodyPr wrap="none" lIns="91440" tIns="45720" rIns="91440" bIns="45720">
            <a:spAutoFit/>
          </a:bodyPr>
          <a:lstStyle/>
          <a:p>
            <a:pPr algn="ctr"/>
            <a:r>
              <a:rPr lang="es-ES" sz="1400" b="1" cap="none" spc="0" dirty="0">
                <a:ln w="0">
                  <a:noFill/>
                </a:ln>
                <a:latin typeface="Poppins" panose="00000500000000000000" pitchFamily="2" charset="0"/>
                <a:cs typeface="Poppins" panose="00000500000000000000" pitchFamily="2" charset="0"/>
              </a:rPr>
              <a:t>DIA: XX</a:t>
            </a:r>
          </a:p>
        </p:txBody>
      </p:sp>
      <p:sp>
        <p:nvSpPr>
          <p:cNvPr id="49" name="Rectángulo 48">
            <a:extLst>
              <a:ext uri="{FF2B5EF4-FFF2-40B4-BE49-F238E27FC236}">
                <a16:creationId xmlns:a16="http://schemas.microsoft.com/office/drawing/2014/main" id="{16FA6FDE-E4BD-73CC-74F2-56EAB8FBFE49}"/>
              </a:ext>
            </a:extLst>
          </p:cNvPr>
          <p:cNvSpPr/>
          <p:nvPr/>
        </p:nvSpPr>
        <p:spPr>
          <a:xfrm>
            <a:off x="8994147" y="1645664"/>
            <a:ext cx="849913" cy="307777"/>
          </a:xfrm>
          <a:prstGeom prst="rect">
            <a:avLst/>
          </a:prstGeom>
          <a:noFill/>
        </p:spPr>
        <p:txBody>
          <a:bodyPr wrap="none" lIns="91440" tIns="45720" rIns="91440" bIns="45720">
            <a:spAutoFit/>
          </a:bodyPr>
          <a:lstStyle/>
          <a:p>
            <a:pPr algn="ctr"/>
            <a:r>
              <a:rPr lang="es-ES" sz="1400" b="1" dirty="0">
                <a:ln w="0">
                  <a:noFill/>
                </a:ln>
                <a:latin typeface="Poppins" panose="00000500000000000000" pitchFamily="2" charset="0"/>
                <a:cs typeface="Poppins" panose="00000500000000000000" pitchFamily="2" charset="0"/>
              </a:rPr>
              <a:t>MES</a:t>
            </a:r>
            <a:r>
              <a:rPr lang="es-ES" sz="1400" b="1" cap="none" spc="0" dirty="0">
                <a:ln w="0">
                  <a:noFill/>
                </a:ln>
                <a:latin typeface="Poppins" panose="00000500000000000000" pitchFamily="2" charset="0"/>
                <a:cs typeface="Poppins" panose="00000500000000000000" pitchFamily="2" charset="0"/>
              </a:rPr>
              <a:t>: XX</a:t>
            </a:r>
          </a:p>
        </p:txBody>
      </p:sp>
      <p:sp>
        <p:nvSpPr>
          <p:cNvPr id="50" name="Rectángulo 49">
            <a:extLst>
              <a:ext uri="{FF2B5EF4-FFF2-40B4-BE49-F238E27FC236}">
                <a16:creationId xmlns:a16="http://schemas.microsoft.com/office/drawing/2014/main" id="{599F2DC9-FF1A-46D9-EBAA-BFD662357D7B}"/>
              </a:ext>
            </a:extLst>
          </p:cNvPr>
          <p:cNvSpPr/>
          <p:nvPr/>
        </p:nvSpPr>
        <p:spPr>
          <a:xfrm>
            <a:off x="10053186" y="1965485"/>
            <a:ext cx="1007917" cy="3708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1" name="Rectángulo 50">
            <a:extLst>
              <a:ext uri="{FF2B5EF4-FFF2-40B4-BE49-F238E27FC236}">
                <a16:creationId xmlns:a16="http://schemas.microsoft.com/office/drawing/2014/main" id="{FE0EF9F1-79D7-822A-DD41-AE0D82808A88}"/>
              </a:ext>
            </a:extLst>
          </p:cNvPr>
          <p:cNvSpPr/>
          <p:nvPr/>
        </p:nvSpPr>
        <p:spPr>
          <a:xfrm>
            <a:off x="10002344" y="1621238"/>
            <a:ext cx="1109599" cy="307777"/>
          </a:xfrm>
          <a:prstGeom prst="rect">
            <a:avLst/>
          </a:prstGeom>
          <a:noFill/>
        </p:spPr>
        <p:txBody>
          <a:bodyPr wrap="none" lIns="91440" tIns="45720" rIns="91440" bIns="45720">
            <a:spAutoFit/>
          </a:bodyPr>
          <a:lstStyle/>
          <a:p>
            <a:pPr algn="ctr"/>
            <a:r>
              <a:rPr lang="es-ES" sz="1400" b="1" cap="none" spc="0" dirty="0">
                <a:ln w="0">
                  <a:noFill/>
                </a:ln>
                <a:latin typeface="Poppins" panose="00000500000000000000" pitchFamily="2" charset="0"/>
                <a:cs typeface="Poppins" panose="00000500000000000000" pitchFamily="2" charset="0"/>
              </a:rPr>
              <a:t>AÑO: XXXX</a:t>
            </a:r>
          </a:p>
        </p:txBody>
      </p:sp>
      <p:pic>
        <p:nvPicPr>
          <p:cNvPr id="53" name="Imagen 52" descr="Forma&#10;&#10;Descripción generada automáticamente con confianza baja">
            <a:extLst>
              <a:ext uri="{FF2B5EF4-FFF2-40B4-BE49-F238E27FC236}">
                <a16:creationId xmlns:a16="http://schemas.microsoft.com/office/drawing/2014/main" id="{6552D837-A1AB-560C-49D7-B847BF72B5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1418" y="1704891"/>
            <a:ext cx="298394" cy="298394"/>
          </a:xfrm>
          <a:prstGeom prst="rect">
            <a:avLst/>
          </a:prstGeom>
        </p:spPr>
      </p:pic>
      <p:graphicFrame>
        <p:nvGraphicFramePr>
          <p:cNvPr id="54" name="Tabla 53">
            <a:extLst>
              <a:ext uri="{FF2B5EF4-FFF2-40B4-BE49-F238E27FC236}">
                <a16:creationId xmlns:a16="http://schemas.microsoft.com/office/drawing/2014/main" id="{89FE867B-3E89-A44C-E6C0-06C93D8CEC59}"/>
              </a:ext>
            </a:extLst>
          </p:cNvPr>
          <p:cNvGraphicFramePr>
            <a:graphicFrameLocks noGrp="1"/>
          </p:cNvGraphicFramePr>
          <p:nvPr>
            <p:extLst>
              <p:ext uri="{D42A27DB-BD31-4B8C-83A1-F6EECF244321}">
                <p14:modId xmlns:p14="http://schemas.microsoft.com/office/powerpoint/2010/main" val="2541791441"/>
              </p:ext>
            </p:extLst>
          </p:nvPr>
        </p:nvGraphicFramePr>
        <p:xfrm>
          <a:off x="4297928" y="3378186"/>
          <a:ext cx="5703720" cy="1706604"/>
        </p:xfrm>
        <a:graphic>
          <a:graphicData uri="http://schemas.openxmlformats.org/drawingml/2006/table">
            <a:tbl>
              <a:tblPr firstRow="1" bandRow="1">
                <a:tableStyleId>{5940675A-B579-460E-94D1-54222C63F5DA}</a:tableStyleId>
              </a:tblPr>
              <a:tblGrid>
                <a:gridCol w="1425930">
                  <a:extLst>
                    <a:ext uri="{9D8B030D-6E8A-4147-A177-3AD203B41FA5}">
                      <a16:colId xmlns:a16="http://schemas.microsoft.com/office/drawing/2014/main" val="555817415"/>
                    </a:ext>
                  </a:extLst>
                </a:gridCol>
                <a:gridCol w="1425930">
                  <a:extLst>
                    <a:ext uri="{9D8B030D-6E8A-4147-A177-3AD203B41FA5}">
                      <a16:colId xmlns:a16="http://schemas.microsoft.com/office/drawing/2014/main" val="1027861236"/>
                    </a:ext>
                  </a:extLst>
                </a:gridCol>
                <a:gridCol w="1425930">
                  <a:extLst>
                    <a:ext uri="{9D8B030D-6E8A-4147-A177-3AD203B41FA5}">
                      <a16:colId xmlns:a16="http://schemas.microsoft.com/office/drawing/2014/main" val="3423030664"/>
                    </a:ext>
                  </a:extLst>
                </a:gridCol>
                <a:gridCol w="1425930">
                  <a:extLst>
                    <a:ext uri="{9D8B030D-6E8A-4147-A177-3AD203B41FA5}">
                      <a16:colId xmlns:a16="http://schemas.microsoft.com/office/drawing/2014/main" val="455740313"/>
                    </a:ext>
                  </a:extLst>
                </a:gridCol>
              </a:tblGrid>
              <a:tr h="426651">
                <a:tc>
                  <a:txBody>
                    <a:bodyPr/>
                    <a:lstStyle/>
                    <a:p>
                      <a:r>
                        <a:rPr lang="es-PE" dirty="0"/>
                        <a:t>202369874</a:t>
                      </a:r>
                    </a:p>
                  </a:txBody>
                  <a:tcPr/>
                </a:tc>
                <a:tc>
                  <a:txBody>
                    <a:bodyPr/>
                    <a:lstStyle/>
                    <a:p>
                      <a:r>
                        <a:rPr lang="es-PE" dirty="0"/>
                        <a:t>ENZO</a:t>
                      </a:r>
                    </a:p>
                  </a:txBody>
                  <a:tcPr/>
                </a:tc>
                <a:tc>
                  <a:txBody>
                    <a:bodyPr/>
                    <a:lstStyle/>
                    <a:p>
                      <a:r>
                        <a:rPr lang="es-PE" dirty="0"/>
                        <a:t>ZAMORA</a:t>
                      </a:r>
                    </a:p>
                  </a:txBody>
                  <a:tcPr/>
                </a:tc>
                <a:tc>
                  <a:txBody>
                    <a:bodyPr/>
                    <a:lstStyle/>
                    <a:p>
                      <a:endParaRPr lang="es-PE" dirty="0"/>
                    </a:p>
                  </a:txBody>
                  <a:tcPr/>
                </a:tc>
                <a:extLst>
                  <a:ext uri="{0D108BD9-81ED-4DB2-BD59-A6C34878D82A}">
                    <a16:rowId xmlns:a16="http://schemas.microsoft.com/office/drawing/2014/main" val="2876049237"/>
                  </a:ext>
                </a:extLst>
              </a:tr>
              <a:tr h="4266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202369874</a:t>
                      </a:r>
                    </a:p>
                  </a:txBody>
                  <a:tcPr/>
                </a:tc>
                <a:tc>
                  <a:txBody>
                    <a:bodyPr/>
                    <a:lstStyle/>
                    <a:p>
                      <a:r>
                        <a:rPr lang="es-PE" dirty="0"/>
                        <a:t>MARCO</a:t>
                      </a:r>
                    </a:p>
                  </a:txBody>
                  <a:tcPr/>
                </a:tc>
                <a:tc>
                  <a:txBody>
                    <a:bodyPr/>
                    <a:lstStyle/>
                    <a:p>
                      <a:r>
                        <a:rPr lang="es-PE" dirty="0"/>
                        <a:t>ZARATE</a:t>
                      </a:r>
                    </a:p>
                  </a:txBody>
                  <a:tcPr/>
                </a:tc>
                <a:tc>
                  <a:txBody>
                    <a:bodyPr/>
                    <a:lstStyle/>
                    <a:p>
                      <a:endParaRPr lang="es-PE" dirty="0"/>
                    </a:p>
                  </a:txBody>
                  <a:tcPr/>
                </a:tc>
                <a:extLst>
                  <a:ext uri="{0D108BD9-81ED-4DB2-BD59-A6C34878D82A}">
                    <a16:rowId xmlns:a16="http://schemas.microsoft.com/office/drawing/2014/main" val="2105987175"/>
                  </a:ext>
                </a:extLst>
              </a:tr>
              <a:tr h="4266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202369874</a:t>
                      </a:r>
                    </a:p>
                  </a:txBody>
                  <a:tcPr/>
                </a:tc>
                <a:tc>
                  <a:txBody>
                    <a:bodyPr/>
                    <a:lstStyle/>
                    <a:p>
                      <a:r>
                        <a:rPr lang="es-PE" dirty="0"/>
                        <a:t>NEIL</a:t>
                      </a:r>
                    </a:p>
                  </a:txBody>
                  <a:tcPr/>
                </a:tc>
                <a:tc>
                  <a:txBody>
                    <a:bodyPr/>
                    <a:lstStyle/>
                    <a:p>
                      <a:r>
                        <a:rPr lang="es-PE" dirty="0"/>
                        <a:t>CASAVILCA</a:t>
                      </a:r>
                    </a:p>
                  </a:txBody>
                  <a:tcPr/>
                </a:tc>
                <a:tc>
                  <a:txBody>
                    <a:bodyPr/>
                    <a:lstStyle/>
                    <a:p>
                      <a:endParaRPr lang="es-PE"/>
                    </a:p>
                  </a:txBody>
                  <a:tcPr/>
                </a:tc>
                <a:extLst>
                  <a:ext uri="{0D108BD9-81ED-4DB2-BD59-A6C34878D82A}">
                    <a16:rowId xmlns:a16="http://schemas.microsoft.com/office/drawing/2014/main" val="1107228305"/>
                  </a:ext>
                </a:extLst>
              </a:tr>
              <a:tr h="4266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202369874</a:t>
                      </a:r>
                    </a:p>
                  </a:txBody>
                  <a:tcPr/>
                </a:tc>
                <a:tc>
                  <a:txBody>
                    <a:bodyPr/>
                    <a:lstStyle/>
                    <a:p>
                      <a:r>
                        <a:rPr lang="es-PE" dirty="0"/>
                        <a:t>FRANCISCO</a:t>
                      </a:r>
                    </a:p>
                  </a:txBody>
                  <a:tcPr/>
                </a:tc>
                <a:tc>
                  <a:txBody>
                    <a:bodyPr/>
                    <a:lstStyle/>
                    <a:p>
                      <a:r>
                        <a:rPr lang="es-PE" dirty="0"/>
                        <a:t>MORALES</a:t>
                      </a:r>
                    </a:p>
                  </a:txBody>
                  <a:tcPr/>
                </a:tc>
                <a:tc>
                  <a:txBody>
                    <a:bodyPr/>
                    <a:lstStyle/>
                    <a:p>
                      <a:endParaRPr lang="es-PE" dirty="0"/>
                    </a:p>
                  </a:txBody>
                  <a:tcPr/>
                </a:tc>
                <a:extLst>
                  <a:ext uri="{0D108BD9-81ED-4DB2-BD59-A6C34878D82A}">
                    <a16:rowId xmlns:a16="http://schemas.microsoft.com/office/drawing/2014/main" val="2862948228"/>
                  </a:ext>
                </a:extLst>
              </a:tr>
            </a:tbl>
          </a:graphicData>
        </a:graphic>
      </p:graphicFrame>
      <p:pic>
        <p:nvPicPr>
          <p:cNvPr id="55" name="Imagen 54" descr="Forma&#10;&#10;Descripción generada automáticamente con confianza baja">
            <a:extLst>
              <a:ext uri="{FF2B5EF4-FFF2-40B4-BE49-F238E27FC236}">
                <a16:creationId xmlns:a16="http://schemas.microsoft.com/office/drawing/2014/main" id="{69597DFF-2FC1-272E-1101-7CAF241FBD5F}"/>
              </a:ext>
            </a:extLst>
          </p:cNvPr>
          <p:cNvPicPr>
            <a:picLocks noChangeAspect="1"/>
          </p:cNvPicPr>
          <p:nvPr/>
        </p:nvPicPr>
        <p:blipFill>
          <a:blip r:embed="rId5">
            <a:extLst>
              <a:ext uri="{28A0092B-C50C-407E-A947-70E740481C1C}">
                <a14:useLocalDpi xmlns:a14="http://schemas.microsoft.com/office/drawing/2010/main" val="0"/>
              </a:ext>
            </a:extLst>
          </a:blip>
          <a:srcRect l="40542" r="40180"/>
          <a:stretch/>
        </p:blipFill>
        <p:spPr>
          <a:xfrm>
            <a:off x="11412071" y="3116120"/>
            <a:ext cx="258017" cy="3602414"/>
          </a:xfrm>
          <a:prstGeom prst="rect">
            <a:avLst/>
          </a:prstGeom>
        </p:spPr>
      </p:pic>
      <p:sp>
        <p:nvSpPr>
          <p:cNvPr id="57" name="Rectángulo 56">
            <a:extLst>
              <a:ext uri="{FF2B5EF4-FFF2-40B4-BE49-F238E27FC236}">
                <a16:creationId xmlns:a16="http://schemas.microsoft.com/office/drawing/2014/main" id="{D6E61670-749D-9C9B-8617-1B26A9F312D6}"/>
              </a:ext>
            </a:extLst>
          </p:cNvPr>
          <p:cNvSpPr/>
          <p:nvPr/>
        </p:nvSpPr>
        <p:spPr>
          <a:xfrm>
            <a:off x="9145048" y="3877637"/>
            <a:ext cx="242611" cy="2307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8" name="Rectángulo 57">
            <a:extLst>
              <a:ext uri="{FF2B5EF4-FFF2-40B4-BE49-F238E27FC236}">
                <a16:creationId xmlns:a16="http://schemas.microsoft.com/office/drawing/2014/main" id="{2A0E07B4-568B-C352-DC04-66F6A6C2976B}"/>
              </a:ext>
            </a:extLst>
          </p:cNvPr>
          <p:cNvSpPr/>
          <p:nvPr/>
        </p:nvSpPr>
        <p:spPr>
          <a:xfrm>
            <a:off x="9145048" y="4347236"/>
            <a:ext cx="242611" cy="2307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9" name="Rectángulo 58">
            <a:extLst>
              <a:ext uri="{FF2B5EF4-FFF2-40B4-BE49-F238E27FC236}">
                <a16:creationId xmlns:a16="http://schemas.microsoft.com/office/drawing/2014/main" id="{F06CA848-BC24-70B8-4770-40BF1E4427F7}"/>
              </a:ext>
            </a:extLst>
          </p:cNvPr>
          <p:cNvSpPr/>
          <p:nvPr/>
        </p:nvSpPr>
        <p:spPr>
          <a:xfrm>
            <a:off x="9145048" y="3458537"/>
            <a:ext cx="242611" cy="2307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60" name="Rectángulo 59">
            <a:extLst>
              <a:ext uri="{FF2B5EF4-FFF2-40B4-BE49-F238E27FC236}">
                <a16:creationId xmlns:a16="http://schemas.microsoft.com/office/drawing/2014/main" id="{16D96C09-0B99-4B04-768F-BB10591E8B6D}"/>
              </a:ext>
            </a:extLst>
          </p:cNvPr>
          <p:cNvSpPr/>
          <p:nvPr/>
        </p:nvSpPr>
        <p:spPr>
          <a:xfrm>
            <a:off x="9145048" y="4768947"/>
            <a:ext cx="242611" cy="2307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62" name="Rectángulo 61">
            <a:extLst>
              <a:ext uri="{FF2B5EF4-FFF2-40B4-BE49-F238E27FC236}">
                <a16:creationId xmlns:a16="http://schemas.microsoft.com/office/drawing/2014/main" id="{7E6BC861-14AE-3EAD-22C8-27F756AF58F2}"/>
              </a:ext>
            </a:extLst>
          </p:cNvPr>
          <p:cNvSpPr/>
          <p:nvPr/>
        </p:nvSpPr>
        <p:spPr>
          <a:xfrm>
            <a:off x="3210244" y="2013203"/>
            <a:ext cx="8737059" cy="307777"/>
          </a:xfrm>
          <a:prstGeom prst="rect">
            <a:avLst/>
          </a:prstGeom>
          <a:noFill/>
        </p:spPr>
        <p:txBody>
          <a:bodyPr wrap="square" lIns="91440" tIns="45720" rIns="91440" bIns="45720">
            <a:spAutoFit/>
          </a:bodyPr>
          <a:lstStyle/>
          <a:p>
            <a:pPr algn="just"/>
            <a:r>
              <a:rPr lang="es-ES" sz="1400" b="1" cap="none" spc="0" dirty="0">
                <a:ln w="0">
                  <a:noFill/>
                </a:ln>
                <a:latin typeface="Poppins" panose="00000500000000000000" pitchFamily="2" charset="0"/>
                <a:cs typeface="Poppins" panose="00000500000000000000" pitchFamily="2" charset="0"/>
              </a:rPr>
              <a:t>ASIGNATURA: PROGRAMACION APLICADA III</a:t>
            </a:r>
          </a:p>
        </p:txBody>
      </p:sp>
      <p:sp>
        <p:nvSpPr>
          <p:cNvPr id="3" name="Rectángulo 2">
            <a:extLst>
              <a:ext uri="{FF2B5EF4-FFF2-40B4-BE49-F238E27FC236}">
                <a16:creationId xmlns:a16="http://schemas.microsoft.com/office/drawing/2014/main" id="{61F2ACFC-5EA2-3295-02B8-5C06E85C173C}"/>
              </a:ext>
            </a:extLst>
          </p:cNvPr>
          <p:cNvSpPr/>
          <p:nvPr/>
        </p:nvSpPr>
        <p:spPr>
          <a:xfrm>
            <a:off x="9879739" y="385924"/>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GUARDAR</a:t>
            </a:r>
          </a:p>
        </p:txBody>
      </p:sp>
      <p:sp>
        <p:nvSpPr>
          <p:cNvPr id="8" name="Rectángulo 7">
            <a:extLst>
              <a:ext uri="{FF2B5EF4-FFF2-40B4-BE49-F238E27FC236}">
                <a16:creationId xmlns:a16="http://schemas.microsoft.com/office/drawing/2014/main" id="{8B8672B9-A5E5-E0B9-2EA9-B8DD3EAAB6A8}"/>
              </a:ext>
            </a:extLst>
          </p:cNvPr>
          <p:cNvSpPr/>
          <p:nvPr/>
        </p:nvSpPr>
        <p:spPr>
          <a:xfrm>
            <a:off x="8066100" y="385923"/>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REGRESAR</a:t>
            </a:r>
          </a:p>
        </p:txBody>
      </p:sp>
      <p:sp>
        <p:nvSpPr>
          <p:cNvPr id="22" name="Rectángulo 21">
            <a:extLst>
              <a:ext uri="{FF2B5EF4-FFF2-40B4-BE49-F238E27FC236}">
                <a16:creationId xmlns:a16="http://schemas.microsoft.com/office/drawing/2014/main" id="{FF2FC478-AF02-AF25-BEFE-F1FCA126E578}"/>
              </a:ext>
            </a:extLst>
          </p:cNvPr>
          <p:cNvSpPr/>
          <p:nvPr/>
        </p:nvSpPr>
        <p:spPr>
          <a:xfrm>
            <a:off x="3210244" y="1461744"/>
            <a:ext cx="8737059"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NRO. LABORATORIO: 1</a:t>
            </a:r>
            <a:endParaRPr lang="es-ES" sz="1400" b="1" cap="none" spc="0" dirty="0">
              <a:ln w="0">
                <a:noFill/>
              </a:ln>
              <a:latin typeface="Poppins" panose="00000500000000000000" pitchFamily="2" charset="0"/>
              <a:cs typeface="Poppins" panose="00000500000000000000" pitchFamily="2" charset="0"/>
            </a:endParaRPr>
          </a:p>
        </p:txBody>
      </p:sp>
      <p:sp>
        <p:nvSpPr>
          <p:cNvPr id="24" name="Rectángulo 23">
            <a:extLst>
              <a:ext uri="{FF2B5EF4-FFF2-40B4-BE49-F238E27FC236}">
                <a16:creationId xmlns:a16="http://schemas.microsoft.com/office/drawing/2014/main" id="{10ADE8BC-8EEA-6C1E-A2C9-738B1033DA53}"/>
              </a:ext>
            </a:extLst>
          </p:cNvPr>
          <p:cNvSpPr/>
          <p:nvPr/>
        </p:nvSpPr>
        <p:spPr>
          <a:xfrm>
            <a:off x="3234140" y="2283879"/>
            <a:ext cx="8737059" cy="307777"/>
          </a:xfrm>
          <a:prstGeom prst="rect">
            <a:avLst/>
          </a:prstGeom>
          <a:noFill/>
        </p:spPr>
        <p:txBody>
          <a:bodyPr wrap="square" lIns="91440" tIns="45720" rIns="91440" bIns="45720">
            <a:spAutoFit/>
          </a:bodyPr>
          <a:lstStyle/>
          <a:p>
            <a:pPr algn="just"/>
            <a:r>
              <a:rPr lang="es-ES" sz="1400" b="1" cap="none" spc="0" dirty="0">
                <a:ln w="0">
                  <a:noFill/>
                </a:ln>
                <a:latin typeface="Poppins" panose="00000500000000000000" pitchFamily="2" charset="0"/>
                <a:cs typeface="Poppins" panose="00000500000000000000" pitchFamily="2" charset="0"/>
              </a:rPr>
              <a:t>HORARIO: 10:00 – 13:00</a:t>
            </a:r>
          </a:p>
        </p:txBody>
      </p:sp>
      <p:sp>
        <p:nvSpPr>
          <p:cNvPr id="2" name="Rectángulo 1">
            <a:extLst>
              <a:ext uri="{FF2B5EF4-FFF2-40B4-BE49-F238E27FC236}">
                <a16:creationId xmlns:a16="http://schemas.microsoft.com/office/drawing/2014/main" id="{CB6EE8DC-FF81-D2A0-D0C8-D20ECF9FD7FE}"/>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36B1C00A-9FA2-BCC4-FC85-39261A391999}"/>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20" name="Rectángulo 19">
            <a:extLst>
              <a:ext uri="{FF2B5EF4-FFF2-40B4-BE49-F238E27FC236}">
                <a16:creationId xmlns:a16="http://schemas.microsoft.com/office/drawing/2014/main" id="{1D824467-67B1-3088-AD10-C2F4E3BA1453}"/>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21" name="Rectángulo 20">
            <a:extLst>
              <a:ext uri="{FF2B5EF4-FFF2-40B4-BE49-F238E27FC236}">
                <a16:creationId xmlns:a16="http://schemas.microsoft.com/office/drawing/2014/main" id="{59F7C7EB-B68A-BE27-7C4C-EC8CA4C4DEF9}"/>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23" name="Imagen 22" descr="Icono&#10;&#10;Descripción generada automáticamente">
            <a:extLst>
              <a:ext uri="{FF2B5EF4-FFF2-40B4-BE49-F238E27FC236}">
                <a16:creationId xmlns:a16="http://schemas.microsoft.com/office/drawing/2014/main" id="{F795146B-4EF3-C0BE-B33A-50B6875740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25" name="Rectángulo 24">
            <a:extLst>
              <a:ext uri="{FF2B5EF4-FFF2-40B4-BE49-F238E27FC236}">
                <a16:creationId xmlns:a16="http://schemas.microsoft.com/office/drawing/2014/main" id="{135F46D9-13BB-0960-CDE5-100B0D3E3886}"/>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26" name="Rectángulo 25">
            <a:extLst>
              <a:ext uri="{FF2B5EF4-FFF2-40B4-BE49-F238E27FC236}">
                <a16:creationId xmlns:a16="http://schemas.microsoft.com/office/drawing/2014/main" id="{F6D985EF-9990-1CC0-8322-A84B75C27973}"/>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27" name="Rectángulo 26">
            <a:extLst>
              <a:ext uri="{FF2B5EF4-FFF2-40B4-BE49-F238E27FC236}">
                <a16:creationId xmlns:a16="http://schemas.microsoft.com/office/drawing/2014/main" id="{A3007D1E-C6A2-7779-E5E1-95D9F5DE559E}"/>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28" name="Rectángulo 27">
            <a:extLst>
              <a:ext uri="{FF2B5EF4-FFF2-40B4-BE49-F238E27FC236}">
                <a16:creationId xmlns:a16="http://schemas.microsoft.com/office/drawing/2014/main" id="{44B20F0F-0AAD-D11D-3522-20EFC501341C}"/>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35" name="Imagen 34" descr="Dibujo de un animal con la boca abierta&#10;&#10;Descripción generada automáticamente con confianza baja">
            <a:extLst>
              <a:ext uri="{FF2B5EF4-FFF2-40B4-BE49-F238E27FC236}">
                <a16:creationId xmlns:a16="http://schemas.microsoft.com/office/drawing/2014/main" id="{2053672C-DDA5-C5E8-058C-90869E2B0A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414203815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907570" y="316201"/>
            <a:ext cx="4471097"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CONTROL DE ASISTENCIA</a:t>
            </a:r>
            <a:endParaRPr lang="es-ES" sz="2800" b="1" cap="none" spc="0" dirty="0">
              <a:ln w="0">
                <a:noFill/>
              </a:ln>
              <a:latin typeface="Poppins" panose="00000500000000000000" pitchFamily="2" charset="0"/>
              <a:cs typeface="Poppins" panose="00000500000000000000" pitchFamily="2" charset="0"/>
            </a:endParaRPr>
          </a:p>
        </p:txBody>
      </p:sp>
      <p:sp>
        <p:nvSpPr>
          <p:cNvPr id="15" name="Rectángulo 14">
            <a:extLst>
              <a:ext uri="{FF2B5EF4-FFF2-40B4-BE49-F238E27FC236}">
                <a16:creationId xmlns:a16="http://schemas.microsoft.com/office/drawing/2014/main" id="{A7E31D33-3343-C272-E602-519EB8179B91}"/>
              </a:ext>
            </a:extLst>
          </p:cNvPr>
          <p:cNvSpPr/>
          <p:nvPr/>
        </p:nvSpPr>
        <p:spPr>
          <a:xfrm>
            <a:off x="3189053" y="1302014"/>
            <a:ext cx="8737058" cy="1253839"/>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F17F8443-2BE1-ED58-9BFD-8556CABD39FE}"/>
              </a:ext>
            </a:extLst>
          </p:cNvPr>
          <p:cNvSpPr/>
          <p:nvPr/>
        </p:nvSpPr>
        <p:spPr>
          <a:xfrm>
            <a:off x="3967785" y="1550651"/>
            <a:ext cx="1614546"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Nro. </a:t>
            </a:r>
            <a:r>
              <a:rPr lang="es-ES" sz="1400" b="1" dirty="0">
                <a:ln w="0">
                  <a:noFill/>
                </a:ln>
                <a:solidFill>
                  <a:schemeClr val="accent2"/>
                </a:solidFill>
                <a:latin typeface="Poppins" panose="00000500000000000000" pitchFamily="2" charset="0"/>
                <a:cs typeface="Poppins" panose="00000500000000000000" pitchFamily="2" charset="0"/>
              </a:rPr>
              <a:t>Laboratorio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16" name="Rectángulo: esquinas redondeadas 15">
            <a:extLst>
              <a:ext uri="{FF2B5EF4-FFF2-40B4-BE49-F238E27FC236}">
                <a16:creationId xmlns:a16="http://schemas.microsoft.com/office/drawing/2014/main" id="{2FF510BB-C4F2-A6C2-F64D-F3C1A20BAB2C}"/>
              </a:ext>
            </a:extLst>
          </p:cNvPr>
          <p:cNvSpPr/>
          <p:nvPr/>
        </p:nvSpPr>
        <p:spPr>
          <a:xfrm>
            <a:off x="3442968" y="1047557"/>
            <a:ext cx="2929257"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DATOS DEL LABORATORIO</a:t>
            </a:r>
          </a:p>
        </p:txBody>
      </p:sp>
      <p:sp>
        <p:nvSpPr>
          <p:cNvPr id="19" name="Rectángulo 18">
            <a:extLst>
              <a:ext uri="{FF2B5EF4-FFF2-40B4-BE49-F238E27FC236}">
                <a16:creationId xmlns:a16="http://schemas.microsoft.com/office/drawing/2014/main" id="{3B84EDD1-C5C5-CC6A-8B9D-1FD9DCD4C43C}"/>
              </a:ext>
            </a:extLst>
          </p:cNvPr>
          <p:cNvSpPr/>
          <p:nvPr/>
        </p:nvSpPr>
        <p:spPr>
          <a:xfrm>
            <a:off x="9078821" y="1606145"/>
            <a:ext cx="1175322"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Asignatura</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3" name="Rectángulo 22">
            <a:extLst>
              <a:ext uri="{FF2B5EF4-FFF2-40B4-BE49-F238E27FC236}">
                <a16:creationId xmlns:a16="http://schemas.microsoft.com/office/drawing/2014/main" id="{3119EF95-4EEF-B014-1460-F83B1AC7451B}"/>
              </a:ext>
            </a:extLst>
          </p:cNvPr>
          <p:cNvSpPr/>
          <p:nvPr/>
        </p:nvSpPr>
        <p:spPr>
          <a:xfrm>
            <a:off x="6623331" y="1603121"/>
            <a:ext cx="841897"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Horario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61" name="Rectángulo 60">
            <a:extLst>
              <a:ext uri="{FF2B5EF4-FFF2-40B4-BE49-F238E27FC236}">
                <a16:creationId xmlns:a16="http://schemas.microsoft.com/office/drawing/2014/main" id="{9EC9852E-4840-26C8-6D3C-444EA79F9608}"/>
              </a:ext>
            </a:extLst>
          </p:cNvPr>
          <p:cNvSpPr/>
          <p:nvPr/>
        </p:nvSpPr>
        <p:spPr>
          <a:xfrm>
            <a:off x="10398338" y="2798183"/>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BUSCAR</a:t>
            </a:r>
          </a:p>
        </p:txBody>
      </p:sp>
      <p:pic>
        <p:nvPicPr>
          <p:cNvPr id="63" name="Imagen 62" descr="Icono&#10;&#10;Descripción generada automáticamente">
            <a:extLst>
              <a:ext uri="{FF2B5EF4-FFF2-40B4-BE49-F238E27FC236}">
                <a16:creationId xmlns:a16="http://schemas.microsoft.com/office/drawing/2014/main" id="{67F6E43D-9A4D-A6EB-7A5C-6D35C9F238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49894" y="2903822"/>
            <a:ext cx="438100" cy="438100"/>
          </a:xfrm>
          <a:prstGeom prst="rect">
            <a:avLst/>
          </a:prstGeom>
        </p:spPr>
      </p:pic>
      <p:sp>
        <p:nvSpPr>
          <p:cNvPr id="67" name="Rectángulo 66">
            <a:extLst>
              <a:ext uri="{FF2B5EF4-FFF2-40B4-BE49-F238E27FC236}">
                <a16:creationId xmlns:a16="http://schemas.microsoft.com/office/drawing/2014/main" id="{94CFD72F-5236-F2BA-26E3-C13CCC5A19F7}"/>
              </a:ext>
            </a:extLst>
          </p:cNvPr>
          <p:cNvSpPr/>
          <p:nvPr/>
        </p:nvSpPr>
        <p:spPr>
          <a:xfrm>
            <a:off x="5072115" y="3811724"/>
            <a:ext cx="5076819" cy="199872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68" name="Rectángulo: esquinas redondeadas 67">
            <a:extLst>
              <a:ext uri="{FF2B5EF4-FFF2-40B4-BE49-F238E27FC236}">
                <a16:creationId xmlns:a16="http://schemas.microsoft.com/office/drawing/2014/main" id="{6A2425F1-0E9F-AF83-047E-E27BE97F993C}"/>
              </a:ext>
            </a:extLst>
          </p:cNvPr>
          <p:cNvSpPr/>
          <p:nvPr/>
        </p:nvSpPr>
        <p:spPr>
          <a:xfrm>
            <a:off x="5902076" y="3485821"/>
            <a:ext cx="3416892"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CONFIGURACIÓN AVANZADA</a:t>
            </a:r>
          </a:p>
        </p:txBody>
      </p:sp>
      <p:sp>
        <p:nvSpPr>
          <p:cNvPr id="69" name="Rectángulo 68">
            <a:extLst>
              <a:ext uri="{FF2B5EF4-FFF2-40B4-BE49-F238E27FC236}">
                <a16:creationId xmlns:a16="http://schemas.microsoft.com/office/drawing/2014/main" id="{8225A2AC-024E-2F9A-F560-FF45816F3C9A}"/>
              </a:ext>
            </a:extLst>
          </p:cNvPr>
          <p:cNvSpPr/>
          <p:nvPr/>
        </p:nvSpPr>
        <p:spPr>
          <a:xfrm>
            <a:off x="5233481" y="4191139"/>
            <a:ext cx="4779652" cy="54896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70" name="Rectángulo 69">
            <a:extLst>
              <a:ext uri="{FF2B5EF4-FFF2-40B4-BE49-F238E27FC236}">
                <a16:creationId xmlns:a16="http://schemas.microsoft.com/office/drawing/2014/main" id="{F22C3FCF-1992-8822-6F21-FB5F40E1E7D2}"/>
              </a:ext>
            </a:extLst>
          </p:cNvPr>
          <p:cNvSpPr/>
          <p:nvPr/>
        </p:nvSpPr>
        <p:spPr>
          <a:xfrm>
            <a:off x="5725947" y="4296345"/>
            <a:ext cx="3950120" cy="338554"/>
          </a:xfrm>
          <a:prstGeom prst="rect">
            <a:avLst/>
          </a:prstGeom>
          <a:noFill/>
        </p:spPr>
        <p:txBody>
          <a:bodyPr wrap="none" lIns="91440" tIns="45720" rIns="91440" bIns="45720">
            <a:spAutoFit/>
          </a:bodyPr>
          <a:lstStyle/>
          <a:p>
            <a:pPr algn="ctr"/>
            <a:r>
              <a:rPr lang="es-ES" sz="1600" b="1" dirty="0">
                <a:ln w="0">
                  <a:noFill/>
                </a:ln>
                <a:latin typeface="Poppins" panose="00000500000000000000" pitchFamily="2" charset="0"/>
                <a:cs typeface="Poppins" panose="00000500000000000000" pitchFamily="2" charset="0"/>
              </a:rPr>
              <a:t>ACTUALIZAR DATOS DEL LABORATORIO</a:t>
            </a:r>
            <a:endParaRPr lang="es-ES" sz="1600" b="1" cap="none" spc="0" dirty="0">
              <a:ln w="0">
                <a:noFill/>
              </a:ln>
              <a:latin typeface="Poppins" panose="00000500000000000000" pitchFamily="2" charset="0"/>
              <a:cs typeface="Poppins" panose="00000500000000000000" pitchFamily="2" charset="0"/>
            </a:endParaRPr>
          </a:p>
        </p:txBody>
      </p:sp>
      <p:sp>
        <p:nvSpPr>
          <p:cNvPr id="73" name="Rectángulo 72">
            <a:extLst>
              <a:ext uri="{FF2B5EF4-FFF2-40B4-BE49-F238E27FC236}">
                <a16:creationId xmlns:a16="http://schemas.microsoft.com/office/drawing/2014/main" id="{ED0B8C6A-B04A-C576-2330-847773D26971}"/>
              </a:ext>
            </a:extLst>
          </p:cNvPr>
          <p:cNvSpPr/>
          <p:nvPr/>
        </p:nvSpPr>
        <p:spPr>
          <a:xfrm>
            <a:off x="5233481" y="4977372"/>
            <a:ext cx="4779652" cy="54896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74" name="Rectángulo 73">
            <a:extLst>
              <a:ext uri="{FF2B5EF4-FFF2-40B4-BE49-F238E27FC236}">
                <a16:creationId xmlns:a16="http://schemas.microsoft.com/office/drawing/2014/main" id="{4BB32C69-978D-37CF-020B-98D5BC55072D}"/>
              </a:ext>
            </a:extLst>
          </p:cNvPr>
          <p:cNvSpPr/>
          <p:nvPr/>
        </p:nvSpPr>
        <p:spPr>
          <a:xfrm>
            <a:off x="5871023" y="5081396"/>
            <a:ext cx="3659977" cy="338554"/>
          </a:xfrm>
          <a:prstGeom prst="rect">
            <a:avLst/>
          </a:prstGeom>
          <a:noFill/>
        </p:spPr>
        <p:txBody>
          <a:bodyPr wrap="none" lIns="91440" tIns="45720" rIns="91440" bIns="45720">
            <a:spAutoFit/>
          </a:bodyPr>
          <a:lstStyle/>
          <a:p>
            <a:pPr algn="ctr"/>
            <a:r>
              <a:rPr lang="es-ES" sz="1600" b="1" cap="none" spc="0" dirty="0">
                <a:ln w="0">
                  <a:noFill/>
                </a:ln>
                <a:latin typeface="Poppins" panose="00000500000000000000" pitchFamily="2" charset="0"/>
                <a:cs typeface="Poppins" panose="00000500000000000000" pitchFamily="2" charset="0"/>
              </a:rPr>
              <a:t>REPORTE GENERAL POR AÑO-MESES</a:t>
            </a:r>
          </a:p>
        </p:txBody>
      </p:sp>
      <p:pic>
        <p:nvPicPr>
          <p:cNvPr id="25" name="Imagen 24">
            <a:extLst>
              <a:ext uri="{FF2B5EF4-FFF2-40B4-BE49-F238E27FC236}">
                <a16:creationId xmlns:a16="http://schemas.microsoft.com/office/drawing/2014/main" id="{CA2E73A8-2037-BD84-8C36-FED7E73153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1956" y="1894978"/>
            <a:ext cx="1709138" cy="401571"/>
          </a:xfrm>
          <a:prstGeom prst="rect">
            <a:avLst/>
          </a:prstGeom>
        </p:spPr>
      </p:pic>
      <p:pic>
        <p:nvPicPr>
          <p:cNvPr id="26" name="Imagen 25">
            <a:extLst>
              <a:ext uri="{FF2B5EF4-FFF2-40B4-BE49-F238E27FC236}">
                <a16:creationId xmlns:a16="http://schemas.microsoft.com/office/drawing/2014/main" id="{C8CFEEB5-0F22-BFEE-D4C3-373CF1C421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3013" y="1880562"/>
            <a:ext cx="1709138" cy="401571"/>
          </a:xfrm>
          <a:prstGeom prst="rect">
            <a:avLst/>
          </a:prstGeom>
        </p:spPr>
      </p:pic>
      <p:pic>
        <p:nvPicPr>
          <p:cNvPr id="27" name="Imagen 26">
            <a:extLst>
              <a:ext uri="{FF2B5EF4-FFF2-40B4-BE49-F238E27FC236}">
                <a16:creationId xmlns:a16="http://schemas.microsoft.com/office/drawing/2014/main" id="{FD41E7CB-A3DF-42EB-F5CB-E6BCE5FB5D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0284" y="1910394"/>
            <a:ext cx="1709138" cy="401571"/>
          </a:xfrm>
          <a:prstGeom prst="rect">
            <a:avLst/>
          </a:prstGeom>
        </p:spPr>
      </p:pic>
      <p:sp>
        <p:nvSpPr>
          <p:cNvPr id="35" name="Rectángulo 34">
            <a:extLst>
              <a:ext uri="{FF2B5EF4-FFF2-40B4-BE49-F238E27FC236}">
                <a16:creationId xmlns:a16="http://schemas.microsoft.com/office/drawing/2014/main" id="{CF6CA693-3660-4BB6-CFA1-32B7B1A89399}"/>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6" name="Rectángulo 35">
            <a:extLst>
              <a:ext uri="{FF2B5EF4-FFF2-40B4-BE49-F238E27FC236}">
                <a16:creationId xmlns:a16="http://schemas.microsoft.com/office/drawing/2014/main" id="{2ABC6BE0-7C63-AD8F-4830-4B1828D7CBBF}"/>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37" name="Rectángulo 36">
            <a:extLst>
              <a:ext uri="{FF2B5EF4-FFF2-40B4-BE49-F238E27FC236}">
                <a16:creationId xmlns:a16="http://schemas.microsoft.com/office/drawing/2014/main" id="{6AB127C2-80E1-2FA8-0C07-18CA94CF98F8}"/>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38" name="Rectángulo 37">
            <a:extLst>
              <a:ext uri="{FF2B5EF4-FFF2-40B4-BE49-F238E27FC236}">
                <a16:creationId xmlns:a16="http://schemas.microsoft.com/office/drawing/2014/main" id="{567AE0D3-6338-53EB-CC13-830630B764D6}"/>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39" name="Imagen 38" descr="Icono&#10;&#10;Descripción generada automáticamente">
            <a:extLst>
              <a:ext uri="{FF2B5EF4-FFF2-40B4-BE49-F238E27FC236}">
                <a16:creationId xmlns:a16="http://schemas.microsoft.com/office/drawing/2014/main" id="{F3B3B4D9-8E4A-A134-C2E6-3AA0F90DA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40" name="Rectángulo 39">
            <a:extLst>
              <a:ext uri="{FF2B5EF4-FFF2-40B4-BE49-F238E27FC236}">
                <a16:creationId xmlns:a16="http://schemas.microsoft.com/office/drawing/2014/main" id="{925B3719-E38E-088A-2F15-59AB29B3E6E9}"/>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41" name="Rectángulo 40">
            <a:extLst>
              <a:ext uri="{FF2B5EF4-FFF2-40B4-BE49-F238E27FC236}">
                <a16:creationId xmlns:a16="http://schemas.microsoft.com/office/drawing/2014/main" id="{60D89465-1625-54E0-76C9-2EE8E956025A}"/>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42" name="Rectángulo 41">
            <a:extLst>
              <a:ext uri="{FF2B5EF4-FFF2-40B4-BE49-F238E27FC236}">
                <a16:creationId xmlns:a16="http://schemas.microsoft.com/office/drawing/2014/main" id="{4D073058-1650-C7F7-D6A4-C2B81ABD5581}"/>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43" name="Rectángulo 42">
            <a:extLst>
              <a:ext uri="{FF2B5EF4-FFF2-40B4-BE49-F238E27FC236}">
                <a16:creationId xmlns:a16="http://schemas.microsoft.com/office/drawing/2014/main" id="{6C764C65-D035-CF71-8152-660717A1E7F2}"/>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44" name="Imagen 43" descr="Dibujo de un animal con la boca abierta&#10;&#10;Descripción generada automáticamente con confianza baja">
            <a:extLst>
              <a:ext uri="{FF2B5EF4-FFF2-40B4-BE49-F238E27FC236}">
                <a16:creationId xmlns:a16="http://schemas.microsoft.com/office/drawing/2014/main" id="{7B12A6E5-F832-4114-F2DD-33EB3BC5E2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3504676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C9D8B-CEA9-8308-913D-D3A6E01A0BC5}"/>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00C40132-B44C-3899-5458-4CD52D3C7507}"/>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AD06F2D4-E027-0F3A-526E-22F3FBB39F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CB25E705-A28B-49E2-5946-07BAEA9119B6}"/>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F0B95DEE-74FD-5431-4EAB-350BAD553668}"/>
              </a:ext>
            </a:extLst>
          </p:cNvPr>
          <p:cNvSpPr/>
          <p:nvPr/>
        </p:nvSpPr>
        <p:spPr>
          <a:xfrm>
            <a:off x="2907570" y="316201"/>
            <a:ext cx="4471097"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CONTROL DE ASISTENCIA</a:t>
            </a:r>
            <a:endParaRPr lang="es-ES" sz="2800" b="1" cap="none" spc="0" dirty="0">
              <a:ln w="0">
                <a:noFill/>
              </a:ln>
              <a:latin typeface="Poppins" panose="00000500000000000000" pitchFamily="2" charset="0"/>
              <a:cs typeface="Poppins" panose="00000500000000000000" pitchFamily="2" charset="0"/>
            </a:endParaRPr>
          </a:p>
        </p:txBody>
      </p:sp>
      <p:sp>
        <p:nvSpPr>
          <p:cNvPr id="15" name="Rectángulo 14">
            <a:extLst>
              <a:ext uri="{FF2B5EF4-FFF2-40B4-BE49-F238E27FC236}">
                <a16:creationId xmlns:a16="http://schemas.microsoft.com/office/drawing/2014/main" id="{579CA85C-81E6-3488-3FFC-7E587ADB10CE}"/>
              </a:ext>
            </a:extLst>
          </p:cNvPr>
          <p:cNvSpPr/>
          <p:nvPr/>
        </p:nvSpPr>
        <p:spPr>
          <a:xfrm>
            <a:off x="3103920" y="1029705"/>
            <a:ext cx="8737058" cy="1759343"/>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258BD8F9-6270-FD44-3805-A736F6FA5299}"/>
              </a:ext>
            </a:extLst>
          </p:cNvPr>
          <p:cNvSpPr/>
          <p:nvPr/>
        </p:nvSpPr>
        <p:spPr>
          <a:xfrm>
            <a:off x="4715812" y="1588717"/>
            <a:ext cx="1614546"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Nro. </a:t>
            </a:r>
            <a:r>
              <a:rPr lang="es-ES" sz="1400" b="1" dirty="0">
                <a:ln w="0">
                  <a:noFill/>
                </a:ln>
                <a:solidFill>
                  <a:schemeClr val="accent2"/>
                </a:solidFill>
                <a:latin typeface="Poppins" panose="00000500000000000000" pitchFamily="2" charset="0"/>
                <a:cs typeface="Poppins" panose="00000500000000000000" pitchFamily="2" charset="0"/>
              </a:rPr>
              <a:t>Laboratorio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16" name="Rectángulo: esquinas redondeadas 15">
            <a:extLst>
              <a:ext uri="{FF2B5EF4-FFF2-40B4-BE49-F238E27FC236}">
                <a16:creationId xmlns:a16="http://schemas.microsoft.com/office/drawing/2014/main" id="{1F80430A-E662-64FD-B5CB-ACDA4DE403A1}"/>
              </a:ext>
            </a:extLst>
          </p:cNvPr>
          <p:cNvSpPr/>
          <p:nvPr/>
        </p:nvSpPr>
        <p:spPr>
          <a:xfrm>
            <a:off x="3274422" y="805650"/>
            <a:ext cx="2929257"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DATOS DEL LABORATORIO</a:t>
            </a:r>
          </a:p>
        </p:txBody>
      </p:sp>
      <p:sp>
        <p:nvSpPr>
          <p:cNvPr id="23" name="Rectángulo 22">
            <a:extLst>
              <a:ext uri="{FF2B5EF4-FFF2-40B4-BE49-F238E27FC236}">
                <a16:creationId xmlns:a16="http://schemas.microsoft.com/office/drawing/2014/main" id="{295B23E4-C164-3E11-A1FC-65E604D695CF}"/>
              </a:ext>
            </a:extLst>
          </p:cNvPr>
          <p:cNvSpPr/>
          <p:nvPr/>
        </p:nvSpPr>
        <p:spPr>
          <a:xfrm>
            <a:off x="8160639" y="1633112"/>
            <a:ext cx="1213795"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Capacidad</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61" name="Rectángulo 60">
            <a:extLst>
              <a:ext uri="{FF2B5EF4-FFF2-40B4-BE49-F238E27FC236}">
                <a16:creationId xmlns:a16="http://schemas.microsoft.com/office/drawing/2014/main" id="{8FFA9940-8CAE-2EBC-9539-503FA56160BB}"/>
              </a:ext>
            </a:extLst>
          </p:cNvPr>
          <p:cNvSpPr/>
          <p:nvPr/>
        </p:nvSpPr>
        <p:spPr>
          <a:xfrm>
            <a:off x="4541086" y="2740018"/>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Agregar</a:t>
            </a:r>
          </a:p>
        </p:txBody>
      </p:sp>
      <p:sp>
        <p:nvSpPr>
          <p:cNvPr id="35" name="Rectángulo 34">
            <a:extLst>
              <a:ext uri="{FF2B5EF4-FFF2-40B4-BE49-F238E27FC236}">
                <a16:creationId xmlns:a16="http://schemas.microsoft.com/office/drawing/2014/main" id="{A56CC794-56B5-0BEC-5E0A-EBC29B949AB8}"/>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6" name="Rectángulo 35">
            <a:extLst>
              <a:ext uri="{FF2B5EF4-FFF2-40B4-BE49-F238E27FC236}">
                <a16:creationId xmlns:a16="http://schemas.microsoft.com/office/drawing/2014/main" id="{51BB33A3-CF02-DD04-5250-B8C53F5B8310}"/>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37" name="Rectángulo 36">
            <a:extLst>
              <a:ext uri="{FF2B5EF4-FFF2-40B4-BE49-F238E27FC236}">
                <a16:creationId xmlns:a16="http://schemas.microsoft.com/office/drawing/2014/main" id="{247DF2A9-A55B-CEBF-4379-FF9D444D6688}"/>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38" name="Rectángulo 37">
            <a:extLst>
              <a:ext uri="{FF2B5EF4-FFF2-40B4-BE49-F238E27FC236}">
                <a16:creationId xmlns:a16="http://schemas.microsoft.com/office/drawing/2014/main" id="{58686542-6B43-1DDB-979E-2E0C38FC070E}"/>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39" name="Imagen 38" descr="Icono&#10;&#10;Descripción generada automáticamente">
            <a:extLst>
              <a:ext uri="{FF2B5EF4-FFF2-40B4-BE49-F238E27FC236}">
                <a16:creationId xmlns:a16="http://schemas.microsoft.com/office/drawing/2014/main" id="{7307B03A-3BED-2487-5434-FA280CC3D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40" name="Rectángulo 39">
            <a:extLst>
              <a:ext uri="{FF2B5EF4-FFF2-40B4-BE49-F238E27FC236}">
                <a16:creationId xmlns:a16="http://schemas.microsoft.com/office/drawing/2014/main" id="{BA1D7D86-8011-B3AF-B8CC-0C6E8D0298E5}"/>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41" name="Rectángulo 40">
            <a:extLst>
              <a:ext uri="{FF2B5EF4-FFF2-40B4-BE49-F238E27FC236}">
                <a16:creationId xmlns:a16="http://schemas.microsoft.com/office/drawing/2014/main" id="{ABF484EE-26EA-3A20-5471-DBE75AF6B18E}"/>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42" name="Rectángulo 41">
            <a:extLst>
              <a:ext uri="{FF2B5EF4-FFF2-40B4-BE49-F238E27FC236}">
                <a16:creationId xmlns:a16="http://schemas.microsoft.com/office/drawing/2014/main" id="{DD683394-443C-841B-6EDD-433A1ABEEA9B}"/>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43" name="Rectángulo 42">
            <a:extLst>
              <a:ext uri="{FF2B5EF4-FFF2-40B4-BE49-F238E27FC236}">
                <a16:creationId xmlns:a16="http://schemas.microsoft.com/office/drawing/2014/main" id="{F641CF80-2C05-7305-4B7B-72B1B5F689DC}"/>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44" name="Imagen 43" descr="Dibujo de un animal con la boca abierta&#10;&#10;Descripción generada automáticamente con confianza baja">
            <a:extLst>
              <a:ext uri="{FF2B5EF4-FFF2-40B4-BE49-F238E27FC236}">
                <a16:creationId xmlns:a16="http://schemas.microsoft.com/office/drawing/2014/main" id="{AF3252B5-56A5-9327-CB99-8928A14054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
        <p:nvSpPr>
          <p:cNvPr id="2" name="Rectángulo 1">
            <a:extLst>
              <a:ext uri="{FF2B5EF4-FFF2-40B4-BE49-F238E27FC236}">
                <a16:creationId xmlns:a16="http://schemas.microsoft.com/office/drawing/2014/main" id="{4E028505-240C-9D6B-5A2E-3AF97BF6455A}"/>
              </a:ext>
            </a:extLst>
          </p:cNvPr>
          <p:cNvSpPr/>
          <p:nvPr/>
        </p:nvSpPr>
        <p:spPr>
          <a:xfrm>
            <a:off x="4739050" y="2069629"/>
            <a:ext cx="1659806" cy="299292"/>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 name="Rectángulo 2">
            <a:extLst>
              <a:ext uri="{FF2B5EF4-FFF2-40B4-BE49-F238E27FC236}">
                <a16:creationId xmlns:a16="http://schemas.microsoft.com/office/drawing/2014/main" id="{3637616C-AC0A-A6C8-222C-F37BCED4BBF3}"/>
              </a:ext>
            </a:extLst>
          </p:cNvPr>
          <p:cNvSpPr/>
          <p:nvPr/>
        </p:nvSpPr>
        <p:spPr>
          <a:xfrm>
            <a:off x="8033988" y="2044994"/>
            <a:ext cx="1918210" cy="307776"/>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6" name="Rectángulo 5">
            <a:extLst>
              <a:ext uri="{FF2B5EF4-FFF2-40B4-BE49-F238E27FC236}">
                <a16:creationId xmlns:a16="http://schemas.microsoft.com/office/drawing/2014/main" id="{32226997-37B4-071A-552B-3239DECFBB0F}"/>
              </a:ext>
            </a:extLst>
          </p:cNvPr>
          <p:cNvSpPr/>
          <p:nvPr/>
        </p:nvSpPr>
        <p:spPr>
          <a:xfrm>
            <a:off x="8993093" y="2734409"/>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Eliminar</a:t>
            </a:r>
          </a:p>
        </p:txBody>
      </p:sp>
      <p:sp>
        <p:nvSpPr>
          <p:cNvPr id="8" name="Rectángulo 7">
            <a:extLst>
              <a:ext uri="{FF2B5EF4-FFF2-40B4-BE49-F238E27FC236}">
                <a16:creationId xmlns:a16="http://schemas.microsoft.com/office/drawing/2014/main" id="{2DD58A5E-8629-43D4-DD0D-694B7AC935A0}"/>
              </a:ext>
            </a:extLst>
          </p:cNvPr>
          <p:cNvSpPr/>
          <p:nvPr/>
        </p:nvSpPr>
        <p:spPr>
          <a:xfrm>
            <a:off x="6838770" y="2740206"/>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Modificar</a:t>
            </a:r>
          </a:p>
        </p:txBody>
      </p:sp>
      <p:grpSp>
        <p:nvGrpSpPr>
          <p:cNvPr id="12" name="Grupo 11">
            <a:extLst>
              <a:ext uri="{FF2B5EF4-FFF2-40B4-BE49-F238E27FC236}">
                <a16:creationId xmlns:a16="http://schemas.microsoft.com/office/drawing/2014/main" id="{76C35876-38AE-5EE8-A36A-C1AF22A89FB0}"/>
              </a:ext>
            </a:extLst>
          </p:cNvPr>
          <p:cNvGrpSpPr/>
          <p:nvPr/>
        </p:nvGrpSpPr>
        <p:grpSpPr>
          <a:xfrm>
            <a:off x="6675846" y="3631056"/>
            <a:ext cx="5199713" cy="2776194"/>
            <a:chOff x="3111412" y="2162613"/>
            <a:chExt cx="8760257" cy="4354749"/>
          </a:xfrm>
        </p:grpSpPr>
        <p:sp>
          <p:nvSpPr>
            <p:cNvPr id="13" name="Rectángulo 12">
              <a:extLst>
                <a:ext uri="{FF2B5EF4-FFF2-40B4-BE49-F238E27FC236}">
                  <a16:creationId xmlns:a16="http://schemas.microsoft.com/office/drawing/2014/main" id="{A2884C94-22F7-C360-0F1F-DF04B3045262}"/>
                </a:ext>
              </a:extLst>
            </p:cNvPr>
            <p:cNvSpPr>
              <a:spLocks/>
            </p:cNvSpPr>
            <p:nvPr/>
          </p:nvSpPr>
          <p:spPr>
            <a:xfrm>
              <a:off x="3111412" y="2173684"/>
              <a:ext cx="8737058" cy="433260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pic>
          <p:nvPicPr>
            <p:cNvPr id="17" name="Imagen 16" descr="Forma&#10;&#10;Descripción generada automáticamente con confianza baja">
              <a:extLst>
                <a:ext uri="{FF2B5EF4-FFF2-40B4-BE49-F238E27FC236}">
                  <a16:creationId xmlns:a16="http://schemas.microsoft.com/office/drawing/2014/main" id="{77665DCF-71E6-4E95-8C40-D82A82A11311}"/>
                </a:ext>
              </a:extLst>
            </p:cNvPr>
            <p:cNvPicPr>
              <a:picLocks noChangeAspect="1"/>
            </p:cNvPicPr>
            <p:nvPr/>
          </p:nvPicPr>
          <p:blipFill>
            <a:blip r:embed="rId5">
              <a:extLst>
                <a:ext uri="{28A0092B-C50C-407E-A947-70E740481C1C}">
                  <a14:useLocalDpi xmlns:a14="http://schemas.microsoft.com/office/drawing/2010/main" val="0"/>
                </a:ext>
              </a:extLst>
            </a:blip>
            <a:srcRect l="40542" r="40180"/>
            <a:stretch/>
          </p:blipFill>
          <p:spPr>
            <a:xfrm>
              <a:off x="11540932" y="2162613"/>
              <a:ext cx="330737" cy="4354749"/>
            </a:xfrm>
            <a:prstGeom prst="rect">
              <a:avLst/>
            </a:prstGeom>
          </p:spPr>
        </p:pic>
        <p:cxnSp>
          <p:nvCxnSpPr>
            <p:cNvPr id="18" name="Conector recto 17">
              <a:extLst>
                <a:ext uri="{FF2B5EF4-FFF2-40B4-BE49-F238E27FC236}">
                  <a16:creationId xmlns:a16="http://schemas.microsoft.com/office/drawing/2014/main" id="{7F311A7D-4F60-9216-BC1A-59D96CB0C2FA}"/>
                </a:ext>
              </a:extLst>
            </p:cNvPr>
            <p:cNvCxnSpPr>
              <a:cxnSpLocks/>
            </p:cNvCxnSpPr>
            <p:nvPr/>
          </p:nvCxnSpPr>
          <p:spPr>
            <a:xfrm>
              <a:off x="3111412" y="2600619"/>
              <a:ext cx="8406320" cy="0"/>
            </a:xfrm>
            <a:prstGeom prst="line">
              <a:avLst/>
            </a:prstGeom>
          </p:spPr>
          <p:style>
            <a:lnRef idx="2">
              <a:schemeClr val="dk1"/>
            </a:lnRef>
            <a:fillRef idx="0">
              <a:schemeClr val="dk1"/>
            </a:fillRef>
            <a:effectRef idx="1">
              <a:schemeClr val="dk1"/>
            </a:effectRef>
            <a:fontRef idx="minor">
              <a:schemeClr val="tx1"/>
            </a:fontRef>
          </p:style>
        </p:cxnSp>
      </p:grpSp>
      <p:pic>
        <p:nvPicPr>
          <p:cNvPr id="21" name="Imagen 20" descr="Dibujo animado de un personaje animado&#10;&#10;Descripción generada automáticamente con confianza baja">
            <a:extLst>
              <a:ext uri="{FF2B5EF4-FFF2-40B4-BE49-F238E27FC236}">
                <a16:creationId xmlns:a16="http://schemas.microsoft.com/office/drawing/2014/main" id="{1BE5734C-4145-9113-0913-36495519FD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15468" y="3669335"/>
            <a:ext cx="1600688" cy="2776194"/>
          </a:xfrm>
          <a:prstGeom prst="rect">
            <a:avLst/>
          </a:prstGeom>
        </p:spPr>
      </p:pic>
      <p:sp>
        <p:nvSpPr>
          <p:cNvPr id="22" name="Rectángulo 21">
            <a:extLst>
              <a:ext uri="{FF2B5EF4-FFF2-40B4-BE49-F238E27FC236}">
                <a16:creationId xmlns:a16="http://schemas.microsoft.com/office/drawing/2014/main" id="{2039BF0C-B993-926E-AC43-6DA71E075C79}"/>
              </a:ext>
            </a:extLst>
          </p:cNvPr>
          <p:cNvSpPr/>
          <p:nvPr/>
        </p:nvSpPr>
        <p:spPr>
          <a:xfrm>
            <a:off x="7275896" y="3613292"/>
            <a:ext cx="3791172"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 LAB                                          CAPACIDAD</a:t>
            </a:r>
            <a:endParaRPr lang="es-ES" sz="1400" b="1" cap="none" spc="0" dirty="0">
              <a:ln w="0">
                <a:noFill/>
              </a:ln>
              <a:latin typeface="Poppins" panose="00000500000000000000" pitchFamily="2" charset="0"/>
              <a:cs typeface="Poppins" panose="00000500000000000000" pitchFamily="2" charset="0"/>
            </a:endParaRPr>
          </a:p>
        </p:txBody>
      </p:sp>
      <p:sp>
        <p:nvSpPr>
          <p:cNvPr id="10" name="Rectángulo 9">
            <a:extLst>
              <a:ext uri="{FF2B5EF4-FFF2-40B4-BE49-F238E27FC236}">
                <a16:creationId xmlns:a16="http://schemas.microsoft.com/office/drawing/2014/main" id="{EDF849FF-91EB-83CF-9D15-850D12B987DE}"/>
              </a:ext>
            </a:extLst>
          </p:cNvPr>
          <p:cNvSpPr/>
          <p:nvPr/>
        </p:nvSpPr>
        <p:spPr>
          <a:xfrm>
            <a:off x="10291577" y="370001"/>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Regresar</a:t>
            </a:r>
          </a:p>
        </p:txBody>
      </p:sp>
    </p:spTree>
    <p:extLst>
      <p:ext uri="{BB962C8B-B14F-4D97-AF65-F5344CB8AC3E}">
        <p14:creationId xmlns:p14="http://schemas.microsoft.com/office/powerpoint/2010/main" val="1128474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5" name="Rectángulo 14">
            <a:extLst>
              <a:ext uri="{FF2B5EF4-FFF2-40B4-BE49-F238E27FC236}">
                <a16:creationId xmlns:a16="http://schemas.microsoft.com/office/drawing/2014/main" id="{D442A5EA-D641-9887-86F5-48963FC31D19}"/>
              </a:ext>
            </a:extLst>
          </p:cNvPr>
          <p:cNvSpPr/>
          <p:nvPr/>
        </p:nvSpPr>
        <p:spPr>
          <a:xfrm>
            <a:off x="9465164" y="475852"/>
            <a:ext cx="1858402" cy="523219"/>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Configuración</a:t>
            </a:r>
          </a:p>
        </p:txBody>
      </p:sp>
      <p:sp>
        <p:nvSpPr>
          <p:cNvPr id="2" name="Rectángulo 1">
            <a:extLst>
              <a:ext uri="{FF2B5EF4-FFF2-40B4-BE49-F238E27FC236}">
                <a16:creationId xmlns:a16="http://schemas.microsoft.com/office/drawing/2014/main" id="{C80E4EF1-2F7C-3AE7-18E0-08CFAC87E9B0}"/>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0" name="Rectángulo 9">
            <a:extLst>
              <a:ext uri="{FF2B5EF4-FFF2-40B4-BE49-F238E27FC236}">
                <a16:creationId xmlns:a16="http://schemas.microsoft.com/office/drawing/2014/main" id="{D15CF5DF-1532-A67E-3A21-D821BD528049}"/>
              </a:ext>
            </a:extLst>
          </p:cNvPr>
          <p:cNvSpPr/>
          <p:nvPr/>
        </p:nvSpPr>
        <p:spPr>
          <a:xfrm>
            <a:off x="-1" y="434921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27" name="Rectángulo 26">
            <a:extLst>
              <a:ext uri="{FF2B5EF4-FFF2-40B4-BE49-F238E27FC236}">
                <a16:creationId xmlns:a16="http://schemas.microsoft.com/office/drawing/2014/main" id="{29847B92-EA8D-5019-B637-CE29FB2C2518}"/>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28" name="Rectángulo 27">
            <a:extLst>
              <a:ext uri="{FF2B5EF4-FFF2-40B4-BE49-F238E27FC236}">
                <a16:creationId xmlns:a16="http://schemas.microsoft.com/office/drawing/2014/main" id="{35BBCB78-E86B-9A7F-CE99-6004A559C00C}"/>
              </a:ext>
            </a:extLst>
          </p:cNvPr>
          <p:cNvSpPr/>
          <p:nvPr/>
        </p:nvSpPr>
        <p:spPr>
          <a:xfrm>
            <a:off x="348813" y="3317068"/>
            <a:ext cx="1919115" cy="276999"/>
          </a:xfrm>
          <a:prstGeom prst="rect">
            <a:avLst/>
          </a:prstGeom>
          <a:noFill/>
          <a:effectLst/>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REGISTRO DE USUARIOS</a:t>
            </a:r>
            <a:endParaRPr lang="es-ES" sz="1200" cap="none" spc="0" dirty="0">
              <a:ln w="0">
                <a:noFill/>
              </a:ln>
              <a:latin typeface="Poppins" panose="00000500000000000000" pitchFamily="2" charset="0"/>
              <a:cs typeface="Poppins" panose="00000500000000000000" pitchFamily="2" charset="0"/>
            </a:endParaRPr>
          </a:p>
        </p:txBody>
      </p:sp>
      <p:sp>
        <p:nvSpPr>
          <p:cNvPr id="31" name="Rectángulo 30">
            <a:extLst>
              <a:ext uri="{FF2B5EF4-FFF2-40B4-BE49-F238E27FC236}">
                <a16:creationId xmlns:a16="http://schemas.microsoft.com/office/drawing/2014/main" id="{04B87E08-48DA-9E03-69B1-0F9D306A0289}"/>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35" name="Rectángulo 34">
            <a:extLst>
              <a:ext uri="{FF2B5EF4-FFF2-40B4-BE49-F238E27FC236}">
                <a16:creationId xmlns:a16="http://schemas.microsoft.com/office/drawing/2014/main" id="{77D29C7A-0B53-7243-94FB-B4BC89B8302E}"/>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CONTROL DE EQUIPOS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sp>
        <p:nvSpPr>
          <p:cNvPr id="36" name="Rectángulo 35">
            <a:extLst>
              <a:ext uri="{FF2B5EF4-FFF2-40B4-BE49-F238E27FC236}">
                <a16:creationId xmlns:a16="http://schemas.microsoft.com/office/drawing/2014/main" id="{00D322CA-07FE-833B-634B-B93DFA4F270D}"/>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37" name="Rectángulo 36">
            <a:extLst>
              <a:ext uri="{FF2B5EF4-FFF2-40B4-BE49-F238E27FC236}">
                <a16:creationId xmlns:a16="http://schemas.microsoft.com/office/drawing/2014/main" id="{64A24875-8E32-BAEE-2345-F86CC5FA4FE4}"/>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38" name="Imagen 37" descr="Dibujo de un animal con la boca abierta&#10;&#10;Descripción generada automáticamente con confianza baja">
            <a:extLst>
              <a:ext uri="{FF2B5EF4-FFF2-40B4-BE49-F238E27FC236}">
                <a16:creationId xmlns:a16="http://schemas.microsoft.com/office/drawing/2014/main" id="{9FE53A98-EFCE-3773-8625-1B7F3B7FF9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
        <p:nvSpPr>
          <p:cNvPr id="39" name="Rectángulo: esquinas redondeadas 38">
            <a:extLst>
              <a:ext uri="{FF2B5EF4-FFF2-40B4-BE49-F238E27FC236}">
                <a16:creationId xmlns:a16="http://schemas.microsoft.com/office/drawing/2014/main" id="{FA9D57ED-6F48-0382-4500-06900B4A1D4B}"/>
              </a:ext>
            </a:extLst>
          </p:cNvPr>
          <p:cNvSpPr/>
          <p:nvPr/>
        </p:nvSpPr>
        <p:spPr>
          <a:xfrm>
            <a:off x="3053739" y="860089"/>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EQUIPOS DISPONIBLES</a:t>
            </a:r>
          </a:p>
        </p:txBody>
      </p:sp>
      <p:grpSp>
        <p:nvGrpSpPr>
          <p:cNvPr id="40" name="Grupo 39">
            <a:extLst>
              <a:ext uri="{FF2B5EF4-FFF2-40B4-BE49-F238E27FC236}">
                <a16:creationId xmlns:a16="http://schemas.microsoft.com/office/drawing/2014/main" id="{F7B62AB6-23B6-CA5D-61CB-4E589E77AD9D}"/>
              </a:ext>
            </a:extLst>
          </p:cNvPr>
          <p:cNvGrpSpPr/>
          <p:nvPr/>
        </p:nvGrpSpPr>
        <p:grpSpPr>
          <a:xfrm>
            <a:off x="3069675" y="1477050"/>
            <a:ext cx="8760257" cy="4354749"/>
            <a:chOff x="3111412" y="2162613"/>
            <a:chExt cx="8760257" cy="4354749"/>
          </a:xfrm>
        </p:grpSpPr>
        <p:sp>
          <p:nvSpPr>
            <p:cNvPr id="41" name="Rectángulo 40">
              <a:extLst>
                <a:ext uri="{FF2B5EF4-FFF2-40B4-BE49-F238E27FC236}">
                  <a16:creationId xmlns:a16="http://schemas.microsoft.com/office/drawing/2014/main" id="{AA75D0F2-891C-7F19-26EC-AE53F0E4E9E5}"/>
                </a:ext>
              </a:extLst>
            </p:cNvPr>
            <p:cNvSpPr>
              <a:spLocks/>
            </p:cNvSpPr>
            <p:nvPr/>
          </p:nvSpPr>
          <p:spPr>
            <a:xfrm>
              <a:off x="3111412" y="2173684"/>
              <a:ext cx="8737058" cy="433260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pic>
          <p:nvPicPr>
            <p:cNvPr id="42" name="Imagen 41" descr="Forma&#10;&#10;Descripción generada automáticamente con confianza baja">
              <a:extLst>
                <a:ext uri="{FF2B5EF4-FFF2-40B4-BE49-F238E27FC236}">
                  <a16:creationId xmlns:a16="http://schemas.microsoft.com/office/drawing/2014/main" id="{59A13B8F-879E-C8AB-C9E2-BF12CE544D90}"/>
                </a:ext>
              </a:extLst>
            </p:cNvPr>
            <p:cNvPicPr>
              <a:picLocks noChangeAspect="1"/>
            </p:cNvPicPr>
            <p:nvPr/>
          </p:nvPicPr>
          <p:blipFill>
            <a:blip r:embed="rId4">
              <a:extLst>
                <a:ext uri="{28A0092B-C50C-407E-A947-70E740481C1C}">
                  <a14:useLocalDpi xmlns:a14="http://schemas.microsoft.com/office/drawing/2010/main" val="0"/>
                </a:ext>
              </a:extLst>
            </a:blip>
            <a:srcRect l="40542" r="40180"/>
            <a:stretch/>
          </p:blipFill>
          <p:spPr>
            <a:xfrm>
              <a:off x="11540932" y="2162613"/>
              <a:ext cx="330737" cy="4354749"/>
            </a:xfrm>
            <a:prstGeom prst="rect">
              <a:avLst/>
            </a:prstGeom>
          </p:spPr>
        </p:pic>
        <p:cxnSp>
          <p:nvCxnSpPr>
            <p:cNvPr id="43" name="Conector recto 42">
              <a:extLst>
                <a:ext uri="{FF2B5EF4-FFF2-40B4-BE49-F238E27FC236}">
                  <a16:creationId xmlns:a16="http://schemas.microsoft.com/office/drawing/2014/main" id="{4C31DFF6-0075-A0BC-EAFA-549E4B3A8446}"/>
                </a:ext>
              </a:extLst>
            </p:cNvPr>
            <p:cNvCxnSpPr>
              <a:cxnSpLocks/>
            </p:cNvCxnSpPr>
            <p:nvPr/>
          </p:nvCxnSpPr>
          <p:spPr>
            <a:xfrm>
              <a:off x="3111412" y="2600619"/>
              <a:ext cx="8406320" cy="0"/>
            </a:xfrm>
            <a:prstGeom prst="line">
              <a:avLst/>
            </a:prstGeom>
          </p:spPr>
          <p:style>
            <a:lnRef idx="2">
              <a:schemeClr val="dk1"/>
            </a:lnRef>
            <a:fillRef idx="0">
              <a:schemeClr val="dk1"/>
            </a:fillRef>
            <a:effectRef idx="1">
              <a:schemeClr val="dk1"/>
            </a:effectRef>
            <a:fontRef idx="minor">
              <a:schemeClr val="tx1"/>
            </a:fontRef>
          </p:style>
        </p:cxnSp>
      </p:grpSp>
      <p:sp>
        <p:nvSpPr>
          <p:cNvPr id="44" name="Rectángulo 43">
            <a:extLst>
              <a:ext uri="{FF2B5EF4-FFF2-40B4-BE49-F238E27FC236}">
                <a16:creationId xmlns:a16="http://schemas.microsoft.com/office/drawing/2014/main" id="{5A2AA914-B0E4-BBD5-B4FA-8F7DF8A94B33}"/>
              </a:ext>
            </a:extLst>
          </p:cNvPr>
          <p:cNvSpPr/>
          <p:nvPr/>
        </p:nvSpPr>
        <p:spPr>
          <a:xfrm>
            <a:off x="3514778" y="1571772"/>
            <a:ext cx="8869855"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 LAB             TIPO              COD.PATRIMONIAL               NÚMERO DE SERIE                ESTADO</a:t>
            </a:r>
            <a:endParaRPr lang="es-ES" sz="1400" b="1" cap="none" spc="0" dirty="0">
              <a:ln w="0">
                <a:noFill/>
              </a:ln>
              <a:latin typeface="Poppins" panose="00000500000000000000" pitchFamily="2" charset="0"/>
              <a:cs typeface="Poppins" panose="00000500000000000000" pitchFamily="2" charset="0"/>
            </a:endParaRPr>
          </a:p>
        </p:txBody>
      </p:sp>
      <p:pic>
        <p:nvPicPr>
          <p:cNvPr id="45" name="Imagen 44" descr="Icono&#10;&#10;Descripción generada automáticamente">
            <a:extLst>
              <a:ext uri="{FF2B5EF4-FFF2-40B4-BE49-F238E27FC236}">
                <a16:creationId xmlns:a16="http://schemas.microsoft.com/office/drawing/2014/main" id="{8E66DCC3-3D79-A2A0-9C11-B0B63DCA89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2666" y="4684382"/>
            <a:ext cx="361970" cy="361970"/>
          </a:xfrm>
          <a:prstGeom prst="rect">
            <a:avLst/>
          </a:prstGeom>
        </p:spPr>
      </p:pic>
      <p:sp>
        <p:nvSpPr>
          <p:cNvPr id="46" name="Rectángulo 45">
            <a:extLst>
              <a:ext uri="{FF2B5EF4-FFF2-40B4-BE49-F238E27FC236}">
                <a16:creationId xmlns:a16="http://schemas.microsoft.com/office/drawing/2014/main" id="{144FF76A-BBAA-14C7-674C-2E0F7F8A1B98}"/>
              </a:ext>
            </a:extLst>
          </p:cNvPr>
          <p:cNvSpPr/>
          <p:nvPr/>
        </p:nvSpPr>
        <p:spPr>
          <a:xfrm>
            <a:off x="3179338" y="214242"/>
            <a:ext cx="3978974" cy="523220"/>
          </a:xfrm>
          <a:prstGeom prst="rect">
            <a:avLst/>
          </a:prstGeom>
          <a:noFill/>
        </p:spPr>
        <p:txBody>
          <a:bodyPr wrap="none" lIns="91440" tIns="45720" rIns="91440" bIns="45720">
            <a:spAutoFit/>
          </a:bodyPr>
          <a:lstStyle/>
          <a:p>
            <a:pPr algn="ctr"/>
            <a:r>
              <a:rPr lang="es-ES" sz="2800" b="1" cap="none" spc="0" dirty="0">
                <a:ln w="0">
                  <a:noFill/>
                </a:ln>
                <a:latin typeface="Poppins" panose="00000500000000000000" pitchFamily="2" charset="0"/>
                <a:cs typeface="Poppins" panose="00000500000000000000" pitchFamily="2" charset="0"/>
              </a:rPr>
              <a:t>CONTROL DE EQUIPOS</a:t>
            </a:r>
          </a:p>
        </p:txBody>
      </p:sp>
      <p:pic>
        <p:nvPicPr>
          <p:cNvPr id="47" name="Imagen 46" descr="Icono&#10;&#10;Descripción generada automáticamente">
            <a:extLst>
              <a:ext uri="{FF2B5EF4-FFF2-40B4-BE49-F238E27FC236}">
                <a16:creationId xmlns:a16="http://schemas.microsoft.com/office/drawing/2014/main" id="{50A07D39-809E-BCA9-6E65-C06FE1EEC8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57913" y="793652"/>
            <a:ext cx="361970" cy="361970"/>
          </a:xfrm>
          <a:prstGeom prst="rect">
            <a:avLst/>
          </a:prstGeom>
        </p:spPr>
      </p:pic>
    </p:spTree>
    <p:extLst>
      <p:ext uri="{BB962C8B-B14F-4D97-AF65-F5344CB8AC3E}">
        <p14:creationId xmlns:p14="http://schemas.microsoft.com/office/powerpoint/2010/main" val="2761288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45B37-32D9-AEB2-6F5F-7F6AB3409A27}"/>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94C220AA-6DE6-390C-7186-BBE4FB4D173C}"/>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DB793C68-07A5-3636-1D94-8B2024B75F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6" name="Rectángulo 5">
            <a:extLst>
              <a:ext uri="{FF2B5EF4-FFF2-40B4-BE49-F238E27FC236}">
                <a16:creationId xmlns:a16="http://schemas.microsoft.com/office/drawing/2014/main" id="{7D5F7280-0242-D758-E22F-0BCAFE86E9A5}"/>
              </a:ext>
            </a:extLst>
          </p:cNvPr>
          <p:cNvSpPr>
            <a:spLocks noGrp="1" noRot="1" noMove="1" noResize="1" noEditPoints="1" noAdjustHandles="1" noChangeArrowheads="1" noChangeShapeType="1"/>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08CC31B8-6351-0187-A77A-00F1E829F518}"/>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4D1C1CDC-8EFC-AC1B-4B58-977D30000ACB}"/>
              </a:ext>
            </a:extLst>
          </p:cNvPr>
          <p:cNvSpPr/>
          <p:nvPr/>
        </p:nvSpPr>
        <p:spPr>
          <a:xfrm>
            <a:off x="3019451" y="316201"/>
            <a:ext cx="3978974" cy="523220"/>
          </a:xfrm>
          <a:prstGeom prst="rect">
            <a:avLst/>
          </a:prstGeom>
          <a:noFill/>
        </p:spPr>
        <p:txBody>
          <a:bodyPr wrap="none" lIns="91440" tIns="45720" rIns="91440" bIns="45720">
            <a:spAutoFit/>
          </a:bodyPr>
          <a:lstStyle/>
          <a:p>
            <a:pPr algn="ctr"/>
            <a:r>
              <a:rPr lang="es-ES" sz="2800" b="1" cap="none" spc="0" dirty="0">
                <a:ln w="0">
                  <a:noFill/>
                </a:ln>
                <a:latin typeface="Poppins" panose="00000500000000000000" pitchFamily="2" charset="0"/>
                <a:cs typeface="Poppins" panose="00000500000000000000" pitchFamily="2" charset="0"/>
              </a:rPr>
              <a:t>CONTROL DE EQUIPOS</a:t>
            </a:r>
          </a:p>
        </p:txBody>
      </p:sp>
      <p:sp>
        <p:nvSpPr>
          <p:cNvPr id="10" name="Rectángulo 9">
            <a:extLst>
              <a:ext uri="{FF2B5EF4-FFF2-40B4-BE49-F238E27FC236}">
                <a16:creationId xmlns:a16="http://schemas.microsoft.com/office/drawing/2014/main" id="{6F4A4633-FE44-40A1-E188-CC502C75671C}"/>
              </a:ext>
            </a:extLst>
          </p:cNvPr>
          <p:cNvSpPr/>
          <p:nvPr/>
        </p:nvSpPr>
        <p:spPr>
          <a:xfrm>
            <a:off x="3189053" y="4196781"/>
            <a:ext cx="8737058" cy="237683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12264A1D-89EE-F64D-7C7E-3CDE5CAA2992}"/>
              </a:ext>
            </a:extLst>
          </p:cNvPr>
          <p:cNvSpPr/>
          <p:nvPr/>
        </p:nvSpPr>
        <p:spPr>
          <a:xfrm>
            <a:off x="-1" y="4358130"/>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2" name="Rectángulo: esquinas redondeadas 11">
            <a:extLst>
              <a:ext uri="{FF2B5EF4-FFF2-40B4-BE49-F238E27FC236}">
                <a16:creationId xmlns:a16="http://schemas.microsoft.com/office/drawing/2014/main" id="{5C6EC73B-54D7-75CB-6A75-C6C67CFEDE49}"/>
              </a:ext>
            </a:extLst>
          </p:cNvPr>
          <p:cNvSpPr/>
          <p:nvPr/>
        </p:nvSpPr>
        <p:spPr>
          <a:xfrm>
            <a:off x="3339830" y="3879514"/>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LISTA DE EQUIPOS REGISTRADOS</a:t>
            </a:r>
          </a:p>
        </p:txBody>
      </p:sp>
      <p:sp>
        <p:nvSpPr>
          <p:cNvPr id="15" name="Rectángulo 14">
            <a:extLst>
              <a:ext uri="{FF2B5EF4-FFF2-40B4-BE49-F238E27FC236}">
                <a16:creationId xmlns:a16="http://schemas.microsoft.com/office/drawing/2014/main" id="{478A7031-F27A-9945-B52E-B96BA3C8AFFF}"/>
              </a:ext>
            </a:extLst>
          </p:cNvPr>
          <p:cNvSpPr>
            <a:spLocks/>
          </p:cNvSpPr>
          <p:nvPr/>
        </p:nvSpPr>
        <p:spPr>
          <a:xfrm>
            <a:off x="3189053" y="1302014"/>
            <a:ext cx="8737058" cy="2216616"/>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475FF214-6B17-7EC1-0052-E80468043C57}"/>
              </a:ext>
            </a:extLst>
          </p:cNvPr>
          <p:cNvSpPr/>
          <p:nvPr/>
        </p:nvSpPr>
        <p:spPr>
          <a:xfrm>
            <a:off x="4245069" y="2544293"/>
            <a:ext cx="1678665"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N</a:t>
            </a:r>
            <a:r>
              <a:rPr lang="es-ES" sz="1400" b="1" dirty="0">
                <a:ln w="0">
                  <a:noFill/>
                </a:ln>
                <a:solidFill>
                  <a:schemeClr val="accent2"/>
                </a:solidFill>
                <a:latin typeface="Poppins" panose="00000500000000000000" pitchFamily="2" charset="0"/>
                <a:cs typeface="Poppins" panose="00000500000000000000" pitchFamily="2" charset="0"/>
              </a:rPr>
              <a:t>úmero de Serie</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16" name="Rectángulo: esquinas redondeadas 15">
            <a:extLst>
              <a:ext uri="{FF2B5EF4-FFF2-40B4-BE49-F238E27FC236}">
                <a16:creationId xmlns:a16="http://schemas.microsoft.com/office/drawing/2014/main" id="{AD5C6398-237B-9D54-EA26-1E58BE363717}"/>
              </a:ext>
            </a:extLst>
          </p:cNvPr>
          <p:cNvSpPr/>
          <p:nvPr/>
        </p:nvSpPr>
        <p:spPr>
          <a:xfrm>
            <a:off x="3442969" y="1047557"/>
            <a:ext cx="281205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REGISTRO DE EQUIPOS</a:t>
            </a:r>
          </a:p>
        </p:txBody>
      </p:sp>
      <p:sp>
        <p:nvSpPr>
          <p:cNvPr id="17" name="Rectángulo 16">
            <a:extLst>
              <a:ext uri="{FF2B5EF4-FFF2-40B4-BE49-F238E27FC236}">
                <a16:creationId xmlns:a16="http://schemas.microsoft.com/office/drawing/2014/main" id="{53A4D1F8-CBB9-A596-D828-77D9B8DED9A3}"/>
              </a:ext>
            </a:extLst>
          </p:cNvPr>
          <p:cNvSpPr/>
          <p:nvPr/>
        </p:nvSpPr>
        <p:spPr>
          <a:xfrm>
            <a:off x="10480894" y="615541"/>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ELIMINAR</a:t>
            </a:r>
          </a:p>
        </p:txBody>
      </p:sp>
      <p:sp>
        <p:nvSpPr>
          <p:cNvPr id="18" name="Rectángulo 17">
            <a:extLst>
              <a:ext uri="{FF2B5EF4-FFF2-40B4-BE49-F238E27FC236}">
                <a16:creationId xmlns:a16="http://schemas.microsoft.com/office/drawing/2014/main" id="{9772E97B-C628-AFA1-82A1-93BA4A6FF63C}"/>
              </a:ext>
            </a:extLst>
          </p:cNvPr>
          <p:cNvSpPr/>
          <p:nvPr/>
        </p:nvSpPr>
        <p:spPr>
          <a:xfrm>
            <a:off x="7894225" y="2904829"/>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9" name="Rectángulo 18">
            <a:extLst>
              <a:ext uri="{FF2B5EF4-FFF2-40B4-BE49-F238E27FC236}">
                <a16:creationId xmlns:a16="http://schemas.microsoft.com/office/drawing/2014/main" id="{2379801D-7662-D028-839E-471F811835C2}"/>
              </a:ext>
            </a:extLst>
          </p:cNvPr>
          <p:cNvSpPr/>
          <p:nvPr/>
        </p:nvSpPr>
        <p:spPr>
          <a:xfrm>
            <a:off x="7879102" y="2566066"/>
            <a:ext cx="1922321"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Código Patrimonial</a:t>
            </a:r>
          </a:p>
        </p:txBody>
      </p:sp>
      <p:sp>
        <p:nvSpPr>
          <p:cNvPr id="23" name="Rectángulo 22">
            <a:extLst>
              <a:ext uri="{FF2B5EF4-FFF2-40B4-BE49-F238E27FC236}">
                <a16:creationId xmlns:a16="http://schemas.microsoft.com/office/drawing/2014/main" id="{7F104C1C-C143-0E1D-5B09-3282A3DE6507}"/>
              </a:ext>
            </a:extLst>
          </p:cNvPr>
          <p:cNvSpPr/>
          <p:nvPr/>
        </p:nvSpPr>
        <p:spPr>
          <a:xfrm>
            <a:off x="4416590" y="1658272"/>
            <a:ext cx="1507144"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Tipo de Equipo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6" name="Rectángulo 25">
            <a:extLst>
              <a:ext uri="{FF2B5EF4-FFF2-40B4-BE49-F238E27FC236}">
                <a16:creationId xmlns:a16="http://schemas.microsoft.com/office/drawing/2014/main" id="{BA55F4A1-4F09-A43D-B231-43BCAD3B200B}"/>
              </a:ext>
            </a:extLst>
          </p:cNvPr>
          <p:cNvSpPr/>
          <p:nvPr/>
        </p:nvSpPr>
        <p:spPr>
          <a:xfrm>
            <a:off x="7067819" y="1658271"/>
            <a:ext cx="1218603"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Laboratorio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cxnSp>
        <p:nvCxnSpPr>
          <p:cNvPr id="31" name="Conector recto 30">
            <a:extLst>
              <a:ext uri="{FF2B5EF4-FFF2-40B4-BE49-F238E27FC236}">
                <a16:creationId xmlns:a16="http://schemas.microsoft.com/office/drawing/2014/main" id="{04AAA063-1BBC-6778-7A6F-FF43A720CCB0}"/>
              </a:ext>
            </a:extLst>
          </p:cNvPr>
          <p:cNvCxnSpPr>
            <a:cxnSpLocks/>
          </p:cNvCxnSpPr>
          <p:nvPr/>
        </p:nvCxnSpPr>
        <p:spPr>
          <a:xfrm>
            <a:off x="3189052" y="4767026"/>
            <a:ext cx="8737059" cy="0"/>
          </a:xfrm>
          <a:prstGeom prst="line">
            <a:avLst/>
          </a:prstGeom>
        </p:spPr>
        <p:style>
          <a:lnRef idx="2">
            <a:schemeClr val="dk1"/>
          </a:lnRef>
          <a:fillRef idx="0">
            <a:schemeClr val="dk1"/>
          </a:fillRef>
          <a:effectRef idx="1">
            <a:schemeClr val="dk1"/>
          </a:effectRef>
          <a:fontRef idx="minor">
            <a:schemeClr val="tx1"/>
          </a:fontRef>
        </p:style>
      </p:cxnSp>
      <p:sp>
        <p:nvSpPr>
          <p:cNvPr id="34" name="Rectángulo 33">
            <a:extLst>
              <a:ext uri="{FF2B5EF4-FFF2-40B4-BE49-F238E27FC236}">
                <a16:creationId xmlns:a16="http://schemas.microsoft.com/office/drawing/2014/main" id="{24D21349-021D-1480-8F35-28B8FFB08711}"/>
              </a:ext>
            </a:extLst>
          </p:cNvPr>
          <p:cNvSpPr/>
          <p:nvPr/>
        </p:nvSpPr>
        <p:spPr>
          <a:xfrm>
            <a:off x="385267" y="5842870"/>
            <a:ext cx="1901953" cy="731760"/>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CERRAR SESIÓN</a:t>
            </a:r>
          </a:p>
        </p:txBody>
      </p:sp>
      <p:sp>
        <p:nvSpPr>
          <p:cNvPr id="35" name="Rectángulo 34">
            <a:extLst>
              <a:ext uri="{FF2B5EF4-FFF2-40B4-BE49-F238E27FC236}">
                <a16:creationId xmlns:a16="http://schemas.microsoft.com/office/drawing/2014/main" id="{D6A284C0-3875-21F0-DDA9-8418288CB0B6}"/>
              </a:ext>
            </a:extLst>
          </p:cNvPr>
          <p:cNvSpPr/>
          <p:nvPr/>
        </p:nvSpPr>
        <p:spPr>
          <a:xfrm>
            <a:off x="375598" y="3407420"/>
            <a:ext cx="1919115" cy="276999"/>
          </a:xfrm>
          <a:prstGeom prst="rect">
            <a:avLst/>
          </a:prstGeom>
          <a:noFill/>
          <a:effectLst/>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REGISTRO DE USUARIOS</a:t>
            </a:r>
            <a:endParaRPr lang="es-ES" sz="1200" cap="none" spc="0" dirty="0">
              <a:ln w="0">
                <a:noFill/>
              </a:ln>
              <a:latin typeface="Poppins" panose="00000500000000000000" pitchFamily="2" charset="0"/>
              <a:cs typeface="Poppins" panose="00000500000000000000" pitchFamily="2" charset="0"/>
            </a:endParaRPr>
          </a:p>
        </p:txBody>
      </p:sp>
      <p:pic>
        <p:nvPicPr>
          <p:cNvPr id="37" name="Imagen 36" descr="Icono&#10;&#10;Descripción generada automáticamente">
            <a:extLst>
              <a:ext uri="{FF2B5EF4-FFF2-40B4-BE49-F238E27FC236}">
                <a16:creationId xmlns:a16="http://schemas.microsoft.com/office/drawing/2014/main" id="{05ED01B9-629F-17A3-49F2-4B6CB08BBA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9566" y="3380945"/>
            <a:ext cx="438100" cy="438100"/>
          </a:xfrm>
          <a:prstGeom prst="rect">
            <a:avLst/>
          </a:prstGeom>
        </p:spPr>
      </p:pic>
      <p:sp>
        <p:nvSpPr>
          <p:cNvPr id="42" name="Rectángulo 41">
            <a:extLst>
              <a:ext uri="{FF2B5EF4-FFF2-40B4-BE49-F238E27FC236}">
                <a16:creationId xmlns:a16="http://schemas.microsoft.com/office/drawing/2014/main" id="{6A76CF67-2523-EE1E-62C4-9941F0277653}"/>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43" name="Rectángulo 42">
            <a:extLst>
              <a:ext uri="{FF2B5EF4-FFF2-40B4-BE49-F238E27FC236}">
                <a16:creationId xmlns:a16="http://schemas.microsoft.com/office/drawing/2014/main" id="{69227B41-F9ED-124F-7BCB-2665811E7C2A}"/>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CONTROL DE EQUIPOS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sp>
        <p:nvSpPr>
          <p:cNvPr id="45" name="Rectángulo 44">
            <a:extLst>
              <a:ext uri="{FF2B5EF4-FFF2-40B4-BE49-F238E27FC236}">
                <a16:creationId xmlns:a16="http://schemas.microsoft.com/office/drawing/2014/main" id="{C75FBC27-2F5D-0E38-D329-02CA4E94B35F}"/>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pic>
        <p:nvPicPr>
          <p:cNvPr id="3" name="Imagen 2" descr="Forma&#10;&#10;Descripción generada automáticamente con confianza baja">
            <a:extLst>
              <a:ext uri="{FF2B5EF4-FFF2-40B4-BE49-F238E27FC236}">
                <a16:creationId xmlns:a16="http://schemas.microsoft.com/office/drawing/2014/main" id="{0D4736D4-0D44-3F4A-A120-86C57E60EC1E}"/>
              </a:ext>
            </a:extLst>
          </p:cNvPr>
          <p:cNvPicPr>
            <a:picLocks noChangeAspect="1"/>
          </p:cNvPicPr>
          <p:nvPr/>
        </p:nvPicPr>
        <p:blipFill>
          <a:blip r:embed="rId4">
            <a:extLst>
              <a:ext uri="{28A0092B-C50C-407E-A947-70E740481C1C}">
                <a14:useLocalDpi xmlns:a14="http://schemas.microsoft.com/office/drawing/2010/main" val="0"/>
              </a:ext>
            </a:extLst>
          </a:blip>
          <a:srcRect t="47106" b="47244"/>
          <a:stretch/>
        </p:blipFill>
        <p:spPr>
          <a:xfrm flipV="1">
            <a:off x="3144976" y="6417656"/>
            <a:ext cx="8801552" cy="137712"/>
          </a:xfrm>
          <a:prstGeom prst="rect">
            <a:avLst/>
          </a:prstGeom>
        </p:spPr>
      </p:pic>
      <p:sp>
        <p:nvSpPr>
          <p:cNvPr id="33" name="Rectángulo 32">
            <a:extLst>
              <a:ext uri="{FF2B5EF4-FFF2-40B4-BE49-F238E27FC236}">
                <a16:creationId xmlns:a16="http://schemas.microsoft.com/office/drawing/2014/main" id="{5E3DD97B-C074-9C05-C418-52BFF9D4AA33}"/>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sp>
        <p:nvSpPr>
          <p:cNvPr id="36" name="Rectángulo 35">
            <a:extLst>
              <a:ext uri="{FF2B5EF4-FFF2-40B4-BE49-F238E27FC236}">
                <a16:creationId xmlns:a16="http://schemas.microsoft.com/office/drawing/2014/main" id="{C5ADEC84-1549-F155-3717-1ADD8401A240}"/>
              </a:ext>
            </a:extLst>
          </p:cNvPr>
          <p:cNvSpPr/>
          <p:nvPr/>
        </p:nvSpPr>
        <p:spPr>
          <a:xfrm>
            <a:off x="8929463" y="607032"/>
            <a:ext cx="1465634" cy="440525"/>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MODIFICAR</a:t>
            </a:r>
          </a:p>
        </p:txBody>
      </p:sp>
      <p:sp>
        <p:nvSpPr>
          <p:cNvPr id="8" name="Rectángulo 7">
            <a:extLst>
              <a:ext uri="{FF2B5EF4-FFF2-40B4-BE49-F238E27FC236}">
                <a16:creationId xmlns:a16="http://schemas.microsoft.com/office/drawing/2014/main" id="{72B43396-73E3-3D87-DC4C-E0FEE57CCB35}"/>
              </a:ext>
            </a:extLst>
          </p:cNvPr>
          <p:cNvSpPr/>
          <p:nvPr/>
        </p:nvSpPr>
        <p:spPr>
          <a:xfrm>
            <a:off x="7374629" y="607031"/>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AGREGAR</a:t>
            </a:r>
          </a:p>
        </p:txBody>
      </p:sp>
      <p:sp>
        <p:nvSpPr>
          <p:cNvPr id="13" name="Rectángulo 12">
            <a:extLst>
              <a:ext uri="{FF2B5EF4-FFF2-40B4-BE49-F238E27FC236}">
                <a16:creationId xmlns:a16="http://schemas.microsoft.com/office/drawing/2014/main" id="{4CC80353-34CA-8841-DF16-96338F775F79}"/>
              </a:ext>
            </a:extLst>
          </p:cNvPr>
          <p:cNvSpPr/>
          <p:nvPr/>
        </p:nvSpPr>
        <p:spPr>
          <a:xfrm>
            <a:off x="9312676" y="3721626"/>
            <a:ext cx="2616740" cy="370819"/>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8" name="Rectángulo 37">
            <a:extLst>
              <a:ext uri="{FF2B5EF4-FFF2-40B4-BE49-F238E27FC236}">
                <a16:creationId xmlns:a16="http://schemas.microsoft.com/office/drawing/2014/main" id="{D3D7FD1A-F58F-4822-79DC-219C298682E6}"/>
              </a:ext>
            </a:extLst>
          </p:cNvPr>
          <p:cNvSpPr/>
          <p:nvPr/>
        </p:nvSpPr>
        <p:spPr>
          <a:xfrm>
            <a:off x="7996059" y="3721626"/>
            <a:ext cx="1316387" cy="400110"/>
          </a:xfrm>
          <a:prstGeom prst="rect">
            <a:avLst/>
          </a:prstGeom>
          <a:noFill/>
        </p:spPr>
        <p:txBody>
          <a:bodyPr wrap="none" lIns="91440" tIns="45720" rIns="91440" bIns="45720">
            <a:spAutoFit/>
          </a:bodyPr>
          <a:lstStyle/>
          <a:p>
            <a:pPr algn="ctr"/>
            <a:r>
              <a:rPr lang="es-ES" sz="2000" b="1" cap="none" spc="0" dirty="0">
                <a:ln w="0">
                  <a:noFill/>
                </a:ln>
                <a:latin typeface="Poppins" panose="00000500000000000000" pitchFamily="2" charset="0"/>
                <a:cs typeface="Poppins" panose="00000500000000000000" pitchFamily="2" charset="0"/>
              </a:rPr>
              <a:t>BUSCAR :</a:t>
            </a:r>
          </a:p>
        </p:txBody>
      </p:sp>
      <p:pic>
        <p:nvPicPr>
          <p:cNvPr id="39" name="Imagen 38" descr="Dibujo de un animal con la boca abierta&#10;&#10;Descripción generada automáticamente con confianza baja">
            <a:extLst>
              <a:ext uri="{FF2B5EF4-FFF2-40B4-BE49-F238E27FC236}">
                <a16:creationId xmlns:a16="http://schemas.microsoft.com/office/drawing/2014/main" id="{FF9AB07E-7623-C15E-89D9-3F2F9BEAC7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pic>
        <p:nvPicPr>
          <p:cNvPr id="40" name="Imagen 39" descr="Icono&#10;&#10;Descripción generada automáticamente">
            <a:extLst>
              <a:ext uri="{FF2B5EF4-FFF2-40B4-BE49-F238E27FC236}">
                <a16:creationId xmlns:a16="http://schemas.microsoft.com/office/drawing/2014/main" id="{F0A744BB-912C-46D3-66BE-74DA43FB23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1533" y="802355"/>
            <a:ext cx="438100" cy="438100"/>
          </a:xfrm>
          <a:prstGeom prst="rect">
            <a:avLst/>
          </a:prstGeom>
        </p:spPr>
      </p:pic>
      <p:pic>
        <p:nvPicPr>
          <p:cNvPr id="44" name="Imagen 43" descr="Icono&#10;&#10;Descripción generada automáticamente">
            <a:extLst>
              <a:ext uri="{FF2B5EF4-FFF2-40B4-BE49-F238E27FC236}">
                <a16:creationId xmlns:a16="http://schemas.microsoft.com/office/drawing/2014/main" id="{49873044-404C-EF83-1C10-2BDCA416C5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62292" y="4687716"/>
            <a:ext cx="361970" cy="361970"/>
          </a:xfrm>
          <a:prstGeom prst="rect">
            <a:avLst/>
          </a:prstGeom>
        </p:spPr>
      </p:pic>
      <p:pic>
        <p:nvPicPr>
          <p:cNvPr id="46" name="Imagen 45" descr="Icono&#10;&#10;Descripción generada automáticamente">
            <a:extLst>
              <a:ext uri="{FF2B5EF4-FFF2-40B4-BE49-F238E27FC236}">
                <a16:creationId xmlns:a16="http://schemas.microsoft.com/office/drawing/2014/main" id="{A26B78D1-68D3-40FE-3862-C1AE39EC15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40031" y="872282"/>
            <a:ext cx="361970" cy="361970"/>
          </a:xfrm>
          <a:prstGeom prst="rect">
            <a:avLst/>
          </a:prstGeom>
        </p:spPr>
      </p:pic>
      <p:pic>
        <p:nvPicPr>
          <p:cNvPr id="47" name="Imagen 46" descr="Icono&#10;&#10;Descripción generada automáticamente">
            <a:extLst>
              <a:ext uri="{FF2B5EF4-FFF2-40B4-BE49-F238E27FC236}">
                <a16:creationId xmlns:a16="http://schemas.microsoft.com/office/drawing/2014/main" id="{F4255FAA-F281-6D36-2AD0-FE8DC85A56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0512" y="6373375"/>
            <a:ext cx="361970" cy="361970"/>
          </a:xfrm>
          <a:prstGeom prst="rect">
            <a:avLst/>
          </a:prstGeom>
        </p:spPr>
      </p:pic>
      <p:sp>
        <p:nvSpPr>
          <p:cNvPr id="49" name="Rectángulo 48">
            <a:extLst>
              <a:ext uri="{FF2B5EF4-FFF2-40B4-BE49-F238E27FC236}">
                <a16:creationId xmlns:a16="http://schemas.microsoft.com/office/drawing/2014/main" id="{6F1EAAD9-B5DD-4DE6-F6D9-5E85D4DDC764}"/>
              </a:ext>
            </a:extLst>
          </p:cNvPr>
          <p:cNvSpPr/>
          <p:nvPr/>
        </p:nvSpPr>
        <p:spPr>
          <a:xfrm>
            <a:off x="4297353" y="2925685"/>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48" name="Rectángulo 47">
            <a:extLst>
              <a:ext uri="{FF2B5EF4-FFF2-40B4-BE49-F238E27FC236}">
                <a16:creationId xmlns:a16="http://schemas.microsoft.com/office/drawing/2014/main" id="{8DBEAABD-D0E9-2216-8A47-E467906C3BF2}"/>
              </a:ext>
            </a:extLst>
          </p:cNvPr>
          <p:cNvSpPr/>
          <p:nvPr/>
        </p:nvSpPr>
        <p:spPr>
          <a:xfrm>
            <a:off x="4275841" y="2902074"/>
            <a:ext cx="131161" cy="307776"/>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a:t>
            </a:r>
            <a:endParaRPr lang="es-ES" sz="1400" b="1" cap="none" spc="0" dirty="0">
              <a:ln w="0">
                <a:noFill/>
              </a:ln>
              <a:latin typeface="Poppins" panose="00000500000000000000" pitchFamily="2" charset="0"/>
              <a:cs typeface="Poppins" panose="00000500000000000000" pitchFamily="2" charset="0"/>
            </a:endParaRPr>
          </a:p>
        </p:txBody>
      </p:sp>
      <p:sp>
        <p:nvSpPr>
          <p:cNvPr id="55" name="Rectángulo 54">
            <a:extLst>
              <a:ext uri="{FF2B5EF4-FFF2-40B4-BE49-F238E27FC236}">
                <a16:creationId xmlns:a16="http://schemas.microsoft.com/office/drawing/2014/main" id="{E52B9AAE-1BBA-F514-CFE4-13D0FC633D6E}"/>
              </a:ext>
            </a:extLst>
          </p:cNvPr>
          <p:cNvSpPr/>
          <p:nvPr/>
        </p:nvSpPr>
        <p:spPr>
          <a:xfrm>
            <a:off x="9729212" y="1658271"/>
            <a:ext cx="860505" cy="307777"/>
          </a:xfrm>
          <a:prstGeom prst="rect">
            <a:avLst/>
          </a:prstGeom>
          <a:noFill/>
        </p:spPr>
        <p:txBody>
          <a:bodyPr wrap="squar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Estado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pic>
        <p:nvPicPr>
          <p:cNvPr id="60" name="Imagen 59" descr="Icono&#10;&#10;Descripción generada automáticamente">
            <a:extLst>
              <a:ext uri="{FF2B5EF4-FFF2-40B4-BE49-F238E27FC236}">
                <a16:creationId xmlns:a16="http://schemas.microsoft.com/office/drawing/2014/main" id="{AA77E792-76F0-F0BC-6597-AF2B994F1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64558" y="3808773"/>
            <a:ext cx="438100" cy="438100"/>
          </a:xfrm>
          <a:prstGeom prst="rect">
            <a:avLst/>
          </a:prstGeom>
        </p:spPr>
      </p:pic>
      <p:pic>
        <p:nvPicPr>
          <p:cNvPr id="62" name="Imagen 61">
            <a:extLst>
              <a:ext uri="{FF2B5EF4-FFF2-40B4-BE49-F238E27FC236}">
                <a16:creationId xmlns:a16="http://schemas.microsoft.com/office/drawing/2014/main" id="{56AD2FCC-9F6C-E3C0-91A0-7CE68CCF06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98527" y="2083280"/>
            <a:ext cx="1743270" cy="274451"/>
          </a:xfrm>
          <a:prstGeom prst="rect">
            <a:avLst/>
          </a:prstGeom>
        </p:spPr>
      </p:pic>
      <p:sp>
        <p:nvSpPr>
          <p:cNvPr id="1024" name="Rectángulo 1023">
            <a:extLst>
              <a:ext uri="{FF2B5EF4-FFF2-40B4-BE49-F238E27FC236}">
                <a16:creationId xmlns:a16="http://schemas.microsoft.com/office/drawing/2014/main" id="{51520451-BF31-282A-0CB1-769E146737F0}"/>
              </a:ext>
            </a:extLst>
          </p:cNvPr>
          <p:cNvSpPr/>
          <p:nvPr/>
        </p:nvSpPr>
        <p:spPr>
          <a:xfrm>
            <a:off x="9312446" y="3780052"/>
            <a:ext cx="131161" cy="307776"/>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a:t>
            </a:r>
            <a:endParaRPr lang="es-ES" sz="1400" b="1" cap="none" spc="0" dirty="0">
              <a:ln w="0">
                <a:noFill/>
              </a:ln>
              <a:latin typeface="Poppins" panose="00000500000000000000" pitchFamily="2" charset="0"/>
              <a:cs typeface="Poppins" panose="00000500000000000000" pitchFamily="2" charset="0"/>
            </a:endParaRPr>
          </a:p>
        </p:txBody>
      </p:sp>
      <p:pic>
        <p:nvPicPr>
          <p:cNvPr id="2" name="Imagen 1">
            <a:extLst>
              <a:ext uri="{FF2B5EF4-FFF2-40B4-BE49-F238E27FC236}">
                <a16:creationId xmlns:a16="http://schemas.microsoft.com/office/drawing/2014/main" id="{7C508EB6-2D97-2B11-8A0D-3E608FB4150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05486" y="2092989"/>
            <a:ext cx="1743270" cy="274451"/>
          </a:xfrm>
          <a:prstGeom prst="rect">
            <a:avLst/>
          </a:prstGeom>
        </p:spPr>
      </p:pic>
      <p:pic>
        <p:nvPicPr>
          <p:cNvPr id="20" name="Imagen 19">
            <a:extLst>
              <a:ext uri="{FF2B5EF4-FFF2-40B4-BE49-F238E27FC236}">
                <a16:creationId xmlns:a16="http://schemas.microsoft.com/office/drawing/2014/main" id="{4D8E86AD-E70B-DA8D-AF6F-097D529E4F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12445" y="2081320"/>
            <a:ext cx="1743270" cy="274451"/>
          </a:xfrm>
          <a:prstGeom prst="rect">
            <a:avLst/>
          </a:prstGeom>
        </p:spPr>
      </p:pic>
      <p:pic>
        <p:nvPicPr>
          <p:cNvPr id="21" name="Imagen 20" descr="Icono&#10;&#10;Descripción generada automáticamente">
            <a:extLst>
              <a:ext uri="{FF2B5EF4-FFF2-40B4-BE49-F238E27FC236}">
                <a16:creationId xmlns:a16="http://schemas.microsoft.com/office/drawing/2014/main" id="{40B7B163-6D83-7B7B-2176-3CF87B43B4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12772" y="2186526"/>
            <a:ext cx="361970" cy="361970"/>
          </a:xfrm>
          <a:prstGeom prst="rect">
            <a:avLst/>
          </a:prstGeom>
        </p:spPr>
      </p:pic>
      <p:pic>
        <p:nvPicPr>
          <p:cNvPr id="22" name="Imagen 21" descr="Icono&#10;&#10;Descripción generada automáticamente">
            <a:extLst>
              <a:ext uri="{FF2B5EF4-FFF2-40B4-BE49-F238E27FC236}">
                <a16:creationId xmlns:a16="http://schemas.microsoft.com/office/drawing/2014/main" id="{2AF9107D-9C95-2FA6-15B2-81136F469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8239" y="2965229"/>
            <a:ext cx="438100" cy="438100"/>
          </a:xfrm>
          <a:prstGeom prst="rect">
            <a:avLst/>
          </a:prstGeom>
        </p:spPr>
      </p:pic>
      <p:sp>
        <p:nvSpPr>
          <p:cNvPr id="27" name="Rectángulo 26">
            <a:extLst>
              <a:ext uri="{FF2B5EF4-FFF2-40B4-BE49-F238E27FC236}">
                <a16:creationId xmlns:a16="http://schemas.microsoft.com/office/drawing/2014/main" id="{30EA60C3-C839-A0C6-89B3-AF3F9557CCC4}"/>
              </a:ext>
            </a:extLst>
          </p:cNvPr>
          <p:cNvSpPr/>
          <p:nvPr/>
        </p:nvSpPr>
        <p:spPr>
          <a:xfrm>
            <a:off x="3851495" y="4393414"/>
            <a:ext cx="8869855"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 LAB             TIPO              COD.PATRIMONIAL               NÚMERO DE SERIE                ESTADO</a:t>
            </a:r>
            <a:endParaRPr lang="es-ES" sz="1400" b="1" cap="none" spc="0" dirty="0">
              <a:ln w="0">
                <a:noFill/>
              </a:ln>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72517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996346" y="298770"/>
            <a:ext cx="5032147"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HORARIOS DE LABORATORIO</a:t>
            </a:r>
            <a:endParaRPr lang="es-ES" sz="2800" b="1" cap="none" spc="0" dirty="0">
              <a:ln w="0">
                <a:noFill/>
              </a:ln>
              <a:latin typeface="Poppins" panose="00000500000000000000" pitchFamily="2" charset="0"/>
              <a:cs typeface="Poppins" panose="00000500000000000000" pitchFamily="2" charset="0"/>
            </a:endParaRPr>
          </a:p>
        </p:txBody>
      </p:sp>
      <p:sp>
        <p:nvSpPr>
          <p:cNvPr id="10" name="Rectángulo 9">
            <a:extLst>
              <a:ext uri="{FF2B5EF4-FFF2-40B4-BE49-F238E27FC236}">
                <a16:creationId xmlns:a16="http://schemas.microsoft.com/office/drawing/2014/main" id="{93593EA5-E513-AB1E-867F-556B9CE19BB8}"/>
              </a:ext>
            </a:extLst>
          </p:cNvPr>
          <p:cNvSpPr/>
          <p:nvPr/>
        </p:nvSpPr>
        <p:spPr>
          <a:xfrm>
            <a:off x="3189055" y="3492299"/>
            <a:ext cx="8737058" cy="308233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2" name="Rectángulo: esquinas redondeadas 11">
            <a:extLst>
              <a:ext uri="{FF2B5EF4-FFF2-40B4-BE49-F238E27FC236}">
                <a16:creationId xmlns:a16="http://schemas.microsoft.com/office/drawing/2014/main" id="{BFF866AC-8F2A-35D6-4074-DB71B8C6E7AD}"/>
              </a:ext>
            </a:extLst>
          </p:cNvPr>
          <p:cNvSpPr/>
          <p:nvPr/>
        </p:nvSpPr>
        <p:spPr>
          <a:xfrm>
            <a:off x="3339832" y="3175032"/>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HORARIOS REGISTRADOS</a:t>
            </a:r>
          </a:p>
        </p:txBody>
      </p:sp>
      <p:sp>
        <p:nvSpPr>
          <p:cNvPr id="15" name="Rectángulo 14">
            <a:extLst>
              <a:ext uri="{FF2B5EF4-FFF2-40B4-BE49-F238E27FC236}">
                <a16:creationId xmlns:a16="http://schemas.microsoft.com/office/drawing/2014/main" id="{A7E31D33-3343-C272-E602-519EB8179B91}"/>
              </a:ext>
            </a:extLst>
          </p:cNvPr>
          <p:cNvSpPr/>
          <p:nvPr/>
        </p:nvSpPr>
        <p:spPr>
          <a:xfrm>
            <a:off x="3189053" y="1302014"/>
            <a:ext cx="3247351" cy="1425933"/>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F17F8443-2BE1-ED58-9BFD-8556CABD39FE}"/>
              </a:ext>
            </a:extLst>
          </p:cNvPr>
          <p:cNvSpPr/>
          <p:nvPr/>
        </p:nvSpPr>
        <p:spPr>
          <a:xfrm>
            <a:off x="3361638" y="1589711"/>
            <a:ext cx="1614546"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Nro. Laboratorio</a:t>
            </a:r>
          </a:p>
        </p:txBody>
      </p:sp>
      <p:sp>
        <p:nvSpPr>
          <p:cNvPr id="16" name="Rectángulo: esquinas redondeadas 15">
            <a:extLst>
              <a:ext uri="{FF2B5EF4-FFF2-40B4-BE49-F238E27FC236}">
                <a16:creationId xmlns:a16="http://schemas.microsoft.com/office/drawing/2014/main" id="{2FF510BB-C4F2-A6C2-F64D-F3C1A20BAB2C}"/>
              </a:ext>
            </a:extLst>
          </p:cNvPr>
          <p:cNvSpPr/>
          <p:nvPr/>
        </p:nvSpPr>
        <p:spPr>
          <a:xfrm>
            <a:off x="3442967" y="1047557"/>
            <a:ext cx="2505159"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BUSCAR HORARIOS </a:t>
            </a:r>
          </a:p>
        </p:txBody>
      </p:sp>
      <p:sp>
        <p:nvSpPr>
          <p:cNvPr id="18" name="Rectángulo 17">
            <a:extLst>
              <a:ext uri="{FF2B5EF4-FFF2-40B4-BE49-F238E27FC236}">
                <a16:creationId xmlns:a16="http://schemas.microsoft.com/office/drawing/2014/main" id="{F86BA8E0-F62F-15B7-3888-62C3764B4215}"/>
              </a:ext>
            </a:extLst>
          </p:cNvPr>
          <p:cNvSpPr/>
          <p:nvPr/>
        </p:nvSpPr>
        <p:spPr>
          <a:xfrm>
            <a:off x="3442968" y="1951362"/>
            <a:ext cx="1853990" cy="370819"/>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29" name="Rectángulo 28">
            <a:extLst>
              <a:ext uri="{FF2B5EF4-FFF2-40B4-BE49-F238E27FC236}">
                <a16:creationId xmlns:a16="http://schemas.microsoft.com/office/drawing/2014/main" id="{7355AAD9-7939-2EBE-7E60-DB418298A0D2}"/>
              </a:ext>
            </a:extLst>
          </p:cNvPr>
          <p:cNvSpPr/>
          <p:nvPr/>
        </p:nvSpPr>
        <p:spPr>
          <a:xfrm>
            <a:off x="3189054" y="3709709"/>
            <a:ext cx="8737059"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  LABORATORIO 1</a:t>
            </a:r>
            <a:endParaRPr lang="es-ES" sz="1400" b="1" cap="none" spc="0" dirty="0">
              <a:ln w="0">
                <a:noFill/>
              </a:ln>
              <a:latin typeface="Poppins" panose="00000500000000000000" pitchFamily="2" charset="0"/>
              <a:cs typeface="Poppins" panose="00000500000000000000" pitchFamily="2" charset="0"/>
            </a:endParaRPr>
          </a:p>
        </p:txBody>
      </p:sp>
      <p:cxnSp>
        <p:nvCxnSpPr>
          <p:cNvPr id="31" name="Conector recto 30">
            <a:extLst>
              <a:ext uri="{FF2B5EF4-FFF2-40B4-BE49-F238E27FC236}">
                <a16:creationId xmlns:a16="http://schemas.microsoft.com/office/drawing/2014/main" id="{A484B0AC-C37F-5B39-75A2-E06B16CDEA0D}"/>
              </a:ext>
            </a:extLst>
          </p:cNvPr>
          <p:cNvCxnSpPr>
            <a:cxnSpLocks/>
          </p:cNvCxnSpPr>
          <p:nvPr/>
        </p:nvCxnSpPr>
        <p:spPr>
          <a:xfrm>
            <a:off x="3189054" y="4062544"/>
            <a:ext cx="8737059" cy="0"/>
          </a:xfrm>
          <a:prstGeom prst="line">
            <a:avLst/>
          </a:prstGeom>
        </p:spPr>
        <p:style>
          <a:lnRef idx="2">
            <a:schemeClr val="dk1"/>
          </a:lnRef>
          <a:fillRef idx="0">
            <a:schemeClr val="dk1"/>
          </a:fillRef>
          <a:effectRef idx="1">
            <a:schemeClr val="dk1"/>
          </a:effectRef>
          <a:fontRef idx="minor">
            <a:schemeClr val="tx1"/>
          </a:fontRef>
        </p:style>
      </p:cxn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3">
            <a:extLst>
              <a:ext uri="{28A0092B-C50C-407E-A947-70E740481C1C}">
                <a14:useLocalDpi xmlns:a14="http://schemas.microsoft.com/office/drawing/2010/main" val="0"/>
              </a:ext>
            </a:extLst>
          </a:blip>
          <a:srcRect t="47106" b="47244"/>
          <a:stretch/>
        </p:blipFill>
        <p:spPr>
          <a:xfrm flipV="1">
            <a:off x="3189054" y="6555976"/>
            <a:ext cx="8737059" cy="136703"/>
          </a:xfrm>
          <a:prstGeom prst="rect">
            <a:avLst/>
          </a:prstGeom>
        </p:spPr>
      </p:pic>
      <p:sp>
        <p:nvSpPr>
          <p:cNvPr id="36" name="Rectángulo 35">
            <a:extLst>
              <a:ext uri="{FF2B5EF4-FFF2-40B4-BE49-F238E27FC236}">
                <a16:creationId xmlns:a16="http://schemas.microsoft.com/office/drawing/2014/main" id="{F79E3F54-A31A-99D1-209F-C7BC4620C549}"/>
              </a:ext>
            </a:extLst>
          </p:cNvPr>
          <p:cNvSpPr/>
          <p:nvPr/>
        </p:nvSpPr>
        <p:spPr>
          <a:xfrm>
            <a:off x="6562859" y="1743599"/>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BUSCAR</a:t>
            </a:r>
          </a:p>
        </p:txBody>
      </p:sp>
      <p:graphicFrame>
        <p:nvGraphicFramePr>
          <p:cNvPr id="13" name="Tabla 12">
            <a:extLst>
              <a:ext uri="{FF2B5EF4-FFF2-40B4-BE49-F238E27FC236}">
                <a16:creationId xmlns:a16="http://schemas.microsoft.com/office/drawing/2014/main" id="{47C6D7D6-EC0B-B268-6D7A-16ABE1568114}"/>
              </a:ext>
            </a:extLst>
          </p:cNvPr>
          <p:cNvGraphicFramePr>
            <a:graphicFrameLocks noGrp="1"/>
          </p:cNvGraphicFramePr>
          <p:nvPr>
            <p:extLst>
              <p:ext uri="{D42A27DB-BD31-4B8C-83A1-F6EECF244321}">
                <p14:modId xmlns:p14="http://schemas.microsoft.com/office/powerpoint/2010/main" val="3341203961"/>
              </p:ext>
            </p:extLst>
          </p:nvPr>
        </p:nvGraphicFramePr>
        <p:xfrm>
          <a:off x="3521062" y="4325660"/>
          <a:ext cx="8073041" cy="1854200"/>
        </p:xfrm>
        <a:graphic>
          <a:graphicData uri="http://schemas.openxmlformats.org/drawingml/2006/table">
            <a:tbl>
              <a:tblPr firstRow="1" bandRow="1">
                <a:tableStyleId>{5940675A-B579-460E-94D1-54222C63F5DA}</a:tableStyleId>
              </a:tblPr>
              <a:tblGrid>
                <a:gridCol w="2200889">
                  <a:extLst>
                    <a:ext uri="{9D8B030D-6E8A-4147-A177-3AD203B41FA5}">
                      <a16:colId xmlns:a16="http://schemas.microsoft.com/office/drawing/2014/main" val="3279040480"/>
                    </a:ext>
                  </a:extLst>
                </a:gridCol>
                <a:gridCol w="1056341">
                  <a:extLst>
                    <a:ext uri="{9D8B030D-6E8A-4147-A177-3AD203B41FA5}">
                      <a16:colId xmlns:a16="http://schemas.microsoft.com/office/drawing/2014/main" val="1494378635"/>
                    </a:ext>
                  </a:extLst>
                </a:gridCol>
                <a:gridCol w="1089330">
                  <a:extLst>
                    <a:ext uri="{9D8B030D-6E8A-4147-A177-3AD203B41FA5}">
                      <a16:colId xmlns:a16="http://schemas.microsoft.com/office/drawing/2014/main" val="717157630"/>
                    </a:ext>
                  </a:extLst>
                </a:gridCol>
                <a:gridCol w="1421394">
                  <a:extLst>
                    <a:ext uri="{9D8B030D-6E8A-4147-A177-3AD203B41FA5}">
                      <a16:colId xmlns:a16="http://schemas.microsoft.com/office/drawing/2014/main" val="1115180335"/>
                    </a:ext>
                  </a:extLst>
                </a:gridCol>
                <a:gridCol w="1083502">
                  <a:extLst>
                    <a:ext uri="{9D8B030D-6E8A-4147-A177-3AD203B41FA5}">
                      <a16:colId xmlns:a16="http://schemas.microsoft.com/office/drawing/2014/main" val="176767674"/>
                    </a:ext>
                  </a:extLst>
                </a:gridCol>
                <a:gridCol w="1221585">
                  <a:extLst>
                    <a:ext uri="{9D8B030D-6E8A-4147-A177-3AD203B41FA5}">
                      <a16:colId xmlns:a16="http://schemas.microsoft.com/office/drawing/2014/main" val="2309842737"/>
                    </a:ext>
                  </a:extLst>
                </a:gridCol>
              </a:tblGrid>
              <a:tr h="370840">
                <a:tc>
                  <a:txBody>
                    <a:bodyPr/>
                    <a:lstStyle/>
                    <a:p>
                      <a:r>
                        <a:rPr lang="es-PE" sz="1600" dirty="0"/>
                        <a:t>ASIGNATURA</a:t>
                      </a:r>
                    </a:p>
                  </a:txBody>
                  <a:tcPr/>
                </a:tc>
                <a:tc>
                  <a:txBody>
                    <a:bodyPr/>
                    <a:lstStyle/>
                    <a:p>
                      <a:r>
                        <a:rPr lang="es-PE" sz="1600" dirty="0"/>
                        <a:t>LUNES</a:t>
                      </a:r>
                    </a:p>
                  </a:txBody>
                  <a:tcPr/>
                </a:tc>
                <a:tc>
                  <a:txBody>
                    <a:bodyPr/>
                    <a:lstStyle/>
                    <a:p>
                      <a:r>
                        <a:rPr lang="es-PE" sz="1600" dirty="0"/>
                        <a:t>MARTES</a:t>
                      </a:r>
                    </a:p>
                  </a:txBody>
                  <a:tcPr/>
                </a:tc>
                <a:tc>
                  <a:txBody>
                    <a:bodyPr/>
                    <a:lstStyle/>
                    <a:p>
                      <a:r>
                        <a:rPr lang="es-PE" sz="1600" dirty="0"/>
                        <a:t>MIERCOLES</a:t>
                      </a:r>
                    </a:p>
                  </a:txBody>
                  <a:tcPr/>
                </a:tc>
                <a:tc>
                  <a:txBody>
                    <a:bodyPr/>
                    <a:lstStyle/>
                    <a:p>
                      <a:r>
                        <a:rPr lang="es-PE" sz="1600" dirty="0"/>
                        <a:t>JUEVES</a:t>
                      </a:r>
                    </a:p>
                  </a:txBody>
                  <a:tcPr/>
                </a:tc>
                <a:tc>
                  <a:txBody>
                    <a:bodyPr/>
                    <a:lstStyle/>
                    <a:p>
                      <a:r>
                        <a:rPr lang="es-PE" sz="1600" dirty="0"/>
                        <a:t>VIERNES</a:t>
                      </a:r>
                    </a:p>
                  </a:txBody>
                  <a:tcPr/>
                </a:tc>
                <a:extLst>
                  <a:ext uri="{0D108BD9-81ED-4DB2-BD59-A6C34878D82A}">
                    <a16:rowId xmlns:a16="http://schemas.microsoft.com/office/drawing/2014/main" val="1252896135"/>
                  </a:ext>
                </a:extLst>
              </a:tr>
              <a:tr h="370840">
                <a:tc>
                  <a:txBody>
                    <a:bodyPr/>
                    <a:lstStyle/>
                    <a:p>
                      <a:r>
                        <a:rPr lang="es-PE" sz="1400" dirty="0"/>
                        <a:t>PROG.APLICADA II</a:t>
                      </a:r>
                    </a:p>
                  </a:txBody>
                  <a:tcPr/>
                </a:tc>
                <a:tc>
                  <a:txBody>
                    <a:bodyPr/>
                    <a:lstStyle/>
                    <a:p>
                      <a:r>
                        <a:rPr lang="es-PE" sz="1200" dirty="0"/>
                        <a:t>8:00 – 10:00</a:t>
                      </a:r>
                    </a:p>
                  </a:txBody>
                  <a:tcPr/>
                </a:tc>
                <a:tc>
                  <a:txBody>
                    <a:bodyPr/>
                    <a:lstStyle/>
                    <a:p>
                      <a:endParaRPr lang="es-PE" sz="1200"/>
                    </a:p>
                  </a:txBody>
                  <a:tcPr/>
                </a:tc>
                <a:tc>
                  <a:txBody>
                    <a:bodyPr/>
                    <a:lstStyle/>
                    <a:p>
                      <a:r>
                        <a:rPr lang="es-PE" sz="1200" dirty="0"/>
                        <a:t>13:00 – 15:00</a:t>
                      </a:r>
                    </a:p>
                  </a:txBody>
                  <a:tcPr/>
                </a:tc>
                <a:tc>
                  <a:txBody>
                    <a:bodyPr/>
                    <a:lstStyle/>
                    <a:p>
                      <a:endParaRPr lang="es-PE" sz="1200" dirty="0"/>
                    </a:p>
                  </a:txBody>
                  <a:tcPr/>
                </a:tc>
                <a:tc>
                  <a:txBody>
                    <a:bodyPr/>
                    <a:lstStyle/>
                    <a:p>
                      <a:endParaRPr lang="es-PE" sz="1200" dirty="0"/>
                    </a:p>
                  </a:txBody>
                  <a:tcPr/>
                </a:tc>
                <a:extLst>
                  <a:ext uri="{0D108BD9-81ED-4DB2-BD59-A6C34878D82A}">
                    <a16:rowId xmlns:a16="http://schemas.microsoft.com/office/drawing/2014/main" val="3260141671"/>
                  </a:ext>
                </a:extLst>
              </a:tr>
              <a:tr h="370840">
                <a:tc>
                  <a:txBody>
                    <a:bodyPr/>
                    <a:lstStyle/>
                    <a:p>
                      <a:r>
                        <a:rPr lang="es-PE" sz="1400" dirty="0"/>
                        <a:t>PROG.APLICADA I</a:t>
                      </a:r>
                    </a:p>
                  </a:txBody>
                  <a:tcPr/>
                </a:tc>
                <a:tc>
                  <a:txBody>
                    <a:bodyPr/>
                    <a:lstStyle/>
                    <a:p>
                      <a:endParaRPr lang="es-PE" sz="1200" dirty="0"/>
                    </a:p>
                  </a:txBody>
                  <a:tcPr/>
                </a:tc>
                <a:tc>
                  <a:txBody>
                    <a:bodyPr/>
                    <a:lstStyle/>
                    <a:p>
                      <a:r>
                        <a:rPr lang="es-PE" sz="1200" dirty="0"/>
                        <a:t>9:00 – 11:00</a:t>
                      </a:r>
                    </a:p>
                  </a:txBody>
                  <a:tcPr/>
                </a:tc>
                <a:tc>
                  <a:txBody>
                    <a:bodyPr/>
                    <a:lstStyle/>
                    <a:p>
                      <a:endParaRPr lang="es-PE" sz="1200" dirty="0"/>
                    </a:p>
                  </a:txBody>
                  <a:tcPr/>
                </a:tc>
                <a:tc>
                  <a:txBody>
                    <a:bodyPr/>
                    <a:lstStyle/>
                    <a:p>
                      <a:r>
                        <a:rPr lang="es-PE" sz="1200" dirty="0"/>
                        <a:t>10:30 – 12:30</a:t>
                      </a:r>
                    </a:p>
                  </a:txBody>
                  <a:tcPr/>
                </a:tc>
                <a:tc>
                  <a:txBody>
                    <a:bodyPr/>
                    <a:lstStyle/>
                    <a:p>
                      <a:endParaRPr lang="es-PE" sz="1200"/>
                    </a:p>
                  </a:txBody>
                  <a:tcPr/>
                </a:tc>
                <a:extLst>
                  <a:ext uri="{0D108BD9-81ED-4DB2-BD59-A6C34878D82A}">
                    <a16:rowId xmlns:a16="http://schemas.microsoft.com/office/drawing/2014/main" val="1267768524"/>
                  </a:ext>
                </a:extLst>
              </a:tr>
              <a:tr h="370840">
                <a:tc>
                  <a:txBody>
                    <a:bodyPr/>
                    <a:lstStyle/>
                    <a:p>
                      <a:r>
                        <a:rPr lang="es-PE" sz="1400" dirty="0"/>
                        <a:t>FUND. PROG I</a:t>
                      </a:r>
                    </a:p>
                  </a:txBody>
                  <a:tcPr/>
                </a:tc>
                <a:tc>
                  <a:txBody>
                    <a:bodyPr/>
                    <a:lstStyle/>
                    <a:p>
                      <a:r>
                        <a:rPr lang="es-PE" sz="1200" dirty="0"/>
                        <a:t>10:00 – 12:00</a:t>
                      </a:r>
                    </a:p>
                  </a:txBody>
                  <a:tcPr/>
                </a:tc>
                <a:tc>
                  <a:txBody>
                    <a:bodyPr/>
                    <a:lstStyle/>
                    <a:p>
                      <a:endParaRPr lang="es-PE" sz="1200" dirty="0"/>
                    </a:p>
                  </a:txBody>
                  <a:tcPr/>
                </a:tc>
                <a:tc>
                  <a:txBody>
                    <a:bodyPr/>
                    <a:lstStyle/>
                    <a:p>
                      <a:r>
                        <a:rPr lang="es-PE" sz="1200" dirty="0"/>
                        <a:t>9:00 – 11:00</a:t>
                      </a:r>
                    </a:p>
                  </a:txBody>
                  <a:tcPr/>
                </a:tc>
                <a:tc>
                  <a:txBody>
                    <a:bodyPr/>
                    <a:lstStyle/>
                    <a:p>
                      <a:endParaRPr lang="es-PE" sz="1200"/>
                    </a:p>
                  </a:txBody>
                  <a:tcPr/>
                </a:tc>
                <a:tc>
                  <a:txBody>
                    <a:bodyPr/>
                    <a:lstStyle/>
                    <a:p>
                      <a:endParaRPr lang="es-PE" sz="1200"/>
                    </a:p>
                  </a:txBody>
                  <a:tcPr/>
                </a:tc>
                <a:extLst>
                  <a:ext uri="{0D108BD9-81ED-4DB2-BD59-A6C34878D82A}">
                    <a16:rowId xmlns:a16="http://schemas.microsoft.com/office/drawing/2014/main" val="658545994"/>
                  </a:ext>
                </a:extLst>
              </a:tr>
              <a:tr h="370840">
                <a:tc>
                  <a:txBody>
                    <a:bodyPr/>
                    <a:lstStyle/>
                    <a:p>
                      <a:r>
                        <a:rPr lang="es-PE" sz="1400" dirty="0"/>
                        <a:t>BASE DE DATOS II</a:t>
                      </a:r>
                    </a:p>
                  </a:txBody>
                  <a:tcPr/>
                </a:tc>
                <a:tc>
                  <a:txBody>
                    <a:bodyPr/>
                    <a:lstStyle/>
                    <a:p>
                      <a:r>
                        <a:rPr lang="es-PE" sz="1200" dirty="0"/>
                        <a:t>15:00 – 17:00</a:t>
                      </a:r>
                    </a:p>
                  </a:txBody>
                  <a:tcPr/>
                </a:tc>
                <a:tc>
                  <a:txBody>
                    <a:bodyPr/>
                    <a:lstStyle/>
                    <a:p>
                      <a:r>
                        <a:rPr lang="es-PE" sz="1200" dirty="0"/>
                        <a:t>11:00 – 13:00</a:t>
                      </a:r>
                    </a:p>
                  </a:txBody>
                  <a:tcPr/>
                </a:tc>
                <a:tc>
                  <a:txBody>
                    <a:bodyPr/>
                    <a:lstStyle/>
                    <a:p>
                      <a:endParaRPr lang="es-PE" sz="1200"/>
                    </a:p>
                  </a:txBody>
                  <a:tcPr/>
                </a:tc>
                <a:tc>
                  <a:txBody>
                    <a:bodyPr/>
                    <a:lstStyle/>
                    <a:p>
                      <a:endParaRPr lang="es-PE" sz="1200"/>
                    </a:p>
                  </a:txBody>
                  <a:tcPr/>
                </a:tc>
                <a:tc>
                  <a:txBody>
                    <a:bodyPr/>
                    <a:lstStyle/>
                    <a:p>
                      <a:endParaRPr lang="es-PE" sz="1200" dirty="0"/>
                    </a:p>
                  </a:txBody>
                  <a:tcPr/>
                </a:tc>
                <a:extLst>
                  <a:ext uri="{0D108BD9-81ED-4DB2-BD59-A6C34878D82A}">
                    <a16:rowId xmlns:a16="http://schemas.microsoft.com/office/drawing/2014/main" val="1193613946"/>
                  </a:ext>
                </a:extLst>
              </a:tr>
            </a:tbl>
          </a:graphicData>
        </a:graphic>
      </p:graphicFrame>
      <p:sp>
        <p:nvSpPr>
          <p:cNvPr id="38" name="Rectángulo 37">
            <a:extLst>
              <a:ext uri="{FF2B5EF4-FFF2-40B4-BE49-F238E27FC236}">
                <a16:creationId xmlns:a16="http://schemas.microsoft.com/office/drawing/2014/main" id="{1193BE29-DBF2-3287-403C-5403DA2CA538}"/>
              </a:ext>
            </a:extLst>
          </p:cNvPr>
          <p:cNvSpPr/>
          <p:nvPr/>
        </p:nvSpPr>
        <p:spPr>
          <a:xfrm>
            <a:off x="8363936" y="134216"/>
            <a:ext cx="3636483" cy="2328325"/>
          </a:xfrm>
          <a:prstGeom prst="rect">
            <a:avLst/>
          </a:prstGeom>
          <a:solidFill>
            <a:srgbClr val="FF9800"/>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8" name="Rectángulo 7">
            <a:extLst>
              <a:ext uri="{FF2B5EF4-FFF2-40B4-BE49-F238E27FC236}">
                <a16:creationId xmlns:a16="http://schemas.microsoft.com/office/drawing/2014/main" id="{E9BD4FC7-C67E-35DD-327D-5830582CCB15}"/>
              </a:ext>
            </a:extLst>
          </p:cNvPr>
          <p:cNvSpPr/>
          <p:nvPr/>
        </p:nvSpPr>
        <p:spPr>
          <a:xfrm>
            <a:off x="8363936" y="137286"/>
            <a:ext cx="3636483" cy="440525"/>
          </a:xfrm>
          <a:prstGeom prst="rect">
            <a:avLst/>
          </a:prstGeom>
          <a:solidFill>
            <a:schemeClr val="accent2"/>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MENÚ AVANZADO</a:t>
            </a:r>
          </a:p>
        </p:txBody>
      </p:sp>
      <p:sp>
        <p:nvSpPr>
          <p:cNvPr id="17" name="Rectángulo 16">
            <a:extLst>
              <a:ext uri="{FF2B5EF4-FFF2-40B4-BE49-F238E27FC236}">
                <a16:creationId xmlns:a16="http://schemas.microsoft.com/office/drawing/2014/main" id="{829036EA-8307-2DD6-8C19-B6829EEF00F0}"/>
              </a:ext>
            </a:extLst>
          </p:cNvPr>
          <p:cNvSpPr/>
          <p:nvPr/>
        </p:nvSpPr>
        <p:spPr>
          <a:xfrm>
            <a:off x="8590095" y="1315011"/>
            <a:ext cx="3179409" cy="348490"/>
          </a:xfrm>
          <a:prstGeom prst="rect">
            <a:avLst/>
          </a:prstGeom>
          <a:solidFill>
            <a:schemeClr val="accent2"/>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MODIFICAR HORARIOS</a:t>
            </a:r>
          </a:p>
        </p:txBody>
      </p:sp>
      <p:sp>
        <p:nvSpPr>
          <p:cNvPr id="39" name="Rectángulo 38">
            <a:extLst>
              <a:ext uri="{FF2B5EF4-FFF2-40B4-BE49-F238E27FC236}">
                <a16:creationId xmlns:a16="http://schemas.microsoft.com/office/drawing/2014/main" id="{DBEA70B2-614D-05D8-67BE-2330D889A8A4}"/>
              </a:ext>
            </a:extLst>
          </p:cNvPr>
          <p:cNvSpPr/>
          <p:nvPr/>
        </p:nvSpPr>
        <p:spPr>
          <a:xfrm>
            <a:off x="8590095" y="801142"/>
            <a:ext cx="3179409" cy="353925"/>
          </a:xfrm>
          <a:prstGeom prst="rect">
            <a:avLst/>
          </a:prstGeom>
          <a:solidFill>
            <a:schemeClr val="accent2"/>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AGREGAR HORARIOS</a:t>
            </a:r>
          </a:p>
        </p:txBody>
      </p:sp>
      <p:pic>
        <p:nvPicPr>
          <p:cNvPr id="40" name="Imagen 39" descr="Icono&#10;&#10;Descripción generada automáticamente">
            <a:extLst>
              <a:ext uri="{FF2B5EF4-FFF2-40B4-BE49-F238E27FC236}">
                <a16:creationId xmlns:a16="http://schemas.microsoft.com/office/drawing/2014/main" id="{F96FCA67-1C30-46F2-7658-47DEC6C890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0816" y="1877582"/>
            <a:ext cx="438100" cy="438100"/>
          </a:xfrm>
          <a:prstGeom prst="rect">
            <a:avLst/>
          </a:prstGeom>
        </p:spPr>
      </p:pic>
      <p:sp>
        <p:nvSpPr>
          <p:cNvPr id="41" name="Rectángulo 40">
            <a:extLst>
              <a:ext uri="{FF2B5EF4-FFF2-40B4-BE49-F238E27FC236}">
                <a16:creationId xmlns:a16="http://schemas.microsoft.com/office/drawing/2014/main" id="{5369921C-B141-C23F-72E1-9D07C8D7BF90}"/>
              </a:ext>
            </a:extLst>
          </p:cNvPr>
          <p:cNvSpPr/>
          <p:nvPr/>
        </p:nvSpPr>
        <p:spPr>
          <a:xfrm>
            <a:off x="8594985" y="1840735"/>
            <a:ext cx="3179409" cy="348490"/>
          </a:xfrm>
          <a:prstGeom prst="rect">
            <a:avLst/>
          </a:prstGeom>
          <a:solidFill>
            <a:schemeClr val="accent2"/>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ELIMINAR HORARIOS</a:t>
            </a:r>
          </a:p>
        </p:txBody>
      </p:sp>
      <p:sp>
        <p:nvSpPr>
          <p:cNvPr id="2" name="Rectángulo 1">
            <a:extLst>
              <a:ext uri="{FF2B5EF4-FFF2-40B4-BE49-F238E27FC236}">
                <a16:creationId xmlns:a16="http://schemas.microsoft.com/office/drawing/2014/main" id="{310468BB-B4A2-AFFA-6CD3-E844D3988E85}"/>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3A6EB627-DA8B-F8DE-3CCE-CD706259E398}"/>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25" name="Rectángulo 24">
            <a:extLst>
              <a:ext uri="{FF2B5EF4-FFF2-40B4-BE49-F238E27FC236}">
                <a16:creationId xmlns:a16="http://schemas.microsoft.com/office/drawing/2014/main" id="{FB591105-55E8-E8B4-BF15-B0AE90C6204B}"/>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26" name="Rectángulo 25">
            <a:extLst>
              <a:ext uri="{FF2B5EF4-FFF2-40B4-BE49-F238E27FC236}">
                <a16:creationId xmlns:a16="http://schemas.microsoft.com/office/drawing/2014/main" id="{E7B36FD3-E4F2-DD20-4337-3D094A4D889E}"/>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27" name="Imagen 26" descr="Icono&#10;&#10;Descripción generada automáticamente">
            <a:extLst>
              <a:ext uri="{FF2B5EF4-FFF2-40B4-BE49-F238E27FC236}">
                <a16:creationId xmlns:a16="http://schemas.microsoft.com/office/drawing/2014/main" id="{5CC0118D-3AD2-EE07-9C2C-41C664F09D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28" name="Rectángulo 27">
            <a:extLst>
              <a:ext uri="{FF2B5EF4-FFF2-40B4-BE49-F238E27FC236}">
                <a16:creationId xmlns:a16="http://schemas.microsoft.com/office/drawing/2014/main" id="{865AC4DA-3725-1249-410C-13B8C4C959EC}"/>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35" name="Rectángulo 34">
            <a:extLst>
              <a:ext uri="{FF2B5EF4-FFF2-40B4-BE49-F238E27FC236}">
                <a16:creationId xmlns:a16="http://schemas.microsoft.com/office/drawing/2014/main" id="{23F76CA8-5A9F-6097-14D2-36B7A13EFFEA}"/>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37" name="Rectángulo 36">
            <a:extLst>
              <a:ext uri="{FF2B5EF4-FFF2-40B4-BE49-F238E27FC236}">
                <a16:creationId xmlns:a16="http://schemas.microsoft.com/office/drawing/2014/main" id="{970906C6-8E07-C721-93F1-67D2162A6EA1}"/>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42" name="Rectángulo 41">
            <a:extLst>
              <a:ext uri="{FF2B5EF4-FFF2-40B4-BE49-F238E27FC236}">
                <a16:creationId xmlns:a16="http://schemas.microsoft.com/office/drawing/2014/main" id="{B198B94F-2944-C609-C0D4-FB9BDA7AF944}"/>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43" name="Imagen 42" descr="Dibujo de un animal con la boca abierta&#10;&#10;Descripción generada automáticamente con confianza baja">
            <a:extLst>
              <a:ext uri="{FF2B5EF4-FFF2-40B4-BE49-F238E27FC236}">
                <a16:creationId xmlns:a16="http://schemas.microsoft.com/office/drawing/2014/main" id="{02990CF8-5B2B-C558-46CC-361B7DB0E9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1549841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3569426" y="298770"/>
            <a:ext cx="3886000" cy="523220"/>
          </a:xfrm>
          <a:prstGeom prst="rect">
            <a:avLst/>
          </a:prstGeom>
          <a:noFill/>
        </p:spPr>
        <p:txBody>
          <a:bodyPr wrap="none" lIns="91440" tIns="45720" rIns="91440" bIns="45720">
            <a:spAutoFit/>
          </a:bodyPr>
          <a:lstStyle/>
          <a:p>
            <a:pPr algn="ctr"/>
            <a:r>
              <a:rPr lang="es-ES" sz="2800" b="1" cap="none" spc="0" dirty="0">
                <a:ln w="0">
                  <a:noFill/>
                </a:ln>
                <a:latin typeface="Poppins" panose="00000500000000000000" pitchFamily="2" charset="0"/>
                <a:cs typeface="Poppins" panose="00000500000000000000" pitchFamily="2" charset="0"/>
              </a:rPr>
              <a:t>AGREGAR HORARIOS</a:t>
            </a:r>
          </a:p>
        </p:txBody>
      </p: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3">
            <a:extLst>
              <a:ext uri="{28A0092B-C50C-407E-A947-70E740481C1C}">
                <a14:useLocalDpi xmlns:a14="http://schemas.microsoft.com/office/drawing/2010/main" val="0"/>
              </a:ext>
            </a:extLst>
          </a:blip>
          <a:srcRect t="47106" b="47244"/>
          <a:stretch/>
        </p:blipFill>
        <p:spPr>
          <a:xfrm flipV="1">
            <a:off x="3189054" y="6555976"/>
            <a:ext cx="8737059" cy="136703"/>
          </a:xfrm>
          <a:prstGeom prst="rect">
            <a:avLst/>
          </a:prstGeom>
        </p:spPr>
      </p:pic>
      <p:sp>
        <p:nvSpPr>
          <p:cNvPr id="2" name="Rectángulo 1">
            <a:extLst>
              <a:ext uri="{FF2B5EF4-FFF2-40B4-BE49-F238E27FC236}">
                <a16:creationId xmlns:a16="http://schemas.microsoft.com/office/drawing/2014/main" id="{EDE957D0-AB31-E053-4D14-DBBE790568E6}"/>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CB4C71E5-3B69-1BE7-BF77-71E3DD243C79}"/>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6" name="Rectángulo 15">
            <a:extLst>
              <a:ext uri="{FF2B5EF4-FFF2-40B4-BE49-F238E27FC236}">
                <a16:creationId xmlns:a16="http://schemas.microsoft.com/office/drawing/2014/main" id="{B4531A32-BBF1-1DB6-E84D-98C29CC9580C}"/>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17" name="Rectángulo 16">
            <a:extLst>
              <a:ext uri="{FF2B5EF4-FFF2-40B4-BE49-F238E27FC236}">
                <a16:creationId xmlns:a16="http://schemas.microsoft.com/office/drawing/2014/main" id="{F2DD7941-2FB3-3AE8-172B-4CAC151325B9}"/>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18" name="Imagen 17" descr="Icono&#10;&#10;Descripción generada automáticamente">
            <a:extLst>
              <a:ext uri="{FF2B5EF4-FFF2-40B4-BE49-F238E27FC236}">
                <a16:creationId xmlns:a16="http://schemas.microsoft.com/office/drawing/2014/main" id="{08881F9E-D103-EC51-A837-D0C408D27B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19" name="Rectángulo 18">
            <a:extLst>
              <a:ext uri="{FF2B5EF4-FFF2-40B4-BE49-F238E27FC236}">
                <a16:creationId xmlns:a16="http://schemas.microsoft.com/office/drawing/2014/main" id="{E126033E-C2A2-1A4F-D1A3-8D516493AB84}"/>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20" name="Rectángulo 19">
            <a:extLst>
              <a:ext uri="{FF2B5EF4-FFF2-40B4-BE49-F238E27FC236}">
                <a16:creationId xmlns:a16="http://schemas.microsoft.com/office/drawing/2014/main" id="{12062982-4687-A9AB-5FF2-38164E94BE31}"/>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21" name="Rectángulo 20">
            <a:extLst>
              <a:ext uri="{FF2B5EF4-FFF2-40B4-BE49-F238E27FC236}">
                <a16:creationId xmlns:a16="http://schemas.microsoft.com/office/drawing/2014/main" id="{4818D74B-FB99-0C33-32E1-1B6E2E647CDE}"/>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22" name="Rectángulo 21">
            <a:extLst>
              <a:ext uri="{FF2B5EF4-FFF2-40B4-BE49-F238E27FC236}">
                <a16:creationId xmlns:a16="http://schemas.microsoft.com/office/drawing/2014/main" id="{6C8E62FA-8C93-F564-A356-0521032E2A5D}"/>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23" name="Imagen 22" descr="Dibujo de un animal con la boca abierta&#10;&#10;Descripción generada automáticamente con confianza baja">
            <a:extLst>
              <a:ext uri="{FF2B5EF4-FFF2-40B4-BE49-F238E27FC236}">
                <a16:creationId xmlns:a16="http://schemas.microsoft.com/office/drawing/2014/main" id="{F6E8F82D-E0A4-0A37-3C9F-FBA7A2717B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2220853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3411527" y="298770"/>
            <a:ext cx="4201792"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MODIFICAR HORARIOS</a:t>
            </a:r>
            <a:endParaRPr lang="es-ES" sz="2800" b="1" cap="none" spc="0" dirty="0">
              <a:ln w="0">
                <a:noFill/>
              </a:ln>
              <a:latin typeface="Poppins" panose="00000500000000000000" pitchFamily="2" charset="0"/>
              <a:cs typeface="Poppins" panose="00000500000000000000" pitchFamily="2" charset="0"/>
            </a:endParaRPr>
          </a:p>
        </p:txBody>
      </p: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3">
            <a:extLst>
              <a:ext uri="{28A0092B-C50C-407E-A947-70E740481C1C}">
                <a14:useLocalDpi xmlns:a14="http://schemas.microsoft.com/office/drawing/2010/main" val="0"/>
              </a:ext>
            </a:extLst>
          </a:blip>
          <a:srcRect t="47106" b="47244"/>
          <a:stretch/>
        </p:blipFill>
        <p:spPr>
          <a:xfrm flipV="1">
            <a:off x="3189054" y="6555976"/>
            <a:ext cx="8737059" cy="136703"/>
          </a:xfrm>
          <a:prstGeom prst="rect">
            <a:avLst/>
          </a:prstGeom>
        </p:spPr>
      </p:pic>
      <p:sp>
        <p:nvSpPr>
          <p:cNvPr id="8" name="Rectángulo 7">
            <a:extLst>
              <a:ext uri="{FF2B5EF4-FFF2-40B4-BE49-F238E27FC236}">
                <a16:creationId xmlns:a16="http://schemas.microsoft.com/office/drawing/2014/main" id="{DD19F54F-EF68-51CF-790F-4E8528BF24E9}"/>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0" name="Rectángulo 9">
            <a:extLst>
              <a:ext uri="{FF2B5EF4-FFF2-40B4-BE49-F238E27FC236}">
                <a16:creationId xmlns:a16="http://schemas.microsoft.com/office/drawing/2014/main" id="{AEB11A55-4D6D-D1F9-73AD-7C04961B23E2}"/>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2" name="Rectángulo 11">
            <a:extLst>
              <a:ext uri="{FF2B5EF4-FFF2-40B4-BE49-F238E27FC236}">
                <a16:creationId xmlns:a16="http://schemas.microsoft.com/office/drawing/2014/main" id="{A32DCDBF-C342-5C57-6733-13A70665254C}"/>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13" name="Rectángulo 12">
            <a:extLst>
              <a:ext uri="{FF2B5EF4-FFF2-40B4-BE49-F238E27FC236}">
                <a16:creationId xmlns:a16="http://schemas.microsoft.com/office/drawing/2014/main" id="{A139D534-429D-765B-0E99-4B17E57162D1}"/>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14" name="Imagen 13" descr="Icono&#10;&#10;Descripción generada automáticamente">
            <a:extLst>
              <a:ext uri="{FF2B5EF4-FFF2-40B4-BE49-F238E27FC236}">
                <a16:creationId xmlns:a16="http://schemas.microsoft.com/office/drawing/2014/main" id="{CE771F6B-0548-FBFA-B63F-245F692698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15" name="Rectángulo 14">
            <a:extLst>
              <a:ext uri="{FF2B5EF4-FFF2-40B4-BE49-F238E27FC236}">
                <a16:creationId xmlns:a16="http://schemas.microsoft.com/office/drawing/2014/main" id="{232FB38E-1E4D-500C-0BE2-0109463E2474}"/>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16" name="Rectángulo 15">
            <a:extLst>
              <a:ext uri="{FF2B5EF4-FFF2-40B4-BE49-F238E27FC236}">
                <a16:creationId xmlns:a16="http://schemas.microsoft.com/office/drawing/2014/main" id="{2AD156CF-5D2D-CD5D-3FB1-C9BE45238C54}"/>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17" name="Rectángulo 16">
            <a:extLst>
              <a:ext uri="{FF2B5EF4-FFF2-40B4-BE49-F238E27FC236}">
                <a16:creationId xmlns:a16="http://schemas.microsoft.com/office/drawing/2014/main" id="{B0F14E3E-0D54-36AC-BFE2-809C162018A1}"/>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18" name="Rectángulo 17">
            <a:extLst>
              <a:ext uri="{FF2B5EF4-FFF2-40B4-BE49-F238E27FC236}">
                <a16:creationId xmlns:a16="http://schemas.microsoft.com/office/drawing/2014/main" id="{B8F10B82-37C1-B0F1-19C8-6928FD5CE0A2}"/>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19" name="Imagen 18" descr="Dibujo de un animal con la boca abierta&#10;&#10;Descripción generada automáticamente con confianza baja">
            <a:extLst>
              <a:ext uri="{FF2B5EF4-FFF2-40B4-BE49-F238E27FC236}">
                <a16:creationId xmlns:a16="http://schemas.microsoft.com/office/drawing/2014/main" id="{3A1EEF73-6FFA-1AA7-6188-CB2E5C72B9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1634936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3601485" y="298770"/>
            <a:ext cx="3821880"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ELIMINAR HORARIOS</a:t>
            </a:r>
            <a:endParaRPr lang="es-ES" sz="2800" b="1" cap="none" spc="0" dirty="0">
              <a:ln w="0">
                <a:noFill/>
              </a:ln>
              <a:latin typeface="Poppins" panose="00000500000000000000" pitchFamily="2" charset="0"/>
              <a:cs typeface="Poppins" panose="00000500000000000000" pitchFamily="2" charset="0"/>
            </a:endParaRPr>
          </a:p>
        </p:txBody>
      </p: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3">
            <a:extLst>
              <a:ext uri="{28A0092B-C50C-407E-A947-70E740481C1C}">
                <a14:useLocalDpi xmlns:a14="http://schemas.microsoft.com/office/drawing/2010/main" val="0"/>
              </a:ext>
            </a:extLst>
          </a:blip>
          <a:srcRect t="47106" b="47244"/>
          <a:stretch/>
        </p:blipFill>
        <p:spPr>
          <a:xfrm flipV="1">
            <a:off x="3189054" y="6555976"/>
            <a:ext cx="8737059" cy="136703"/>
          </a:xfrm>
          <a:prstGeom prst="rect">
            <a:avLst/>
          </a:prstGeom>
        </p:spPr>
      </p:pic>
      <p:sp>
        <p:nvSpPr>
          <p:cNvPr id="8" name="Rectángulo 7">
            <a:extLst>
              <a:ext uri="{FF2B5EF4-FFF2-40B4-BE49-F238E27FC236}">
                <a16:creationId xmlns:a16="http://schemas.microsoft.com/office/drawing/2014/main" id="{6BA9C66A-B03E-F2B8-21C3-24A214E90961}"/>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0" name="Rectángulo 9">
            <a:extLst>
              <a:ext uri="{FF2B5EF4-FFF2-40B4-BE49-F238E27FC236}">
                <a16:creationId xmlns:a16="http://schemas.microsoft.com/office/drawing/2014/main" id="{671F1AE4-DE0B-7438-2DD4-0C988391D8F7}"/>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2" name="Rectángulo 11">
            <a:extLst>
              <a:ext uri="{FF2B5EF4-FFF2-40B4-BE49-F238E27FC236}">
                <a16:creationId xmlns:a16="http://schemas.microsoft.com/office/drawing/2014/main" id="{4E3D9680-C088-5F1B-99B4-788ADE9C5911}"/>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13" name="Rectángulo 12">
            <a:extLst>
              <a:ext uri="{FF2B5EF4-FFF2-40B4-BE49-F238E27FC236}">
                <a16:creationId xmlns:a16="http://schemas.microsoft.com/office/drawing/2014/main" id="{94FDC131-9A04-781B-260D-3D5CD55EA32A}"/>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14" name="Imagen 13" descr="Icono&#10;&#10;Descripción generada automáticamente">
            <a:extLst>
              <a:ext uri="{FF2B5EF4-FFF2-40B4-BE49-F238E27FC236}">
                <a16:creationId xmlns:a16="http://schemas.microsoft.com/office/drawing/2014/main" id="{BDF7F78B-C138-4EB6-AC4F-9ABF5E66FE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15" name="Rectángulo 14">
            <a:extLst>
              <a:ext uri="{FF2B5EF4-FFF2-40B4-BE49-F238E27FC236}">
                <a16:creationId xmlns:a16="http://schemas.microsoft.com/office/drawing/2014/main" id="{9362F0A0-F3FF-9DB0-0E40-3417CBED0620}"/>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16" name="Rectángulo 15">
            <a:extLst>
              <a:ext uri="{FF2B5EF4-FFF2-40B4-BE49-F238E27FC236}">
                <a16:creationId xmlns:a16="http://schemas.microsoft.com/office/drawing/2014/main" id="{F7D33391-092B-BD30-3ED0-A32E00DFE470}"/>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17" name="Rectángulo 16">
            <a:extLst>
              <a:ext uri="{FF2B5EF4-FFF2-40B4-BE49-F238E27FC236}">
                <a16:creationId xmlns:a16="http://schemas.microsoft.com/office/drawing/2014/main" id="{4AC0B52F-9F38-94E5-6F83-C10596C9F188}"/>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18" name="Rectángulo 17">
            <a:extLst>
              <a:ext uri="{FF2B5EF4-FFF2-40B4-BE49-F238E27FC236}">
                <a16:creationId xmlns:a16="http://schemas.microsoft.com/office/drawing/2014/main" id="{1BBDCB63-F583-2659-2904-6F930B64859C}"/>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19" name="Imagen 18" descr="Dibujo de un animal con la boca abierta&#10;&#10;Descripción generada automáticamente con confianza baja">
            <a:extLst>
              <a:ext uri="{FF2B5EF4-FFF2-40B4-BE49-F238E27FC236}">
                <a16:creationId xmlns:a16="http://schemas.microsoft.com/office/drawing/2014/main" id="{96F634A8-C5B1-A7F0-DDA0-8100788354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299042879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6190</TotalTime>
  <Words>789</Words>
  <Application>Microsoft Office PowerPoint</Application>
  <PresentationFormat>Panorámica</PresentationFormat>
  <Paragraphs>217</Paragraphs>
  <Slides>15</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Aptos</vt:lpstr>
      <vt:lpstr>Aptos Display</vt:lpstr>
      <vt:lpstr>Arial</vt:lpstr>
      <vt:lpstr>Poppins</vt:lpstr>
      <vt:lpstr>Tema de Office</vt:lpstr>
      <vt:lpstr>Presentación de PowerPoint</vt:lpstr>
      <vt:lpstr>Ventanas de Errores del Login</vt:lpstr>
      <vt:lpstr>Ventanas de Cierre</vt:lpstr>
      <vt:lpstr>Presentación de PowerPoint</vt:lpstr>
      <vt:lpstr>EXPLICACIÓN: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W10</dc:creator>
  <cp:lastModifiedBy>Office 365</cp:lastModifiedBy>
  <cp:revision>21</cp:revision>
  <dcterms:created xsi:type="dcterms:W3CDTF">2024-10-08T11:49:06Z</dcterms:created>
  <dcterms:modified xsi:type="dcterms:W3CDTF">2024-11-24T05:36:31Z</dcterms:modified>
</cp:coreProperties>
</file>