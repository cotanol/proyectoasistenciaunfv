
<file path=[Content_Types].xml><?xml version="1.0" encoding="utf-8"?>
<Types xmlns="http://schemas.openxmlformats.org/package/2006/content-types">
  <Default Extension="gif" ContentType="image/gif"/>
  <Default Extension="jpeg" ContentType="image/jpeg"/>
  <Default Extension="jpg" ContentType="image/pn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78" r:id="rId3"/>
    <p:sldId id="279" r:id="rId4"/>
    <p:sldId id="282" r:id="rId5"/>
    <p:sldId id="294" r:id="rId6"/>
    <p:sldId id="262" r:id="rId7"/>
    <p:sldId id="284" r:id="rId8"/>
    <p:sldId id="277" r:id="rId9"/>
    <p:sldId id="300" r:id="rId10"/>
    <p:sldId id="297" r:id="rId11"/>
    <p:sldId id="301" r:id="rId12"/>
    <p:sldId id="302" r:id="rId13"/>
    <p:sldId id="296" r:id="rId14"/>
    <p:sldId id="291" r:id="rId15"/>
    <p:sldId id="293" r:id="rId16"/>
    <p:sldId id="292" r:id="rId17"/>
    <p:sldId id="272" r:id="rId18"/>
    <p:sldId id="290" r:id="rId19"/>
    <p:sldId id="281" r:id="rId20"/>
    <p:sldId id="295" r:id="rId21"/>
    <p:sldId id="298" r:id="rId22"/>
    <p:sldId id="299" r:id="rId23"/>
    <p:sldId id="303" r:id="rId24"/>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642"/>
    <a:srgbClr val="616A6B"/>
    <a:srgbClr val="D68910"/>
    <a:srgbClr val="F15151"/>
    <a:srgbClr val="EEEEEE"/>
    <a:srgbClr val="DCDCDC"/>
    <a:srgbClr val="FF9800"/>
    <a:srgbClr val="D1D1D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Estilo temático 1 - Énfasis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757" autoAdjust="0"/>
    <p:restoredTop sz="94660"/>
  </p:normalViewPr>
  <p:slideViewPr>
    <p:cSldViewPr snapToGrid="0">
      <p:cViewPr varScale="1">
        <p:scale>
          <a:sx n="106" d="100"/>
          <a:sy n="106" d="100"/>
        </p:scale>
        <p:origin x="57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35539-58A2-4E94-807C-8C22373B71C8}" type="datetimeFigureOut">
              <a:rPr lang="es-PE" smtClean="0"/>
              <a:t>12/12/2024</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5F7250-28FF-473C-9AB7-5161468CB679}" type="slidenum">
              <a:rPr lang="es-PE" smtClean="0"/>
              <a:t>‹Nº›</a:t>
            </a:fld>
            <a:endParaRPr lang="es-PE"/>
          </a:p>
        </p:txBody>
      </p:sp>
    </p:spTree>
    <p:extLst>
      <p:ext uri="{BB962C8B-B14F-4D97-AF65-F5344CB8AC3E}">
        <p14:creationId xmlns:p14="http://schemas.microsoft.com/office/powerpoint/2010/main" val="2169560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dirty="0"/>
          </a:p>
        </p:txBody>
      </p:sp>
      <p:sp>
        <p:nvSpPr>
          <p:cNvPr id="4" name="Marcador de número de diapositiva 3"/>
          <p:cNvSpPr>
            <a:spLocks noGrp="1"/>
          </p:cNvSpPr>
          <p:nvPr>
            <p:ph type="sldNum" sz="quarter" idx="5"/>
          </p:nvPr>
        </p:nvSpPr>
        <p:spPr/>
        <p:txBody>
          <a:bodyPr/>
          <a:lstStyle/>
          <a:p>
            <a:fld id="{DB5F7250-28FF-473C-9AB7-5161468CB679}" type="slidenum">
              <a:rPr lang="es-PE" smtClean="0"/>
              <a:t>1</a:t>
            </a:fld>
            <a:endParaRPr lang="es-PE"/>
          </a:p>
        </p:txBody>
      </p:sp>
    </p:spTree>
    <p:extLst>
      <p:ext uri="{BB962C8B-B14F-4D97-AF65-F5344CB8AC3E}">
        <p14:creationId xmlns:p14="http://schemas.microsoft.com/office/powerpoint/2010/main" val="646965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F5FB77-DE36-FD68-A10A-06510BEF3FD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a:extLst>
              <a:ext uri="{FF2B5EF4-FFF2-40B4-BE49-F238E27FC236}">
                <a16:creationId xmlns:a16="http://schemas.microsoft.com/office/drawing/2014/main" id="{449547EF-1BAA-71C6-111D-926F80513E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PE"/>
          </a:p>
        </p:txBody>
      </p:sp>
      <p:sp>
        <p:nvSpPr>
          <p:cNvPr id="4" name="Marcador de fecha 3">
            <a:extLst>
              <a:ext uri="{FF2B5EF4-FFF2-40B4-BE49-F238E27FC236}">
                <a16:creationId xmlns:a16="http://schemas.microsoft.com/office/drawing/2014/main" id="{0616AC3D-85A5-8AC1-367E-F6013CD22C05}"/>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E4FA7F4F-2AA4-ACF6-6D90-D0E4F9D548AC}"/>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23DF1314-D4D0-CCF9-643D-F7A7E71D8F44}"/>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1583153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17BF2D-75FD-B264-33FD-46D2BB6EF6E5}"/>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8B76B4F0-3BF1-2B32-BD0D-B02BB23BDF7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C7DAE320-4440-4D85-3CC7-85C6D896BDC3}"/>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326DC303-8396-3EDD-F1E3-CC33FEF4BE14}"/>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CD8C7835-3039-AAB9-EC86-4A3FFD2AA6AB}"/>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092897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417C1E-CB97-C843-8867-6C29A391704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69ABB959-3594-ADA7-AC0A-98DC19236E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5460F23-32E2-09F3-8A52-1A045A87CB1E}"/>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FDEBA816-D96D-3A58-FCA3-5958E63A19F2}"/>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022416F4-B5D5-30C8-88D8-98D2CA8E1FD0}"/>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3800841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D48B3E-29C7-7F39-9FDA-AA6E4782FAEC}"/>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45BA42AF-2075-F169-B1AC-F09516206DC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a:extLst>
              <a:ext uri="{FF2B5EF4-FFF2-40B4-BE49-F238E27FC236}">
                <a16:creationId xmlns:a16="http://schemas.microsoft.com/office/drawing/2014/main" id="{C9848690-304F-8743-3AC0-62D38AC857E4}"/>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a:extLst>
              <a:ext uri="{FF2B5EF4-FFF2-40B4-BE49-F238E27FC236}">
                <a16:creationId xmlns:a16="http://schemas.microsoft.com/office/drawing/2014/main" id="{3606C5A5-6826-56B0-D460-26ED0CA116C1}"/>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6" name="Marcador de pie de página 5">
            <a:extLst>
              <a:ext uri="{FF2B5EF4-FFF2-40B4-BE49-F238E27FC236}">
                <a16:creationId xmlns:a16="http://schemas.microsoft.com/office/drawing/2014/main" id="{C6481F09-5776-CF63-9640-C24C635DB6DE}"/>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6260FBEE-134A-89E8-2F5A-4BFF909822A1}"/>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245409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848E22-3D7D-14E0-9C34-31B66F66CA4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BD38FFA6-8DDC-B212-8CFF-B680D26775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BE285D7F-D353-4975-4BBE-A39CE484228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a:extLst>
              <a:ext uri="{FF2B5EF4-FFF2-40B4-BE49-F238E27FC236}">
                <a16:creationId xmlns:a16="http://schemas.microsoft.com/office/drawing/2014/main" id="{C0BE961C-6239-44F1-82A6-059932455F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6C6AC253-09CF-96C6-071E-E4683ED90BF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a:extLst>
              <a:ext uri="{FF2B5EF4-FFF2-40B4-BE49-F238E27FC236}">
                <a16:creationId xmlns:a16="http://schemas.microsoft.com/office/drawing/2014/main" id="{C3B0F897-AFCF-469B-6E47-75F7C8885BD0}"/>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8" name="Marcador de pie de página 7">
            <a:extLst>
              <a:ext uri="{FF2B5EF4-FFF2-40B4-BE49-F238E27FC236}">
                <a16:creationId xmlns:a16="http://schemas.microsoft.com/office/drawing/2014/main" id="{B739B62C-CF1B-7653-16B1-1C5051B23623}"/>
              </a:ext>
            </a:extLst>
          </p:cNvPr>
          <p:cNvSpPr>
            <a:spLocks noGrp="1"/>
          </p:cNvSpPr>
          <p:nvPr>
            <p:ph type="ftr" sz="quarter" idx="11"/>
          </p:nvPr>
        </p:nvSpPr>
        <p:spPr/>
        <p:txBody>
          <a:bodyPr/>
          <a:lstStyle/>
          <a:p>
            <a:endParaRPr lang="es-PE"/>
          </a:p>
        </p:txBody>
      </p:sp>
      <p:sp>
        <p:nvSpPr>
          <p:cNvPr id="9" name="Marcador de número de diapositiva 8">
            <a:extLst>
              <a:ext uri="{FF2B5EF4-FFF2-40B4-BE49-F238E27FC236}">
                <a16:creationId xmlns:a16="http://schemas.microsoft.com/office/drawing/2014/main" id="{6740D05A-3C3B-C6D1-5805-5B274FFC3093}"/>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803716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629B24-F2E4-0016-340F-5B554DF11222}"/>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fecha 2">
            <a:extLst>
              <a:ext uri="{FF2B5EF4-FFF2-40B4-BE49-F238E27FC236}">
                <a16:creationId xmlns:a16="http://schemas.microsoft.com/office/drawing/2014/main" id="{CB2AF7AD-5696-346A-39FB-DBC2C518EBB4}"/>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4" name="Marcador de pie de página 3">
            <a:extLst>
              <a:ext uri="{FF2B5EF4-FFF2-40B4-BE49-F238E27FC236}">
                <a16:creationId xmlns:a16="http://schemas.microsoft.com/office/drawing/2014/main" id="{3C16089B-1ED6-5977-267B-4A60C575F928}"/>
              </a:ext>
            </a:extLst>
          </p:cNvPr>
          <p:cNvSpPr>
            <a:spLocks noGrp="1"/>
          </p:cNvSpPr>
          <p:nvPr>
            <p:ph type="ftr" sz="quarter" idx="11"/>
          </p:nvPr>
        </p:nvSpPr>
        <p:spPr/>
        <p:txBody>
          <a:bodyPr/>
          <a:lstStyle/>
          <a:p>
            <a:endParaRPr lang="es-PE"/>
          </a:p>
        </p:txBody>
      </p:sp>
      <p:sp>
        <p:nvSpPr>
          <p:cNvPr id="5" name="Marcador de número de diapositiva 4">
            <a:extLst>
              <a:ext uri="{FF2B5EF4-FFF2-40B4-BE49-F238E27FC236}">
                <a16:creationId xmlns:a16="http://schemas.microsoft.com/office/drawing/2014/main" id="{1383469C-F40D-CDC5-A999-F15C4959D3BE}"/>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183107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53846C3F-0767-E765-A119-E5C7CAA2730C}"/>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3" name="Marcador de pie de página 2">
            <a:extLst>
              <a:ext uri="{FF2B5EF4-FFF2-40B4-BE49-F238E27FC236}">
                <a16:creationId xmlns:a16="http://schemas.microsoft.com/office/drawing/2014/main" id="{5DED8181-6BEC-1408-B61C-26F2C27E7BAB}"/>
              </a:ext>
            </a:extLst>
          </p:cNvPr>
          <p:cNvSpPr>
            <a:spLocks noGrp="1"/>
          </p:cNvSpPr>
          <p:nvPr>
            <p:ph type="ftr" sz="quarter" idx="11"/>
          </p:nvPr>
        </p:nvSpPr>
        <p:spPr/>
        <p:txBody>
          <a:bodyPr/>
          <a:lstStyle/>
          <a:p>
            <a:endParaRPr lang="es-PE"/>
          </a:p>
        </p:txBody>
      </p:sp>
      <p:sp>
        <p:nvSpPr>
          <p:cNvPr id="4" name="Marcador de número de diapositiva 3">
            <a:extLst>
              <a:ext uri="{FF2B5EF4-FFF2-40B4-BE49-F238E27FC236}">
                <a16:creationId xmlns:a16="http://schemas.microsoft.com/office/drawing/2014/main" id="{0BB5CF68-8575-F382-AF83-76E7BB073237}"/>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8164173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F9E5E3-76F0-ED85-1CFF-C10648F5A34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FE1C9E72-A07E-4C80-59BA-EAB0A29B09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a:extLst>
              <a:ext uri="{FF2B5EF4-FFF2-40B4-BE49-F238E27FC236}">
                <a16:creationId xmlns:a16="http://schemas.microsoft.com/office/drawing/2014/main" id="{891972D3-29A6-9DC1-820B-04A7112E38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A73D1B0-1549-8BDA-856B-DAA2880F369B}"/>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6" name="Marcador de pie de página 5">
            <a:extLst>
              <a:ext uri="{FF2B5EF4-FFF2-40B4-BE49-F238E27FC236}">
                <a16:creationId xmlns:a16="http://schemas.microsoft.com/office/drawing/2014/main" id="{941A05D8-4459-BB8C-7F84-5E02DFE68105}"/>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91E6F5B0-AB68-FD86-42EC-179CF2120973}"/>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806494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29AAA-F9DD-95A3-DDBF-5D64A86A4D3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a:extLst>
              <a:ext uri="{FF2B5EF4-FFF2-40B4-BE49-F238E27FC236}">
                <a16:creationId xmlns:a16="http://schemas.microsoft.com/office/drawing/2014/main" id="{1FD074CB-D5A1-7AEE-F518-3C5BB48A7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a:extLst>
              <a:ext uri="{FF2B5EF4-FFF2-40B4-BE49-F238E27FC236}">
                <a16:creationId xmlns:a16="http://schemas.microsoft.com/office/drawing/2014/main" id="{B1732236-261F-8599-A522-A902A04696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050660-DBAB-D75F-818F-07F5FF7D4027}"/>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6" name="Marcador de pie de página 5">
            <a:extLst>
              <a:ext uri="{FF2B5EF4-FFF2-40B4-BE49-F238E27FC236}">
                <a16:creationId xmlns:a16="http://schemas.microsoft.com/office/drawing/2014/main" id="{0FBDBD03-C50C-2615-E5F3-5A16267555B8}"/>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200AFEFC-D2FE-9CCA-B433-A380DC26BB49}"/>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35366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99C3D0-6012-1DFE-ACF6-C7739CB081E7}"/>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9D2E2D86-0CFE-D9C9-026B-54A3689EB4A9}"/>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97889543-66F5-C683-AC20-4F76F2A38E4F}"/>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30E59C74-2AC3-E795-480C-7CEA9592F0B9}"/>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2D53F95D-C957-09FF-0A64-9F8E6DE3E92B}"/>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300137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DF4338A-B6D8-1DC2-B16A-7C2BD51EC2C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966D899D-0CBE-43B4-EFE3-65629F25746F}"/>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FE72D0A3-C0A0-38EF-DC25-49C3DA767466}"/>
              </a:ext>
            </a:extLst>
          </p:cNvPr>
          <p:cNvSpPr>
            <a:spLocks noGrp="1"/>
          </p:cNvSpPr>
          <p:nvPr>
            <p:ph type="dt" sz="half" idx="10"/>
          </p:nvPr>
        </p:nvSpPr>
        <p:spPr/>
        <p:txBody>
          <a:body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374E82E8-2732-2024-598A-0116639DE3B2}"/>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7F3A8127-91C5-DA92-5F8D-DE57AA6477B0}"/>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64868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6448CDA-FFF9-5699-BD3F-89C2EBB7BD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62BE8BDA-4F74-B2A5-65F2-0F2CC86773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F6D90FB1-2115-7191-FF0F-24E2527D9B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87DF-C1F8-4F0F-81CB-FC15FBDFB39A}" type="datetimeFigureOut">
              <a:rPr lang="es-PE" smtClean="0"/>
              <a:t>12/12/2024</a:t>
            </a:fld>
            <a:endParaRPr lang="es-PE"/>
          </a:p>
        </p:txBody>
      </p:sp>
      <p:sp>
        <p:nvSpPr>
          <p:cNvPr id="5" name="Marcador de pie de página 4">
            <a:extLst>
              <a:ext uri="{FF2B5EF4-FFF2-40B4-BE49-F238E27FC236}">
                <a16:creationId xmlns:a16="http://schemas.microsoft.com/office/drawing/2014/main" id="{31023750-8B4F-30B6-FAA5-F89645B90F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Marcador de número de diapositiva 5">
            <a:extLst>
              <a:ext uri="{FF2B5EF4-FFF2-40B4-BE49-F238E27FC236}">
                <a16:creationId xmlns:a16="http://schemas.microsoft.com/office/drawing/2014/main" id="{F228562B-E413-0D34-9ACF-C6A6D2362C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A19646-611F-411B-88E9-43477F61A45E}" type="slidenum">
              <a:rPr lang="es-PE" smtClean="0"/>
              <a:t>‹Nº›</a:t>
            </a:fld>
            <a:endParaRPr lang="es-PE"/>
          </a:p>
        </p:txBody>
      </p:sp>
    </p:spTree>
    <p:extLst>
      <p:ext uri="{BB962C8B-B14F-4D97-AF65-F5344CB8AC3E}">
        <p14:creationId xmlns:p14="http://schemas.microsoft.com/office/powerpoint/2010/main" val="31308170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9.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9.png"/><Relationship Id="rId4" Type="http://schemas.openxmlformats.org/officeDocument/2006/relationships/image" Target="../media/image11.png"/><Relationship Id="rId9"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2.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0.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46D23D3E-3A7A-51CF-3930-08C1B4259908}"/>
              </a:ext>
            </a:extLst>
          </p:cNvPr>
          <p:cNvSpPr>
            <a:spLocks/>
          </p:cNvSpPr>
          <p:nvPr/>
        </p:nvSpPr>
        <p:spPr>
          <a:xfrm>
            <a:off x="0" y="1524661"/>
            <a:ext cx="12502835" cy="5333340"/>
          </a:xfrm>
          <a:prstGeom prst="rect">
            <a:avLst/>
          </a:prstGeom>
          <a:solidFill>
            <a:srgbClr val="EEEEEE"/>
          </a:solidFill>
          <a:ln>
            <a:solidFill>
              <a:srgbClr val="DCDCDC"/>
            </a:solidFill>
          </a:ln>
        </p:spPr>
        <p:style>
          <a:lnRef idx="2">
            <a:schemeClr val="accent1">
              <a:shade val="15000"/>
            </a:schemeClr>
          </a:lnRef>
          <a:fillRef idx="1001">
            <a:schemeClr val="lt2"/>
          </a:fillRef>
          <a:effectRef idx="0">
            <a:schemeClr val="accent1"/>
          </a:effectRef>
          <a:fontRef idx="minor">
            <a:schemeClr val="lt1"/>
          </a:fontRef>
        </p:style>
        <p:txBody>
          <a:bodyPr rtlCol="0" anchor="ctr"/>
          <a:lstStyle/>
          <a:p>
            <a:pPr algn="ctr"/>
            <a:endParaRPr lang="es-PE" dirty="0"/>
          </a:p>
        </p:txBody>
      </p:sp>
      <p:sp>
        <p:nvSpPr>
          <p:cNvPr id="4" name="Rectángulo 3">
            <a:extLst>
              <a:ext uri="{FF2B5EF4-FFF2-40B4-BE49-F238E27FC236}">
                <a16:creationId xmlns:a16="http://schemas.microsoft.com/office/drawing/2014/main" id="{C97374DA-16D4-B576-A2DE-28F55FB74CCA}"/>
              </a:ext>
            </a:extLst>
          </p:cNvPr>
          <p:cNvSpPr/>
          <p:nvPr/>
        </p:nvSpPr>
        <p:spPr>
          <a:xfrm>
            <a:off x="0" y="0"/>
            <a:ext cx="12502836" cy="15637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pic>
        <p:nvPicPr>
          <p:cNvPr id="6" name="Imagen 5" descr="Interfaz de usuario gráfica, Texto, Aplicación&#10;&#10;Descripción generada automáticamente">
            <a:extLst>
              <a:ext uri="{FF2B5EF4-FFF2-40B4-BE49-F238E27FC236}">
                <a16:creationId xmlns:a16="http://schemas.microsoft.com/office/drawing/2014/main" id="{5E577465-3935-1906-737B-16FF47875F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488" y="143944"/>
            <a:ext cx="3203286" cy="1295079"/>
          </a:xfrm>
          <a:prstGeom prst="rect">
            <a:avLst/>
          </a:prstGeom>
        </p:spPr>
      </p:pic>
      <p:sp>
        <p:nvSpPr>
          <p:cNvPr id="7" name="Rectángulo 6">
            <a:extLst>
              <a:ext uri="{FF2B5EF4-FFF2-40B4-BE49-F238E27FC236}">
                <a16:creationId xmlns:a16="http://schemas.microsoft.com/office/drawing/2014/main" id="{31FC0448-17FD-5020-ABE7-2C46FC0F83F2}"/>
              </a:ext>
            </a:extLst>
          </p:cNvPr>
          <p:cNvSpPr/>
          <p:nvPr/>
        </p:nvSpPr>
        <p:spPr>
          <a:xfrm>
            <a:off x="588653" y="2646134"/>
            <a:ext cx="1494320" cy="461665"/>
          </a:xfrm>
          <a:prstGeom prst="rect">
            <a:avLst/>
          </a:prstGeom>
          <a:noFill/>
        </p:spPr>
        <p:txBody>
          <a:bodyPr wrap="none" lIns="91440" tIns="45720" rIns="91440" bIns="45720">
            <a:spAutoFit/>
          </a:bodyPr>
          <a:lstStyle/>
          <a:p>
            <a:pPr algn="ctr"/>
            <a:r>
              <a:rPr lang="es-ES" sz="2400" dirty="0">
                <a:ln w="0">
                  <a:noFill/>
                </a:ln>
                <a:latin typeface="Poppins" panose="00000500000000000000" pitchFamily="2" charset="0"/>
                <a:cs typeface="Poppins" panose="00000500000000000000" pitchFamily="2" charset="0"/>
              </a:rPr>
              <a:t>USUARIO</a:t>
            </a:r>
            <a:endParaRPr lang="es-ES" sz="2400" b="0" cap="none" spc="0" dirty="0">
              <a:ln w="0">
                <a:noFill/>
              </a:ln>
              <a:latin typeface="Poppins" panose="00000500000000000000" pitchFamily="2" charset="0"/>
              <a:cs typeface="Poppins" panose="00000500000000000000" pitchFamily="2" charset="0"/>
            </a:endParaRPr>
          </a:p>
        </p:txBody>
      </p:sp>
      <p:sp>
        <p:nvSpPr>
          <p:cNvPr id="3" name="Rectángulo 2">
            <a:extLst>
              <a:ext uri="{FF2B5EF4-FFF2-40B4-BE49-F238E27FC236}">
                <a16:creationId xmlns:a16="http://schemas.microsoft.com/office/drawing/2014/main" id="{9C9F6D16-E1CF-B4E3-13E4-26934883B3D4}"/>
              </a:ext>
            </a:extLst>
          </p:cNvPr>
          <p:cNvSpPr/>
          <p:nvPr/>
        </p:nvSpPr>
        <p:spPr>
          <a:xfrm>
            <a:off x="706846" y="3193437"/>
            <a:ext cx="2752254" cy="46166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PE"/>
          </a:p>
        </p:txBody>
      </p:sp>
      <p:sp>
        <p:nvSpPr>
          <p:cNvPr id="8" name="Rectángulo 7">
            <a:extLst>
              <a:ext uri="{FF2B5EF4-FFF2-40B4-BE49-F238E27FC236}">
                <a16:creationId xmlns:a16="http://schemas.microsoft.com/office/drawing/2014/main" id="{657083C8-44F1-EE14-CAAA-07A4399B45A2}"/>
              </a:ext>
            </a:extLst>
          </p:cNvPr>
          <p:cNvSpPr/>
          <p:nvPr/>
        </p:nvSpPr>
        <p:spPr>
          <a:xfrm>
            <a:off x="588653" y="3780770"/>
            <a:ext cx="2202847" cy="461665"/>
          </a:xfrm>
          <a:prstGeom prst="rect">
            <a:avLst/>
          </a:prstGeom>
          <a:noFill/>
        </p:spPr>
        <p:txBody>
          <a:bodyPr wrap="none" lIns="91440" tIns="45720" rIns="91440" bIns="45720">
            <a:spAutoFit/>
          </a:bodyPr>
          <a:lstStyle/>
          <a:p>
            <a:pPr algn="ctr"/>
            <a:r>
              <a:rPr lang="es-ES" sz="2400" dirty="0">
                <a:ln w="0">
                  <a:noFill/>
                </a:ln>
                <a:latin typeface="Poppins" panose="00000500000000000000" pitchFamily="2" charset="0"/>
                <a:cs typeface="Poppins" panose="00000500000000000000" pitchFamily="2" charset="0"/>
              </a:rPr>
              <a:t>CONTRASEÑA</a:t>
            </a:r>
            <a:endParaRPr lang="es-ES" sz="2400" b="0"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354A477B-259D-7F6C-90BC-F1CA161E47B4}"/>
              </a:ext>
            </a:extLst>
          </p:cNvPr>
          <p:cNvSpPr/>
          <p:nvPr/>
        </p:nvSpPr>
        <p:spPr>
          <a:xfrm>
            <a:off x="706846" y="4284507"/>
            <a:ext cx="2752254" cy="46166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PE"/>
          </a:p>
        </p:txBody>
      </p:sp>
      <p:sp>
        <p:nvSpPr>
          <p:cNvPr id="11" name="Rectángulo 10">
            <a:extLst>
              <a:ext uri="{FF2B5EF4-FFF2-40B4-BE49-F238E27FC236}">
                <a16:creationId xmlns:a16="http://schemas.microsoft.com/office/drawing/2014/main" id="{79B7F96B-A864-5B1F-4AB8-DE6B805EFC05}"/>
              </a:ext>
            </a:extLst>
          </p:cNvPr>
          <p:cNvSpPr/>
          <p:nvPr/>
        </p:nvSpPr>
        <p:spPr>
          <a:xfrm>
            <a:off x="706846" y="5070326"/>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ENTRAR</a:t>
            </a:r>
          </a:p>
        </p:txBody>
      </p:sp>
      <p:pic>
        <p:nvPicPr>
          <p:cNvPr id="13" name="Imagen 12" descr="Un edificio de ladrillo&#10;&#10;Descripción generada automáticamente">
            <a:extLst>
              <a:ext uri="{FF2B5EF4-FFF2-40B4-BE49-F238E27FC236}">
                <a16:creationId xmlns:a16="http://schemas.microsoft.com/office/drawing/2014/main" id="{199B66FD-9D6A-0CD4-912A-FF0592BA1E80}"/>
              </a:ext>
            </a:extLst>
          </p:cNvPr>
          <p:cNvPicPr>
            <a:picLocks noChangeAspect="1"/>
          </p:cNvPicPr>
          <p:nvPr/>
        </p:nvPicPr>
        <p:blipFill>
          <a:blip r:embed="rId4">
            <a:extLst>
              <a:ext uri="{28A0092B-C50C-407E-A947-70E740481C1C}">
                <a14:useLocalDpi xmlns:a14="http://schemas.microsoft.com/office/drawing/2010/main" val="0"/>
              </a:ext>
            </a:extLst>
          </a:blip>
          <a:srcRect l="34972" r="32611"/>
          <a:stretch/>
        </p:blipFill>
        <p:spPr>
          <a:xfrm>
            <a:off x="8873227" y="0"/>
            <a:ext cx="3629608" cy="6858000"/>
          </a:xfrm>
          <a:prstGeom prst="rect">
            <a:avLst/>
          </a:prstGeom>
        </p:spPr>
      </p:pic>
      <p:sp>
        <p:nvSpPr>
          <p:cNvPr id="14" name="Rectángulo 13">
            <a:extLst>
              <a:ext uri="{FF2B5EF4-FFF2-40B4-BE49-F238E27FC236}">
                <a16:creationId xmlns:a16="http://schemas.microsoft.com/office/drawing/2014/main" id="{669CF5FF-042C-B2B5-0476-6B891678220E}"/>
              </a:ext>
            </a:extLst>
          </p:cNvPr>
          <p:cNvSpPr/>
          <p:nvPr/>
        </p:nvSpPr>
        <p:spPr>
          <a:xfrm>
            <a:off x="551671" y="2047868"/>
            <a:ext cx="2767103"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INICIAR SESIÓ</a:t>
            </a:r>
            <a:r>
              <a:rPr lang="es-ES" sz="2800" b="1" dirty="0">
                <a:ln w="0">
                  <a:noFill/>
                </a:ln>
                <a:latin typeface="Poppins" panose="00000500000000000000" pitchFamily="2" charset="0"/>
                <a:cs typeface="Poppins" panose="00000500000000000000" pitchFamily="2" charset="0"/>
              </a:rPr>
              <a:t>N</a:t>
            </a:r>
            <a:endParaRPr lang="es-ES" sz="2800" b="1" cap="none" spc="0" dirty="0">
              <a:ln w="0">
                <a:noFill/>
              </a:ln>
              <a:latin typeface="Poppins" panose="00000500000000000000" pitchFamily="2" charset="0"/>
              <a:cs typeface="Poppins" panose="00000500000000000000" pitchFamily="2" charset="0"/>
            </a:endParaRPr>
          </a:p>
        </p:txBody>
      </p:sp>
      <p:sp>
        <p:nvSpPr>
          <p:cNvPr id="2" name="Rectángulo 1">
            <a:extLst>
              <a:ext uri="{FF2B5EF4-FFF2-40B4-BE49-F238E27FC236}">
                <a16:creationId xmlns:a16="http://schemas.microsoft.com/office/drawing/2014/main" id="{C3A5D6BA-BE34-13E6-9BBF-CC74D53466F2}"/>
              </a:ext>
            </a:extLst>
          </p:cNvPr>
          <p:cNvSpPr/>
          <p:nvPr/>
        </p:nvSpPr>
        <p:spPr>
          <a:xfrm>
            <a:off x="2888083" y="5070326"/>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SALIR</a:t>
            </a:r>
          </a:p>
        </p:txBody>
      </p:sp>
    </p:spTree>
    <p:extLst>
      <p:ext uri="{BB962C8B-B14F-4D97-AF65-F5344CB8AC3E}">
        <p14:creationId xmlns:p14="http://schemas.microsoft.com/office/powerpoint/2010/main" val="405377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95338D-9CC8-61AD-9018-A1632756CB87}"/>
              </a:ext>
            </a:extLst>
          </p:cNvPr>
          <p:cNvSpPr>
            <a:spLocks noGrp="1"/>
          </p:cNvSpPr>
          <p:nvPr>
            <p:ph type="title"/>
          </p:nvPr>
        </p:nvSpPr>
        <p:spPr/>
        <p:txBody>
          <a:bodyPr/>
          <a:lstStyle/>
          <a:p>
            <a:pPr algn="ctr"/>
            <a:r>
              <a:rPr lang="es-PE" dirty="0"/>
              <a:t>Ventanas de Errores del Login</a:t>
            </a:r>
          </a:p>
        </p:txBody>
      </p:sp>
      <p:sp>
        <p:nvSpPr>
          <p:cNvPr id="4" name="Rectángulo 3">
            <a:extLst>
              <a:ext uri="{FF2B5EF4-FFF2-40B4-BE49-F238E27FC236}">
                <a16:creationId xmlns:a16="http://schemas.microsoft.com/office/drawing/2014/main" id="{695785B0-7505-2BBF-35A7-D2ED5C0EB2D9}"/>
              </a:ext>
            </a:extLst>
          </p:cNvPr>
          <p:cNvSpPr/>
          <p:nvPr/>
        </p:nvSpPr>
        <p:spPr>
          <a:xfrm>
            <a:off x="704712" y="2030498"/>
            <a:ext cx="4799795" cy="3193352"/>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5" name="Rectángulo 4">
            <a:extLst>
              <a:ext uri="{FF2B5EF4-FFF2-40B4-BE49-F238E27FC236}">
                <a16:creationId xmlns:a16="http://schemas.microsoft.com/office/drawing/2014/main" id="{2DD1A75C-2D5E-E414-3DFB-E778B8DAF0B7}"/>
              </a:ext>
            </a:extLst>
          </p:cNvPr>
          <p:cNvSpPr/>
          <p:nvPr/>
        </p:nvSpPr>
        <p:spPr>
          <a:xfrm>
            <a:off x="1494344" y="2575110"/>
            <a:ext cx="1305165" cy="523220"/>
          </a:xfrm>
          <a:prstGeom prst="rect">
            <a:avLst/>
          </a:prstGeom>
          <a:noFill/>
        </p:spPr>
        <p:txBody>
          <a:bodyPr wrap="none" lIns="91440" tIns="45720" rIns="91440" bIns="45720">
            <a:spAutoFit/>
          </a:bodyPr>
          <a:lstStyle/>
          <a:p>
            <a:pPr algn="ctr"/>
            <a:r>
              <a:rPr lang="es-ES" sz="2800" b="1" dirty="0">
                <a:ln w="0">
                  <a:noFill/>
                </a:ln>
                <a:solidFill>
                  <a:srgbClr val="FF0000"/>
                </a:solidFill>
                <a:latin typeface="Poppins" panose="00000500000000000000" pitchFamily="2" charset="0"/>
                <a:cs typeface="Poppins" panose="00000500000000000000" pitchFamily="2" charset="0"/>
              </a:rPr>
              <a:t>ERROR</a:t>
            </a:r>
            <a:endParaRPr lang="es-ES" sz="2800" b="1" cap="none" spc="0" dirty="0">
              <a:ln w="0">
                <a:noFill/>
              </a:ln>
              <a:solidFill>
                <a:srgbClr val="FF0000"/>
              </a:solidFill>
              <a:latin typeface="Poppins" panose="00000500000000000000" pitchFamily="2" charset="0"/>
              <a:cs typeface="Poppins" panose="00000500000000000000" pitchFamily="2" charset="0"/>
            </a:endParaRPr>
          </a:p>
        </p:txBody>
      </p:sp>
      <p:sp>
        <p:nvSpPr>
          <p:cNvPr id="6" name="Rectángulo 5">
            <a:extLst>
              <a:ext uri="{FF2B5EF4-FFF2-40B4-BE49-F238E27FC236}">
                <a16:creationId xmlns:a16="http://schemas.microsoft.com/office/drawing/2014/main" id="{28028C42-12B3-DC84-B712-53E316425A5B}"/>
              </a:ext>
            </a:extLst>
          </p:cNvPr>
          <p:cNvSpPr/>
          <p:nvPr/>
        </p:nvSpPr>
        <p:spPr>
          <a:xfrm>
            <a:off x="904170" y="3141149"/>
            <a:ext cx="2485514" cy="738664"/>
          </a:xfrm>
          <a:prstGeom prst="rect">
            <a:avLst/>
          </a:prstGeom>
          <a:noFill/>
        </p:spPr>
        <p:txBody>
          <a:bodyPr wrap="square" lIns="91440" tIns="45720" rIns="91440" bIns="45720">
            <a:spAutoFit/>
          </a:bodyPr>
          <a:lstStyle/>
          <a:p>
            <a:pPr algn="ctr"/>
            <a:r>
              <a:rPr lang="es-ES" sz="1400" b="0" cap="none" spc="0" dirty="0">
                <a:ln w="0">
                  <a:noFill/>
                </a:ln>
                <a:latin typeface="Poppins" panose="00000500000000000000" pitchFamily="2" charset="0"/>
                <a:cs typeface="Poppins" panose="00000500000000000000" pitchFamily="2" charset="0"/>
              </a:rPr>
              <a:t>“Usuario o Contraseña” “incorrectos</a:t>
            </a:r>
            <a:r>
              <a:rPr lang="es-ES" sz="1400" dirty="0">
                <a:ln w="0">
                  <a:noFill/>
                </a:ln>
                <a:latin typeface="Poppins" panose="00000500000000000000" pitchFamily="2" charset="0"/>
                <a:cs typeface="Poppins" panose="00000500000000000000" pitchFamily="2" charset="0"/>
              </a:rPr>
              <a:t>”</a:t>
            </a:r>
            <a:endParaRPr lang="es-ES" sz="1400" b="0" cap="none" spc="0" dirty="0">
              <a:ln w="0">
                <a:noFill/>
              </a:ln>
              <a:latin typeface="Poppins" panose="00000500000000000000" pitchFamily="2" charset="0"/>
              <a:cs typeface="Poppins" panose="00000500000000000000" pitchFamily="2" charset="0"/>
            </a:endParaRPr>
          </a:p>
          <a:p>
            <a:pPr algn="ctr"/>
            <a:r>
              <a:rPr lang="es-ES" sz="1400" dirty="0">
                <a:ln w="0">
                  <a:noFill/>
                </a:ln>
                <a:latin typeface="Poppins" panose="00000500000000000000" pitchFamily="2" charset="0"/>
                <a:cs typeface="Poppins" panose="00000500000000000000" pitchFamily="2" charset="0"/>
              </a:rPr>
              <a:t>Volver a digitar datos.</a:t>
            </a:r>
            <a:endParaRPr lang="es-ES" sz="1400" b="0" cap="none" spc="0" dirty="0">
              <a:ln w="0">
                <a:noFill/>
              </a:ln>
              <a:latin typeface="Poppins" panose="00000500000000000000" pitchFamily="2" charset="0"/>
              <a:cs typeface="Poppins" panose="00000500000000000000" pitchFamily="2" charset="0"/>
            </a:endParaRPr>
          </a:p>
        </p:txBody>
      </p:sp>
      <p:pic>
        <p:nvPicPr>
          <p:cNvPr id="8" name="Imagen 7" descr="Una caricatura de una persona&#10;&#10;Descripción generada automáticamente con confianza media">
            <a:extLst>
              <a:ext uri="{FF2B5EF4-FFF2-40B4-BE49-F238E27FC236}">
                <a16:creationId xmlns:a16="http://schemas.microsoft.com/office/drawing/2014/main" id="{C7991AD2-702B-8DA7-141A-5F67E65F48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89142" y="2167129"/>
            <a:ext cx="1563283" cy="2045956"/>
          </a:xfrm>
          <a:prstGeom prst="rect">
            <a:avLst/>
          </a:prstGeom>
        </p:spPr>
      </p:pic>
      <p:sp>
        <p:nvSpPr>
          <p:cNvPr id="9" name="Rectángulo 8">
            <a:extLst>
              <a:ext uri="{FF2B5EF4-FFF2-40B4-BE49-F238E27FC236}">
                <a16:creationId xmlns:a16="http://schemas.microsoft.com/office/drawing/2014/main" id="{31BD02E1-1847-0BD5-154F-D904AFAD40EC}"/>
              </a:ext>
            </a:extLst>
          </p:cNvPr>
          <p:cNvSpPr/>
          <p:nvPr/>
        </p:nvSpPr>
        <p:spPr>
          <a:xfrm>
            <a:off x="6765956" y="2030498"/>
            <a:ext cx="4799795" cy="3193352"/>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10" name="Rectángulo 9">
            <a:extLst>
              <a:ext uri="{FF2B5EF4-FFF2-40B4-BE49-F238E27FC236}">
                <a16:creationId xmlns:a16="http://schemas.microsoft.com/office/drawing/2014/main" id="{D9E7D5E8-E25B-8FAC-F83D-E160F27F6736}"/>
              </a:ext>
            </a:extLst>
          </p:cNvPr>
          <p:cNvSpPr/>
          <p:nvPr/>
        </p:nvSpPr>
        <p:spPr>
          <a:xfrm>
            <a:off x="7555588" y="2575110"/>
            <a:ext cx="1305165" cy="523220"/>
          </a:xfrm>
          <a:prstGeom prst="rect">
            <a:avLst/>
          </a:prstGeom>
          <a:noFill/>
        </p:spPr>
        <p:txBody>
          <a:bodyPr wrap="none" lIns="91440" tIns="45720" rIns="91440" bIns="45720">
            <a:spAutoFit/>
          </a:bodyPr>
          <a:lstStyle/>
          <a:p>
            <a:pPr algn="ctr"/>
            <a:r>
              <a:rPr lang="es-ES" sz="2800" b="1" dirty="0">
                <a:ln w="0">
                  <a:noFill/>
                </a:ln>
                <a:solidFill>
                  <a:srgbClr val="FF0000"/>
                </a:solidFill>
                <a:latin typeface="Poppins" panose="00000500000000000000" pitchFamily="2" charset="0"/>
                <a:cs typeface="Poppins" panose="00000500000000000000" pitchFamily="2" charset="0"/>
              </a:rPr>
              <a:t>ERROR</a:t>
            </a:r>
            <a:endParaRPr lang="es-ES" sz="2800" b="1" cap="none" spc="0" dirty="0">
              <a:ln w="0">
                <a:noFill/>
              </a:ln>
              <a:solidFill>
                <a:srgbClr val="FF0000"/>
              </a:solidFill>
              <a:latin typeface="Poppins" panose="00000500000000000000" pitchFamily="2" charset="0"/>
              <a:cs typeface="Poppins" panose="00000500000000000000" pitchFamily="2" charset="0"/>
            </a:endParaRPr>
          </a:p>
        </p:txBody>
      </p:sp>
      <p:sp>
        <p:nvSpPr>
          <p:cNvPr id="11" name="Rectángulo 10">
            <a:extLst>
              <a:ext uri="{FF2B5EF4-FFF2-40B4-BE49-F238E27FC236}">
                <a16:creationId xmlns:a16="http://schemas.microsoft.com/office/drawing/2014/main" id="{D58EB0FE-0AF1-E3F5-FC8D-EA993DE90722}"/>
              </a:ext>
            </a:extLst>
          </p:cNvPr>
          <p:cNvSpPr/>
          <p:nvPr/>
        </p:nvSpPr>
        <p:spPr>
          <a:xfrm>
            <a:off x="6965414" y="3141149"/>
            <a:ext cx="2485514" cy="738664"/>
          </a:xfrm>
          <a:prstGeom prst="rect">
            <a:avLst/>
          </a:prstGeom>
          <a:noFill/>
        </p:spPr>
        <p:txBody>
          <a:bodyPr wrap="square" lIns="91440" tIns="45720" rIns="91440" bIns="45720">
            <a:spAutoFit/>
          </a:bodyPr>
          <a:lstStyle/>
          <a:p>
            <a:pPr algn="ctr"/>
            <a:r>
              <a:rPr lang="es-ES" sz="1400" b="0" cap="none" spc="0" dirty="0">
                <a:ln w="0">
                  <a:noFill/>
                </a:ln>
                <a:latin typeface="Poppins" panose="00000500000000000000" pitchFamily="2" charset="0"/>
                <a:cs typeface="Poppins" panose="00000500000000000000" pitchFamily="2" charset="0"/>
              </a:rPr>
              <a:t>“Campos en Blanco”</a:t>
            </a:r>
          </a:p>
          <a:p>
            <a:pPr algn="ctr"/>
            <a:r>
              <a:rPr lang="es-ES" sz="1400" dirty="0">
                <a:ln w="0">
                  <a:noFill/>
                </a:ln>
                <a:latin typeface="Poppins" panose="00000500000000000000" pitchFamily="2" charset="0"/>
                <a:cs typeface="Poppins" panose="00000500000000000000" pitchFamily="2" charset="0"/>
              </a:rPr>
              <a:t>No puedes dejar campos en blanco.</a:t>
            </a:r>
            <a:endParaRPr lang="es-ES" sz="1400" b="0" cap="none" spc="0" dirty="0">
              <a:ln w="0">
                <a:noFill/>
              </a:ln>
              <a:latin typeface="Poppins" panose="00000500000000000000" pitchFamily="2" charset="0"/>
              <a:cs typeface="Poppins" panose="00000500000000000000" pitchFamily="2" charset="0"/>
            </a:endParaRPr>
          </a:p>
        </p:txBody>
      </p:sp>
      <p:pic>
        <p:nvPicPr>
          <p:cNvPr id="12" name="Imagen 11" descr="Una caricatura de una persona&#10;&#10;Descripción generada automáticamente con confianza media">
            <a:extLst>
              <a:ext uri="{FF2B5EF4-FFF2-40B4-BE49-F238E27FC236}">
                <a16:creationId xmlns:a16="http://schemas.microsoft.com/office/drawing/2014/main" id="{D0861A0A-87E6-A508-D12C-892FD0003F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0386" y="2167129"/>
            <a:ext cx="1563283" cy="2045956"/>
          </a:xfrm>
          <a:prstGeom prst="rect">
            <a:avLst/>
          </a:prstGeom>
        </p:spPr>
      </p:pic>
      <p:sp>
        <p:nvSpPr>
          <p:cNvPr id="13" name="Rectángulo 12">
            <a:extLst>
              <a:ext uri="{FF2B5EF4-FFF2-40B4-BE49-F238E27FC236}">
                <a16:creationId xmlns:a16="http://schemas.microsoft.com/office/drawing/2014/main" id="{6B13BDE4-57CA-2FAC-9786-D79BE0618072}"/>
              </a:ext>
            </a:extLst>
          </p:cNvPr>
          <p:cNvSpPr/>
          <p:nvPr/>
        </p:nvSpPr>
        <p:spPr>
          <a:xfrm>
            <a:off x="2281371" y="4481337"/>
            <a:ext cx="1646476" cy="4742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Continuar</a:t>
            </a:r>
          </a:p>
        </p:txBody>
      </p:sp>
      <p:sp>
        <p:nvSpPr>
          <p:cNvPr id="14" name="Rectángulo 13">
            <a:extLst>
              <a:ext uri="{FF2B5EF4-FFF2-40B4-BE49-F238E27FC236}">
                <a16:creationId xmlns:a16="http://schemas.microsoft.com/office/drawing/2014/main" id="{2E595256-9821-22AC-29E9-B8244E58DE13}"/>
              </a:ext>
            </a:extLst>
          </p:cNvPr>
          <p:cNvSpPr/>
          <p:nvPr/>
        </p:nvSpPr>
        <p:spPr>
          <a:xfrm>
            <a:off x="8627690" y="4479927"/>
            <a:ext cx="1646476" cy="4742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Continuar</a:t>
            </a:r>
          </a:p>
        </p:txBody>
      </p:sp>
    </p:spTree>
    <p:extLst>
      <p:ext uri="{BB962C8B-B14F-4D97-AF65-F5344CB8AC3E}">
        <p14:creationId xmlns:p14="http://schemas.microsoft.com/office/powerpoint/2010/main" val="39255868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1A326-02FC-4F59-3CF2-6154C28C10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0666DBE-7F3D-43D8-8970-75F59E7A97B6}"/>
              </a:ext>
            </a:extLst>
          </p:cNvPr>
          <p:cNvSpPr>
            <a:spLocks noGrp="1"/>
          </p:cNvSpPr>
          <p:nvPr>
            <p:ph type="title"/>
          </p:nvPr>
        </p:nvSpPr>
        <p:spPr/>
        <p:txBody>
          <a:bodyPr/>
          <a:lstStyle/>
          <a:p>
            <a:pPr algn="ctr"/>
            <a:r>
              <a:rPr lang="es-PE" dirty="0"/>
              <a:t>Ventanas de Cierre</a:t>
            </a:r>
          </a:p>
        </p:txBody>
      </p:sp>
      <p:sp>
        <p:nvSpPr>
          <p:cNvPr id="4" name="Rectángulo 3">
            <a:extLst>
              <a:ext uri="{FF2B5EF4-FFF2-40B4-BE49-F238E27FC236}">
                <a16:creationId xmlns:a16="http://schemas.microsoft.com/office/drawing/2014/main" id="{74CBFDE0-3D9B-690A-AA35-A53850F74FC7}"/>
              </a:ext>
            </a:extLst>
          </p:cNvPr>
          <p:cNvSpPr/>
          <p:nvPr/>
        </p:nvSpPr>
        <p:spPr>
          <a:xfrm>
            <a:off x="704712" y="2030497"/>
            <a:ext cx="4799795" cy="3510224"/>
          </a:xfrm>
          <a:prstGeom prst="rect">
            <a:avLst/>
          </a:prstGeom>
          <a:solidFill>
            <a:srgbClr val="EEEEEE"/>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6" name="Rectángulo 5">
            <a:extLst>
              <a:ext uri="{FF2B5EF4-FFF2-40B4-BE49-F238E27FC236}">
                <a16:creationId xmlns:a16="http://schemas.microsoft.com/office/drawing/2014/main" id="{45C3CDC0-5B33-5744-119E-A5D1ED9B6E72}"/>
              </a:ext>
            </a:extLst>
          </p:cNvPr>
          <p:cNvSpPr/>
          <p:nvPr/>
        </p:nvSpPr>
        <p:spPr>
          <a:xfrm>
            <a:off x="952424" y="2421221"/>
            <a:ext cx="4292519" cy="307777"/>
          </a:xfrm>
          <a:prstGeom prst="rect">
            <a:avLst/>
          </a:prstGeom>
          <a:noFill/>
        </p:spPr>
        <p:txBody>
          <a:bodyPr wrap="squar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¿Realmente Quieres Salir del Programa?</a:t>
            </a:r>
            <a:endParaRPr lang="es-ES" sz="1400" b="0" cap="none" spc="0" dirty="0">
              <a:ln w="0">
                <a:noFill/>
              </a:ln>
              <a:latin typeface="Poppins" panose="00000500000000000000" pitchFamily="2" charset="0"/>
              <a:cs typeface="Poppins" panose="00000500000000000000" pitchFamily="2" charset="0"/>
            </a:endParaRPr>
          </a:p>
        </p:txBody>
      </p:sp>
      <p:sp>
        <p:nvSpPr>
          <p:cNvPr id="13" name="Rectángulo 12">
            <a:extLst>
              <a:ext uri="{FF2B5EF4-FFF2-40B4-BE49-F238E27FC236}">
                <a16:creationId xmlns:a16="http://schemas.microsoft.com/office/drawing/2014/main" id="{68FC3076-1917-850B-CB2A-77C3A229BE8F}"/>
              </a:ext>
            </a:extLst>
          </p:cNvPr>
          <p:cNvSpPr/>
          <p:nvPr/>
        </p:nvSpPr>
        <p:spPr>
          <a:xfrm>
            <a:off x="1452207"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SI</a:t>
            </a:r>
          </a:p>
        </p:txBody>
      </p:sp>
      <p:pic>
        <p:nvPicPr>
          <p:cNvPr id="7" name="Imagen 6">
            <a:extLst>
              <a:ext uri="{FF2B5EF4-FFF2-40B4-BE49-F238E27FC236}">
                <a16:creationId xmlns:a16="http://schemas.microsoft.com/office/drawing/2014/main" id="{1987B7DA-5599-5B1E-35B3-469EA61522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1370" y="2905839"/>
            <a:ext cx="1646476" cy="1759540"/>
          </a:xfrm>
          <a:prstGeom prst="rect">
            <a:avLst/>
          </a:prstGeom>
        </p:spPr>
      </p:pic>
      <p:sp>
        <p:nvSpPr>
          <p:cNvPr id="15" name="Rectángulo 14">
            <a:extLst>
              <a:ext uri="{FF2B5EF4-FFF2-40B4-BE49-F238E27FC236}">
                <a16:creationId xmlns:a16="http://schemas.microsoft.com/office/drawing/2014/main" id="{71932E3B-D809-A765-925A-F185A032A82D}"/>
              </a:ext>
            </a:extLst>
          </p:cNvPr>
          <p:cNvSpPr/>
          <p:nvPr/>
        </p:nvSpPr>
        <p:spPr>
          <a:xfrm>
            <a:off x="3250663"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600" dirty="0">
                <a:solidFill>
                  <a:schemeClr val="bg1"/>
                </a:solidFill>
              </a:rPr>
              <a:t>NO</a:t>
            </a:r>
          </a:p>
        </p:txBody>
      </p:sp>
      <p:sp>
        <p:nvSpPr>
          <p:cNvPr id="16" name="Rectángulo 15">
            <a:extLst>
              <a:ext uri="{FF2B5EF4-FFF2-40B4-BE49-F238E27FC236}">
                <a16:creationId xmlns:a16="http://schemas.microsoft.com/office/drawing/2014/main" id="{BC0E35C9-E601-FD10-EC85-E1E2C6AF619D}"/>
              </a:ext>
            </a:extLst>
          </p:cNvPr>
          <p:cNvSpPr/>
          <p:nvPr/>
        </p:nvSpPr>
        <p:spPr>
          <a:xfrm>
            <a:off x="6687493" y="2030497"/>
            <a:ext cx="4799795" cy="3510224"/>
          </a:xfrm>
          <a:prstGeom prst="rect">
            <a:avLst/>
          </a:prstGeom>
          <a:solidFill>
            <a:srgbClr val="EEEEEE"/>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17" name="Rectángulo 16">
            <a:extLst>
              <a:ext uri="{FF2B5EF4-FFF2-40B4-BE49-F238E27FC236}">
                <a16:creationId xmlns:a16="http://schemas.microsoft.com/office/drawing/2014/main" id="{4EC847B3-E6AB-A194-641C-EEA04974646A}"/>
              </a:ext>
            </a:extLst>
          </p:cNvPr>
          <p:cNvSpPr/>
          <p:nvPr/>
        </p:nvSpPr>
        <p:spPr>
          <a:xfrm>
            <a:off x="6935205" y="2421221"/>
            <a:ext cx="4292519" cy="307777"/>
          </a:xfrm>
          <a:prstGeom prst="rect">
            <a:avLst/>
          </a:prstGeom>
          <a:noFill/>
        </p:spPr>
        <p:txBody>
          <a:bodyPr wrap="squar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¿Realmente Quieres Cerrar Sesión?</a:t>
            </a:r>
            <a:endParaRPr lang="es-ES" sz="1400" b="0" cap="none" spc="0" dirty="0">
              <a:ln w="0">
                <a:noFill/>
              </a:ln>
              <a:latin typeface="Poppins" panose="00000500000000000000" pitchFamily="2" charset="0"/>
              <a:cs typeface="Poppins" panose="00000500000000000000" pitchFamily="2" charset="0"/>
            </a:endParaRPr>
          </a:p>
        </p:txBody>
      </p:sp>
      <p:sp>
        <p:nvSpPr>
          <p:cNvPr id="18" name="Rectángulo 17">
            <a:extLst>
              <a:ext uri="{FF2B5EF4-FFF2-40B4-BE49-F238E27FC236}">
                <a16:creationId xmlns:a16="http://schemas.microsoft.com/office/drawing/2014/main" id="{271BE6B7-0618-0F0F-82D2-6BFDB3545C56}"/>
              </a:ext>
            </a:extLst>
          </p:cNvPr>
          <p:cNvSpPr/>
          <p:nvPr/>
        </p:nvSpPr>
        <p:spPr>
          <a:xfrm>
            <a:off x="7586967"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SI</a:t>
            </a:r>
          </a:p>
        </p:txBody>
      </p:sp>
      <p:sp>
        <p:nvSpPr>
          <p:cNvPr id="20" name="Rectángulo 19">
            <a:extLst>
              <a:ext uri="{FF2B5EF4-FFF2-40B4-BE49-F238E27FC236}">
                <a16:creationId xmlns:a16="http://schemas.microsoft.com/office/drawing/2014/main" id="{2ED07F41-AB85-C717-CE77-A6C5C9EED23D}"/>
              </a:ext>
            </a:extLst>
          </p:cNvPr>
          <p:cNvSpPr/>
          <p:nvPr/>
        </p:nvSpPr>
        <p:spPr>
          <a:xfrm>
            <a:off x="9385426"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600" dirty="0">
                <a:solidFill>
                  <a:schemeClr val="bg1"/>
                </a:solidFill>
              </a:rPr>
              <a:t>NO</a:t>
            </a:r>
          </a:p>
        </p:txBody>
      </p:sp>
      <p:pic>
        <p:nvPicPr>
          <p:cNvPr id="22" name="Imagen 21" descr="Imagen que contiene gabinete, interior, persona, parado&#10;&#10;Descripción generada automáticamente">
            <a:extLst>
              <a:ext uri="{FF2B5EF4-FFF2-40B4-BE49-F238E27FC236}">
                <a16:creationId xmlns:a16="http://schemas.microsoft.com/office/drawing/2014/main" id="{B659317B-9D5A-8232-081A-8F211E72D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47347" y="2905840"/>
            <a:ext cx="1693362" cy="1693362"/>
          </a:xfrm>
          <a:prstGeom prst="rect">
            <a:avLst/>
          </a:prstGeom>
        </p:spPr>
      </p:pic>
    </p:spTree>
    <p:extLst>
      <p:ext uri="{BB962C8B-B14F-4D97-AF65-F5344CB8AC3E}">
        <p14:creationId xmlns:p14="http://schemas.microsoft.com/office/powerpoint/2010/main" val="3334500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AFFA2C27-CD17-5DA3-010B-764AD3FDB715}"/>
              </a:ext>
            </a:extLst>
          </p:cNvPr>
          <p:cNvPicPr>
            <a:picLocks noChangeAspect="1"/>
          </p:cNvPicPr>
          <p:nvPr/>
        </p:nvPicPr>
        <p:blipFill>
          <a:blip r:embed="rId2"/>
          <a:srcRect l="40998" t="30000" r="35384" b="43427"/>
          <a:stretch/>
        </p:blipFill>
        <p:spPr>
          <a:xfrm>
            <a:off x="622607" y="2739366"/>
            <a:ext cx="3230092" cy="2044148"/>
          </a:xfrm>
          <a:prstGeom prst="rect">
            <a:avLst/>
          </a:prstGeom>
          <a:ln w="38100" cap="sq">
            <a:solidFill>
              <a:srgbClr val="000000"/>
            </a:solidFill>
            <a:prstDash val="solid"/>
            <a:miter lim="800000"/>
          </a:ln>
          <a:effectLst/>
        </p:spPr>
      </p:pic>
      <p:pic>
        <p:nvPicPr>
          <p:cNvPr id="7" name="Imagen 6">
            <a:extLst>
              <a:ext uri="{FF2B5EF4-FFF2-40B4-BE49-F238E27FC236}">
                <a16:creationId xmlns:a16="http://schemas.microsoft.com/office/drawing/2014/main" id="{F4AB16C9-468B-9D39-BD24-A9A0634ABBFE}"/>
              </a:ext>
            </a:extLst>
          </p:cNvPr>
          <p:cNvPicPr>
            <a:picLocks noChangeAspect="1"/>
          </p:cNvPicPr>
          <p:nvPr/>
        </p:nvPicPr>
        <p:blipFill>
          <a:blip r:embed="rId3"/>
          <a:srcRect l="62844" t="34348" r="13588" b="38840"/>
          <a:stretch/>
        </p:blipFill>
        <p:spPr>
          <a:xfrm>
            <a:off x="4660184" y="2733522"/>
            <a:ext cx="3144456" cy="2012182"/>
          </a:xfrm>
          <a:prstGeom prst="rect">
            <a:avLst/>
          </a:prstGeom>
          <a:ln w="38100" cap="sq">
            <a:solidFill>
              <a:srgbClr val="000000"/>
            </a:solidFill>
            <a:prstDash val="solid"/>
            <a:miter lim="800000"/>
          </a:ln>
          <a:effectLst/>
        </p:spPr>
      </p:pic>
      <p:pic>
        <p:nvPicPr>
          <p:cNvPr id="2" name="Imagen 1">
            <a:extLst>
              <a:ext uri="{FF2B5EF4-FFF2-40B4-BE49-F238E27FC236}">
                <a16:creationId xmlns:a16="http://schemas.microsoft.com/office/drawing/2014/main" id="{1A9FBE32-12CA-802E-78AB-51DD19BF3FAC}"/>
              </a:ext>
            </a:extLst>
          </p:cNvPr>
          <p:cNvPicPr>
            <a:picLocks noChangeAspect="1"/>
          </p:cNvPicPr>
          <p:nvPr/>
        </p:nvPicPr>
        <p:blipFill>
          <a:blip r:embed="rId4"/>
          <a:srcRect l="38152" t="34492" r="38289" b="38696"/>
          <a:stretch/>
        </p:blipFill>
        <p:spPr>
          <a:xfrm>
            <a:off x="8596469" y="2733675"/>
            <a:ext cx="3144456" cy="2013020"/>
          </a:xfrm>
          <a:prstGeom prst="rect">
            <a:avLst/>
          </a:prstGeom>
          <a:ln w="38100" cap="sq">
            <a:solidFill>
              <a:srgbClr val="000000"/>
            </a:solidFill>
            <a:prstDash val="solid"/>
            <a:miter lim="800000"/>
          </a:ln>
          <a:effectLst/>
        </p:spPr>
      </p:pic>
      <p:sp>
        <p:nvSpPr>
          <p:cNvPr id="3" name="Título 1">
            <a:extLst>
              <a:ext uri="{FF2B5EF4-FFF2-40B4-BE49-F238E27FC236}">
                <a16:creationId xmlns:a16="http://schemas.microsoft.com/office/drawing/2014/main" id="{8416DE46-C794-54D8-9F87-FF8A43CE6CF6}"/>
              </a:ext>
            </a:extLst>
          </p:cNvPr>
          <p:cNvSpPr>
            <a:spLocks noGrp="1"/>
          </p:cNvSpPr>
          <p:nvPr>
            <p:ph type="title"/>
          </p:nvPr>
        </p:nvSpPr>
        <p:spPr>
          <a:xfrm>
            <a:off x="733425" y="812800"/>
            <a:ext cx="10515600" cy="1325563"/>
          </a:xfrm>
        </p:spPr>
        <p:txBody>
          <a:bodyPr/>
          <a:lstStyle/>
          <a:p>
            <a:pPr algn="ctr"/>
            <a:r>
              <a:rPr lang="es-PE" dirty="0"/>
              <a:t>Ventanas de Confirmación del CRUD</a:t>
            </a:r>
          </a:p>
        </p:txBody>
      </p:sp>
    </p:spTree>
    <p:extLst>
      <p:ext uri="{BB962C8B-B14F-4D97-AF65-F5344CB8AC3E}">
        <p14:creationId xmlns:p14="http://schemas.microsoft.com/office/powerpoint/2010/main" val="587946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69749-D64F-30E2-E2A6-D82E1EBD41CA}"/>
            </a:ext>
          </a:extLst>
        </p:cNvPr>
        <p:cNvGrpSpPr/>
        <p:nvPr/>
      </p:nvGrpSpPr>
      <p:grpSpPr>
        <a:xfrm>
          <a:off x="0" y="0"/>
          <a:ext cx="0" cy="0"/>
          <a:chOff x="0" y="0"/>
          <a:chExt cx="0" cy="0"/>
        </a:xfrm>
      </p:grpSpPr>
      <p:pic>
        <p:nvPicPr>
          <p:cNvPr id="5" name="Imagen 4">
            <a:extLst>
              <a:ext uri="{FF2B5EF4-FFF2-40B4-BE49-F238E27FC236}">
                <a16:creationId xmlns:a16="http://schemas.microsoft.com/office/drawing/2014/main" id="{FF440D3B-3694-2B12-76AC-17F7D0C49C58}"/>
              </a:ext>
            </a:extLst>
          </p:cNvPr>
          <p:cNvPicPr>
            <a:picLocks noChangeAspect="1"/>
          </p:cNvPicPr>
          <p:nvPr/>
        </p:nvPicPr>
        <p:blipFill>
          <a:blip r:embed="rId2"/>
          <a:srcRect l="66215" t="30000" r="10318" b="43427"/>
          <a:stretch/>
        </p:blipFill>
        <p:spPr>
          <a:xfrm>
            <a:off x="8202468" y="2471582"/>
            <a:ext cx="3532830" cy="2250082"/>
          </a:xfrm>
          <a:prstGeom prst="rect">
            <a:avLst/>
          </a:prstGeom>
          <a:ln w="38100" cap="sq">
            <a:solidFill>
              <a:srgbClr val="000000"/>
            </a:solidFill>
            <a:prstDash val="solid"/>
            <a:miter lim="800000"/>
          </a:ln>
          <a:effectLst/>
        </p:spPr>
      </p:pic>
      <p:pic>
        <p:nvPicPr>
          <p:cNvPr id="7" name="Imagen 6">
            <a:extLst>
              <a:ext uri="{FF2B5EF4-FFF2-40B4-BE49-F238E27FC236}">
                <a16:creationId xmlns:a16="http://schemas.microsoft.com/office/drawing/2014/main" id="{9A8EAA87-3123-7588-DB66-A37B835F0756}"/>
              </a:ext>
            </a:extLst>
          </p:cNvPr>
          <p:cNvPicPr>
            <a:picLocks noChangeAspect="1"/>
          </p:cNvPicPr>
          <p:nvPr/>
        </p:nvPicPr>
        <p:blipFill>
          <a:blip r:embed="rId3"/>
          <a:srcRect l="38151" t="34348" r="38199" b="38840"/>
          <a:stretch/>
        </p:blipFill>
        <p:spPr>
          <a:xfrm>
            <a:off x="461081" y="2471581"/>
            <a:ext cx="3528451" cy="2250083"/>
          </a:xfrm>
          <a:prstGeom prst="rect">
            <a:avLst/>
          </a:prstGeom>
          <a:ln w="38100" cap="sq">
            <a:solidFill>
              <a:srgbClr val="000000"/>
            </a:solidFill>
            <a:prstDash val="solid"/>
            <a:miter lim="800000"/>
          </a:ln>
          <a:effectLst/>
        </p:spPr>
      </p:pic>
      <p:pic>
        <p:nvPicPr>
          <p:cNvPr id="2" name="Imagen 1">
            <a:extLst>
              <a:ext uri="{FF2B5EF4-FFF2-40B4-BE49-F238E27FC236}">
                <a16:creationId xmlns:a16="http://schemas.microsoft.com/office/drawing/2014/main" id="{0178FC71-D3A7-E302-A825-9702E77FF4E4}"/>
              </a:ext>
            </a:extLst>
          </p:cNvPr>
          <p:cNvPicPr>
            <a:picLocks noChangeAspect="1"/>
          </p:cNvPicPr>
          <p:nvPr/>
        </p:nvPicPr>
        <p:blipFill>
          <a:blip r:embed="rId4"/>
          <a:srcRect l="65046" t="34492" r="11223" b="38696"/>
          <a:stretch/>
        </p:blipFill>
        <p:spPr>
          <a:xfrm>
            <a:off x="4325748" y="2471581"/>
            <a:ext cx="3540504" cy="2250083"/>
          </a:xfrm>
          <a:prstGeom prst="rect">
            <a:avLst/>
          </a:prstGeom>
          <a:ln w="38100" cap="sq">
            <a:solidFill>
              <a:srgbClr val="000000"/>
            </a:solidFill>
            <a:prstDash val="solid"/>
            <a:miter lim="800000"/>
          </a:ln>
          <a:effectLst/>
        </p:spPr>
      </p:pic>
      <p:sp>
        <p:nvSpPr>
          <p:cNvPr id="3" name="Título 1">
            <a:extLst>
              <a:ext uri="{FF2B5EF4-FFF2-40B4-BE49-F238E27FC236}">
                <a16:creationId xmlns:a16="http://schemas.microsoft.com/office/drawing/2014/main" id="{4EB37E90-DEE0-C4C3-2521-D85757E87963}"/>
              </a:ext>
            </a:extLst>
          </p:cNvPr>
          <p:cNvSpPr>
            <a:spLocks noGrp="1"/>
          </p:cNvSpPr>
          <p:nvPr>
            <p:ph type="title"/>
          </p:nvPr>
        </p:nvSpPr>
        <p:spPr>
          <a:xfrm>
            <a:off x="733425" y="812800"/>
            <a:ext cx="10515600" cy="1325563"/>
          </a:xfrm>
        </p:spPr>
        <p:txBody>
          <a:bodyPr/>
          <a:lstStyle/>
          <a:p>
            <a:pPr algn="ctr"/>
            <a:r>
              <a:rPr lang="es-PE" dirty="0"/>
              <a:t>Ventanas de ERROR del CRUD</a:t>
            </a:r>
          </a:p>
        </p:txBody>
      </p:sp>
    </p:spTree>
    <p:extLst>
      <p:ext uri="{BB962C8B-B14F-4D97-AF65-F5344CB8AC3E}">
        <p14:creationId xmlns:p14="http://schemas.microsoft.com/office/powerpoint/2010/main" val="3664585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6" name="Rectángulo 5">
            <a:extLst>
              <a:ext uri="{FF2B5EF4-FFF2-40B4-BE49-F238E27FC236}">
                <a16:creationId xmlns:a16="http://schemas.microsoft.com/office/drawing/2014/main" id="{702B1F61-A951-93FE-EE48-E128E6EDC769}"/>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894412" y="316201"/>
            <a:ext cx="4229043"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REGISTRO DE USUARIOS</a:t>
            </a:r>
            <a:endParaRPr lang="es-ES" sz="2800" b="1"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93593EA5-E513-AB1E-867F-556B9CE19BB8}"/>
              </a:ext>
            </a:extLst>
          </p:cNvPr>
          <p:cNvSpPr/>
          <p:nvPr/>
        </p:nvSpPr>
        <p:spPr>
          <a:xfrm>
            <a:off x="3189052" y="4394819"/>
            <a:ext cx="8737058" cy="199625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B06C1672-9759-9896-34A1-76FB74F8F108}"/>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esquinas redondeadas 11">
            <a:extLst>
              <a:ext uri="{FF2B5EF4-FFF2-40B4-BE49-F238E27FC236}">
                <a16:creationId xmlns:a16="http://schemas.microsoft.com/office/drawing/2014/main" id="{BFF866AC-8F2A-35D6-4074-DB71B8C6E7AD}"/>
              </a:ext>
            </a:extLst>
          </p:cNvPr>
          <p:cNvSpPr/>
          <p:nvPr/>
        </p:nvSpPr>
        <p:spPr>
          <a:xfrm>
            <a:off x="3339829" y="4077552"/>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LISTA DE USUARIOS REGISTRADOS</a:t>
            </a:r>
          </a:p>
        </p:txBody>
      </p:sp>
      <p:sp>
        <p:nvSpPr>
          <p:cNvPr id="15" name="Rectángulo 14">
            <a:extLst>
              <a:ext uri="{FF2B5EF4-FFF2-40B4-BE49-F238E27FC236}">
                <a16:creationId xmlns:a16="http://schemas.microsoft.com/office/drawing/2014/main" id="{A7E31D33-3343-C272-E602-519EB8179B91}"/>
              </a:ext>
            </a:extLst>
          </p:cNvPr>
          <p:cNvSpPr>
            <a:spLocks noGrp="1" noRot="1" noMove="1" noResize="1" noEditPoints="1" noAdjustHandles="1" noChangeArrowheads="1" noChangeShapeType="1"/>
          </p:cNvSpPr>
          <p:nvPr/>
        </p:nvSpPr>
        <p:spPr>
          <a:xfrm>
            <a:off x="3189053" y="1302014"/>
            <a:ext cx="8737058" cy="246804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17F8443-2BE1-ED58-9BFD-8556CABD39FE}"/>
              </a:ext>
            </a:extLst>
          </p:cNvPr>
          <p:cNvSpPr/>
          <p:nvPr/>
        </p:nvSpPr>
        <p:spPr>
          <a:xfrm>
            <a:off x="3336163" y="1623704"/>
            <a:ext cx="1007006"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Nombres</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2FF510BB-C4F2-A6C2-F64D-F3C1A20BAB2C}"/>
              </a:ext>
            </a:extLst>
          </p:cNvPr>
          <p:cNvSpPr/>
          <p:nvPr/>
        </p:nvSpPr>
        <p:spPr>
          <a:xfrm>
            <a:off x="3442969" y="1047557"/>
            <a:ext cx="281205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DATOS DEL REGISTRO</a:t>
            </a:r>
          </a:p>
        </p:txBody>
      </p:sp>
      <p:sp>
        <p:nvSpPr>
          <p:cNvPr id="17" name="Rectángulo 16">
            <a:extLst>
              <a:ext uri="{FF2B5EF4-FFF2-40B4-BE49-F238E27FC236}">
                <a16:creationId xmlns:a16="http://schemas.microsoft.com/office/drawing/2014/main" id="{829036EA-8307-2DD6-8C19-B6829EEF00F0}"/>
              </a:ext>
            </a:extLst>
          </p:cNvPr>
          <p:cNvSpPr/>
          <p:nvPr/>
        </p:nvSpPr>
        <p:spPr>
          <a:xfrm>
            <a:off x="10661398" y="780572"/>
            <a:ext cx="1272956"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18" name="Rectángulo 17">
            <a:extLst>
              <a:ext uri="{FF2B5EF4-FFF2-40B4-BE49-F238E27FC236}">
                <a16:creationId xmlns:a16="http://schemas.microsoft.com/office/drawing/2014/main" id="{F86BA8E0-F62F-15B7-3888-62C3764B4215}"/>
              </a:ext>
            </a:extLst>
          </p:cNvPr>
          <p:cNvSpPr/>
          <p:nvPr/>
        </p:nvSpPr>
        <p:spPr>
          <a:xfrm>
            <a:off x="3439302" y="1940181"/>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9" name="Rectángulo 18">
            <a:extLst>
              <a:ext uri="{FF2B5EF4-FFF2-40B4-BE49-F238E27FC236}">
                <a16:creationId xmlns:a16="http://schemas.microsoft.com/office/drawing/2014/main" id="{3B84EDD1-C5C5-CC6A-8B9D-1FD9DCD4C43C}"/>
              </a:ext>
            </a:extLst>
          </p:cNvPr>
          <p:cNvSpPr/>
          <p:nvPr/>
        </p:nvSpPr>
        <p:spPr>
          <a:xfrm>
            <a:off x="3336163" y="2259256"/>
            <a:ext cx="1007007"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Apellidos</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3119EF95-4EEF-B014-1460-F83B1AC7451B}"/>
              </a:ext>
            </a:extLst>
          </p:cNvPr>
          <p:cNvSpPr/>
          <p:nvPr/>
        </p:nvSpPr>
        <p:spPr>
          <a:xfrm>
            <a:off x="6985874" y="1622024"/>
            <a:ext cx="1954381"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Tipo de Documento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4" name="Rectángulo 23">
            <a:extLst>
              <a:ext uri="{FF2B5EF4-FFF2-40B4-BE49-F238E27FC236}">
                <a16:creationId xmlns:a16="http://schemas.microsoft.com/office/drawing/2014/main" id="{3FE1D5F9-B13F-2575-8E8D-22DBB776C53E}"/>
              </a:ext>
            </a:extLst>
          </p:cNvPr>
          <p:cNvSpPr/>
          <p:nvPr/>
        </p:nvSpPr>
        <p:spPr>
          <a:xfrm>
            <a:off x="9320764" y="1630781"/>
            <a:ext cx="1922321"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Nro. de Documento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5" name="Rectángulo 24">
            <a:extLst>
              <a:ext uri="{FF2B5EF4-FFF2-40B4-BE49-F238E27FC236}">
                <a16:creationId xmlns:a16="http://schemas.microsoft.com/office/drawing/2014/main" id="{6A803A3F-57DC-12C8-63D4-0EAACD7EA035}"/>
              </a:ext>
            </a:extLst>
          </p:cNvPr>
          <p:cNvSpPr/>
          <p:nvPr/>
        </p:nvSpPr>
        <p:spPr>
          <a:xfrm>
            <a:off x="7102665" y="3212465"/>
            <a:ext cx="170913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6" name="Rectángulo 25">
            <a:extLst>
              <a:ext uri="{FF2B5EF4-FFF2-40B4-BE49-F238E27FC236}">
                <a16:creationId xmlns:a16="http://schemas.microsoft.com/office/drawing/2014/main" id="{BA06A834-216F-4E99-8560-AFA03AA619E4}"/>
              </a:ext>
            </a:extLst>
          </p:cNvPr>
          <p:cNvSpPr/>
          <p:nvPr/>
        </p:nvSpPr>
        <p:spPr>
          <a:xfrm>
            <a:off x="7004580" y="2255729"/>
            <a:ext cx="1680268"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Nro. de contacto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A26EBC30-DF69-4DA3-8F0A-0780FA189C7C}"/>
              </a:ext>
            </a:extLst>
          </p:cNvPr>
          <p:cNvSpPr/>
          <p:nvPr/>
        </p:nvSpPr>
        <p:spPr>
          <a:xfrm>
            <a:off x="9423862" y="2255728"/>
            <a:ext cx="750526"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Cargo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7355AAD9-7939-2EBE-7E60-DB418298A0D2}"/>
              </a:ext>
            </a:extLst>
          </p:cNvPr>
          <p:cNvSpPr/>
          <p:nvPr/>
        </p:nvSpPr>
        <p:spPr>
          <a:xfrm>
            <a:off x="3248464" y="4612414"/>
            <a:ext cx="8737059" cy="276999"/>
          </a:xfrm>
          <a:prstGeom prst="rect">
            <a:avLst/>
          </a:prstGeom>
          <a:noFill/>
        </p:spPr>
        <p:txBody>
          <a:bodyPr wrap="square" lIns="91440" tIns="45720" rIns="91440" bIns="45720">
            <a:spAutoFit/>
          </a:bodyPr>
          <a:lstStyle/>
          <a:p>
            <a:pPr algn="just"/>
            <a:r>
              <a:rPr lang="es-ES" sz="1200" b="1" cap="none" spc="0" dirty="0">
                <a:ln w="0">
                  <a:noFill/>
                </a:ln>
                <a:latin typeface="Poppins" panose="00000500000000000000" pitchFamily="2" charset="0"/>
                <a:cs typeface="Poppins" panose="00000500000000000000" pitchFamily="2" charset="0"/>
              </a:rPr>
              <a:t>Id    Nombres        A</a:t>
            </a:r>
            <a:r>
              <a:rPr lang="es-ES" sz="1200" b="1" dirty="0">
                <a:ln w="0">
                  <a:noFill/>
                </a:ln>
                <a:latin typeface="Poppins" panose="00000500000000000000" pitchFamily="2" charset="0"/>
                <a:cs typeface="Poppins" panose="00000500000000000000" pitchFamily="2" charset="0"/>
              </a:rPr>
              <a:t>pellidos         Tipo Doc.         Nro. Doc.         Número Cargo        Usuario        Contraseña     Email</a:t>
            </a:r>
            <a:endParaRPr lang="es-ES" sz="1200" b="1" cap="none" spc="0" dirty="0">
              <a:ln w="0">
                <a:noFill/>
              </a:ln>
              <a:latin typeface="Poppins" panose="00000500000000000000" pitchFamily="2" charset="0"/>
              <a:cs typeface="Poppins" panose="00000500000000000000" pitchFamily="2" charset="0"/>
            </a:endParaRPr>
          </a:p>
        </p:txBody>
      </p:sp>
      <p:cxnSp>
        <p:nvCxnSpPr>
          <p:cNvPr id="31" name="Conector recto 30">
            <a:extLst>
              <a:ext uri="{FF2B5EF4-FFF2-40B4-BE49-F238E27FC236}">
                <a16:creationId xmlns:a16="http://schemas.microsoft.com/office/drawing/2014/main" id="{A484B0AC-C37F-5B39-75A2-E06B16CDEA0D}"/>
              </a:ext>
            </a:extLst>
          </p:cNvPr>
          <p:cNvCxnSpPr>
            <a:cxnSpLocks/>
          </p:cNvCxnSpPr>
          <p:nvPr/>
        </p:nvCxnSpPr>
        <p:spPr>
          <a:xfrm>
            <a:off x="3189051" y="4965064"/>
            <a:ext cx="8737059" cy="0"/>
          </a:xfrm>
          <a:prstGeom prst="line">
            <a:avLst/>
          </a:prstGeom>
        </p:spPr>
        <p:style>
          <a:lnRef idx="2">
            <a:schemeClr val="dk1"/>
          </a:lnRef>
          <a:fillRef idx="0">
            <a:schemeClr val="dk1"/>
          </a:fillRef>
          <a:effectRef idx="1">
            <a:schemeClr val="dk1"/>
          </a:effectRef>
          <a:fontRef idx="minor">
            <a:schemeClr val="tx1"/>
          </a:fontRef>
        </p:style>
      </p:cxnSp>
      <p:sp>
        <p:nvSpPr>
          <p:cNvPr id="34" name="Rectángulo 33">
            <a:extLst>
              <a:ext uri="{FF2B5EF4-FFF2-40B4-BE49-F238E27FC236}">
                <a16:creationId xmlns:a16="http://schemas.microsoft.com/office/drawing/2014/main" id="{7F3C3F0F-103B-CD02-28B8-6CD52EEB1E1F}"/>
              </a:ext>
            </a:extLst>
          </p:cNvPr>
          <p:cNvSpPr/>
          <p:nvPr/>
        </p:nvSpPr>
        <p:spPr>
          <a:xfrm>
            <a:off x="385267" y="5842870"/>
            <a:ext cx="1901953" cy="731760"/>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CERRAR SESIÓN</a:t>
            </a:r>
          </a:p>
        </p:txBody>
      </p:sp>
      <p:sp>
        <p:nvSpPr>
          <p:cNvPr id="35" name="Rectángulo 34">
            <a:extLst>
              <a:ext uri="{FF2B5EF4-FFF2-40B4-BE49-F238E27FC236}">
                <a16:creationId xmlns:a16="http://schemas.microsoft.com/office/drawing/2014/main" id="{4FA7E3D1-95ED-DF9A-E7E3-EA3A4E73F223}"/>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37" name="Imagen 36" descr="Icono&#10;&#10;Descripción generada automáticamente">
            <a:extLst>
              <a:ext uri="{FF2B5EF4-FFF2-40B4-BE49-F238E27FC236}">
                <a16:creationId xmlns:a16="http://schemas.microsoft.com/office/drawing/2014/main" id="{B880996A-40DD-95CA-800A-25098378AB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67746" y="4498588"/>
            <a:ext cx="438100" cy="438100"/>
          </a:xfrm>
          <a:prstGeom prst="rect">
            <a:avLst/>
          </a:prstGeom>
        </p:spPr>
      </p:pic>
      <p:sp>
        <p:nvSpPr>
          <p:cNvPr id="42" name="Rectángulo 41">
            <a:extLst>
              <a:ext uri="{FF2B5EF4-FFF2-40B4-BE49-F238E27FC236}">
                <a16:creationId xmlns:a16="http://schemas.microsoft.com/office/drawing/2014/main" id="{C110189E-69DE-84E4-11EE-5AC4056AEAED}"/>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3" name="Rectángulo 42">
            <a:extLst>
              <a:ext uri="{FF2B5EF4-FFF2-40B4-BE49-F238E27FC236}">
                <a16:creationId xmlns:a16="http://schemas.microsoft.com/office/drawing/2014/main" id="{F7DE01E2-2941-6E03-E774-F3AC10E2C6BF}"/>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45" name="Rectángulo 44">
            <a:extLst>
              <a:ext uri="{FF2B5EF4-FFF2-40B4-BE49-F238E27FC236}">
                <a16:creationId xmlns:a16="http://schemas.microsoft.com/office/drawing/2014/main" id="{6CF3DCDB-07E0-2F40-FB4F-83AA983AF5AE}"/>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4">
            <a:extLst>
              <a:ext uri="{28A0092B-C50C-407E-A947-70E740481C1C}">
                <a14:useLocalDpi xmlns:a14="http://schemas.microsoft.com/office/drawing/2010/main" val="0"/>
              </a:ext>
            </a:extLst>
          </a:blip>
          <a:srcRect t="47106" b="47244"/>
          <a:stretch/>
        </p:blipFill>
        <p:spPr>
          <a:xfrm flipV="1">
            <a:off x="3133524" y="6313512"/>
            <a:ext cx="8737059" cy="136703"/>
          </a:xfrm>
          <a:prstGeom prst="rect">
            <a:avLst/>
          </a:prstGeom>
        </p:spPr>
      </p:pic>
      <p:sp>
        <p:nvSpPr>
          <p:cNvPr id="33" name="Rectángulo 32">
            <a:extLst>
              <a:ext uri="{FF2B5EF4-FFF2-40B4-BE49-F238E27FC236}">
                <a16:creationId xmlns:a16="http://schemas.microsoft.com/office/drawing/2014/main" id="{B283E606-63E2-463C-AA50-9EFEE7143AE3}"/>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F79E3F54-A31A-99D1-209F-C7BC4620C549}"/>
              </a:ext>
            </a:extLst>
          </p:cNvPr>
          <p:cNvSpPr/>
          <p:nvPr/>
        </p:nvSpPr>
        <p:spPr>
          <a:xfrm>
            <a:off x="9109967" y="772063"/>
            <a:ext cx="1449064" cy="382612"/>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MODIFICAR</a:t>
            </a:r>
          </a:p>
        </p:txBody>
      </p:sp>
      <p:sp>
        <p:nvSpPr>
          <p:cNvPr id="8" name="Rectángulo 7">
            <a:extLst>
              <a:ext uri="{FF2B5EF4-FFF2-40B4-BE49-F238E27FC236}">
                <a16:creationId xmlns:a16="http://schemas.microsoft.com/office/drawing/2014/main" id="{F3D37575-2D15-D427-95D1-478363E5AC03}"/>
              </a:ext>
            </a:extLst>
          </p:cNvPr>
          <p:cNvSpPr/>
          <p:nvPr/>
        </p:nvSpPr>
        <p:spPr>
          <a:xfrm>
            <a:off x="7555133" y="772062"/>
            <a:ext cx="1272956"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sp>
        <p:nvSpPr>
          <p:cNvPr id="13" name="Rectángulo 12">
            <a:extLst>
              <a:ext uri="{FF2B5EF4-FFF2-40B4-BE49-F238E27FC236}">
                <a16:creationId xmlns:a16="http://schemas.microsoft.com/office/drawing/2014/main" id="{015254FF-983D-1FF7-8116-E68114F5C62B}"/>
              </a:ext>
            </a:extLst>
          </p:cNvPr>
          <p:cNvSpPr/>
          <p:nvPr/>
        </p:nvSpPr>
        <p:spPr>
          <a:xfrm>
            <a:off x="9312675" y="3919664"/>
            <a:ext cx="261674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8" name="Rectángulo 37">
            <a:extLst>
              <a:ext uri="{FF2B5EF4-FFF2-40B4-BE49-F238E27FC236}">
                <a16:creationId xmlns:a16="http://schemas.microsoft.com/office/drawing/2014/main" id="{9BAF8C85-9DB5-B0F6-78C6-0FEBF0A97128}"/>
              </a:ext>
            </a:extLst>
          </p:cNvPr>
          <p:cNvSpPr/>
          <p:nvPr/>
        </p:nvSpPr>
        <p:spPr>
          <a:xfrm>
            <a:off x="7996058" y="3919664"/>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39" name="Imagen 38" descr="Dibujo de un animal con la boca abierta&#10;&#10;Descripción generada automáticamente con confianza baja">
            <a:extLst>
              <a:ext uri="{FF2B5EF4-FFF2-40B4-BE49-F238E27FC236}">
                <a16:creationId xmlns:a16="http://schemas.microsoft.com/office/drawing/2014/main" id="{34AC5971-8E6A-AA2B-2C3F-59083478BD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pic>
        <p:nvPicPr>
          <p:cNvPr id="40" name="Imagen 39" descr="Icono&#10;&#10;Descripción generada automáticamente">
            <a:extLst>
              <a:ext uri="{FF2B5EF4-FFF2-40B4-BE49-F238E27FC236}">
                <a16:creationId xmlns:a16="http://schemas.microsoft.com/office/drawing/2014/main" id="{21067051-8469-A039-C66F-BAFDAF153E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832037" y="909473"/>
            <a:ext cx="438100" cy="438100"/>
          </a:xfrm>
          <a:prstGeom prst="rect">
            <a:avLst/>
          </a:prstGeom>
        </p:spPr>
      </p:pic>
      <p:pic>
        <p:nvPicPr>
          <p:cNvPr id="44" name="Imagen 43" descr="Icono&#10;&#10;Descripción generada automáticamente">
            <a:extLst>
              <a:ext uri="{FF2B5EF4-FFF2-40B4-BE49-F238E27FC236}">
                <a16:creationId xmlns:a16="http://schemas.microsoft.com/office/drawing/2014/main" id="{4F88CFF4-34B8-E3C9-10FE-11EA94164E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58723" y="3487721"/>
            <a:ext cx="361970" cy="361970"/>
          </a:xfrm>
          <a:prstGeom prst="rect">
            <a:avLst/>
          </a:prstGeom>
        </p:spPr>
      </p:pic>
      <p:pic>
        <p:nvPicPr>
          <p:cNvPr id="46" name="Imagen 45" descr="Icono&#10;&#10;Descripción generada automáticamente">
            <a:extLst>
              <a:ext uri="{FF2B5EF4-FFF2-40B4-BE49-F238E27FC236}">
                <a16:creationId xmlns:a16="http://schemas.microsoft.com/office/drawing/2014/main" id="{1F292B1B-A339-A376-9AC6-131E78688B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20535" y="979400"/>
            <a:ext cx="361970" cy="361970"/>
          </a:xfrm>
          <a:prstGeom prst="rect">
            <a:avLst/>
          </a:prstGeom>
        </p:spPr>
      </p:pic>
      <p:pic>
        <p:nvPicPr>
          <p:cNvPr id="47" name="Imagen 46" descr="Icono&#10;&#10;Descripción generada automáticamente">
            <a:extLst>
              <a:ext uri="{FF2B5EF4-FFF2-40B4-BE49-F238E27FC236}">
                <a16:creationId xmlns:a16="http://schemas.microsoft.com/office/drawing/2014/main" id="{1035942C-4C35-7BC3-54BD-7A6A829CE8A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90512" y="6373375"/>
            <a:ext cx="361970" cy="361970"/>
          </a:xfrm>
          <a:prstGeom prst="rect">
            <a:avLst/>
          </a:prstGeom>
        </p:spPr>
      </p:pic>
      <p:sp>
        <p:nvSpPr>
          <p:cNvPr id="48" name="Rectángulo 47">
            <a:extLst>
              <a:ext uri="{FF2B5EF4-FFF2-40B4-BE49-F238E27FC236}">
                <a16:creationId xmlns:a16="http://schemas.microsoft.com/office/drawing/2014/main" id="{E72F0CAC-D9A0-6A0E-68F7-99E474AEAA94}"/>
              </a:ext>
            </a:extLst>
          </p:cNvPr>
          <p:cNvSpPr/>
          <p:nvPr/>
        </p:nvSpPr>
        <p:spPr>
          <a:xfrm>
            <a:off x="3409192" y="1919266"/>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49" name="Rectángulo 48">
            <a:extLst>
              <a:ext uri="{FF2B5EF4-FFF2-40B4-BE49-F238E27FC236}">
                <a16:creationId xmlns:a16="http://schemas.microsoft.com/office/drawing/2014/main" id="{C8AD83BA-2FC6-E197-0CF3-4BA74D2594BF}"/>
              </a:ext>
            </a:extLst>
          </p:cNvPr>
          <p:cNvSpPr/>
          <p:nvPr/>
        </p:nvSpPr>
        <p:spPr>
          <a:xfrm>
            <a:off x="3442436" y="2575733"/>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0" name="Rectángulo 49">
            <a:extLst>
              <a:ext uri="{FF2B5EF4-FFF2-40B4-BE49-F238E27FC236}">
                <a16:creationId xmlns:a16="http://schemas.microsoft.com/office/drawing/2014/main" id="{A2F4D740-083B-FF09-4C67-99CA169324E1}"/>
              </a:ext>
            </a:extLst>
          </p:cNvPr>
          <p:cNvSpPr/>
          <p:nvPr/>
        </p:nvSpPr>
        <p:spPr>
          <a:xfrm>
            <a:off x="3374263" y="2904888"/>
            <a:ext cx="86050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Usuario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51" name="Rectángulo 50">
            <a:extLst>
              <a:ext uri="{FF2B5EF4-FFF2-40B4-BE49-F238E27FC236}">
                <a16:creationId xmlns:a16="http://schemas.microsoft.com/office/drawing/2014/main" id="{3B236EB1-AF70-4BF7-16CD-D8F04C9347E4}"/>
              </a:ext>
            </a:extLst>
          </p:cNvPr>
          <p:cNvSpPr/>
          <p:nvPr/>
        </p:nvSpPr>
        <p:spPr>
          <a:xfrm>
            <a:off x="3442436" y="3218847"/>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2" name="Rectángulo 51">
            <a:extLst>
              <a:ext uri="{FF2B5EF4-FFF2-40B4-BE49-F238E27FC236}">
                <a16:creationId xmlns:a16="http://schemas.microsoft.com/office/drawing/2014/main" id="{BDB65D72-27FA-F0BF-2B3D-62BC70CA87C4}"/>
              </a:ext>
            </a:extLst>
          </p:cNvPr>
          <p:cNvSpPr/>
          <p:nvPr/>
        </p:nvSpPr>
        <p:spPr>
          <a:xfrm>
            <a:off x="7125853" y="2563248"/>
            <a:ext cx="170913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5" name="Rectángulo 54">
            <a:extLst>
              <a:ext uri="{FF2B5EF4-FFF2-40B4-BE49-F238E27FC236}">
                <a16:creationId xmlns:a16="http://schemas.microsoft.com/office/drawing/2014/main" id="{1A031A8C-377B-2D3C-CA2D-47C17575D83C}"/>
              </a:ext>
            </a:extLst>
          </p:cNvPr>
          <p:cNvSpPr/>
          <p:nvPr/>
        </p:nvSpPr>
        <p:spPr>
          <a:xfrm>
            <a:off x="7073379" y="2889029"/>
            <a:ext cx="124185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Contraseña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56" name="Rectángulo 55">
            <a:extLst>
              <a:ext uri="{FF2B5EF4-FFF2-40B4-BE49-F238E27FC236}">
                <a16:creationId xmlns:a16="http://schemas.microsoft.com/office/drawing/2014/main" id="{B7929FA9-05FD-9DCF-210A-CCFEBE13742E}"/>
              </a:ext>
            </a:extLst>
          </p:cNvPr>
          <p:cNvSpPr/>
          <p:nvPr/>
        </p:nvSpPr>
        <p:spPr>
          <a:xfrm>
            <a:off x="9423715" y="1931286"/>
            <a:ext cx="201065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8" name="Rectángulo 57">
            <a:extLst>
              <a:ext uri="{FF2B5EF4-FFF2-40B4-BE49-F238E27FC236}">
                <a16:creationId xmlns:a16="http://schemas.microsoft.com/office/drawing/2014/main" id="{F8FAA445-BEBB-F0E9-60C6-0AA3505E185E}"/>
              </a:ext>
            </a:extLst>
          </p:cNvPr>
          <p:cNvSpPr/>
          <p:nvPr/>
        </p:nvSpPr>
        <p:spPr>
          <a:xfrm>
            <a:off x="9442537" y="3204660"/>
            <a:ext cx="201065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59" name="Imagen 58" descr="Icono&#10;&#10;Descripción generada automáticamente">
            <a:extLst>
              <a:ext uri="{FF2B5EF4-FFF2-40B4-BE49-F238E27FC236}">
                <a16:creationId xmlns:a16="http://schemas.microsoft.com/office/drawing/2014/main" id="{A353BEA3-7A9A-8771-A829-847B4D67F1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39045" y="1948321"/>
            <a:ext cx="438100" cy="438100"/>
          </a:xfrm>
          <a:prstGeom prst="rect">
            <a:avLst/>
          </a:prstGeom>
        </p:spPr>
      </p:pic>
      <p:pic>
        <p:nvPicPr>
          <p:cNvPr id="60" name="Imagen 59" descr="Icono&#10;&#10;Descripción generada automáticamente">
            <a:extLst>
              <a:ext uri="{FF2B5EF4-FFF2-40B4-BE49-F238E27FC236}">
                <a16:creationId xmlns:a16="http://schemas.microsoft.com/office/drawing/2014/main" id="{0A9752BF-AFC5-F69F-BA54-C9A255BB68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4557" y="4006811"/>
            <a:ext cx="438100" cy="438100"/>
          </a:xfrm>
          <a:prstGeom prst="rect">
            <a:avLst/>
          </a:prstGeom>
        </p:spPr>
      </p:pic>
      <p:pic>
        <p:nvPicPr>
          <p:cNvPr id="61" name="Imagen 60">
            <a:extLst>
              <a:ext uri="{FF2B5EF4-FFF2-40B4-BE49-F238E27FC236}">
                <a16:creationId xmlns:a16="http://schemas.microsoft.com/office/drawing/2014/main" id="{C7D729EB-AF13-FFC1-A31B-156D2CF18F7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423715" y="2557701"/>
            <a:ext cx="2010658" cy="274451"/>
          </a:xfrm>
          <a:prstGeom prst="rect">
            <a:avLst/>
          </a:prstGeom>
        </p:spPr>
      </p:pic>
      <p:pic>
        <p:nvPicPr>
          <p:cNvPr id="62" name="Imagen 61">
            <a:extLst>
              <a:ext uri="{FF2B5EF4-FFF2-40B4-BE49-F238E27FC236}">
                <a16:creationId xmlns:a16="http://schemas.microsoft.com/office/drawing/2014/main" id="{C0536474-5135-D11E-BA8B-0C606EC7E77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096993" y="1929801"/>
            <a:ext cx="1743270" cy="274451"/>
          </a:xfrm>
          <a:prstGeom prst="rect">
            <a:avLst/>
          </a:prstGeom>
        </p:spPr>
      </p:pic>
      <p:sp>
        <p:nvSpPr>
          <p:cNvPr id="1024" name="Rectángulo 1023">
            <a:extLst>
              <a:ext uri="{FF2B5EF4-FFF2-40B4-BE49-F238E27FC236}">
                <a16:creationId xmlns:a16="http://schemas.microsoft.com/office/drawing/2014/main" id="{BE003C92-D108-59E2-8A6B-9B43865494C4}"/>
              </a:ext>
            </a:extLst>
          </p:cNvPr>
          <p:cNvSpPr/>
          <p:nvPr/>
        </p:nvSpPr>
        <p:spPr>
          <a:xfrm>
            <a:off x="9312445" y="3978090"/>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2" name="Rectángulo 1">
            <a:extLst>
              <a:ext uri="{FF2B5EF4-FFF2-40B4-BE49-F238E27FC236}">
                <a16:creationId xmlns:a16="http://schemas.microsoft.com/office/drawing/2014/main" id="{782271F3-DBFE-95AE-4B6E-C824E153E623}"/>
              </a:ext>
            </a:extLst>
          </p:cNvPr>
          <p:cNvSpPr/>
          <p:nvPr/>
        </p:nvSpPr>
        <p:spPr>
          <a:xfrm>
            <a:off x="8102192" y="248412"/>
            <a:ext cx="1798937" cy="382612"/>
          </a:xfrm>
          <a:prstGeom prst="rect">
            <a:avLst/>
          </a:prstGeom>
          <a:solidFill>
            <a:srgbClr val="F1515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REPORTE EN PDF</a:t>
            </a:r>
          </a:p>
        </p:txBody>
      </p:sp>
      <p:sp>
        <p:nvSpPr>
          <p:cNvPr id="20" name="Rectángulo 19">
            <a:extLst>
              <a:ext uri="{FF2B5EF4-FFF2-40B4-BE49-F238E27FC236}">
                <a16:creationId xmlns:a16="http://schemas.microsoft.com/office/drawing/2014/main" id="{2F86E6F0-6A28-E976-D19D-C0351F6D3915}"/>
              </a:ext>
            </a:extLst>
          </p:cNvPr>
          <p:cNvSpPr/>
          <p:nvPr/>
        </p:nvSpPr>
        <p:spPr>
          <a:xfrm>
            <a:off x="10127172" y="248412"/>
            <a:ext cx="1798938" cy="382612"/>
          </a:xfrm>
          <a:prstGeom prst="rect">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EXPORTAR A EXCEL</a:t>
            </a:r>
          </a:p>
        </p:txBody>
      </p:sp>
      <p:sp>
        <p:nvSpPr>
          <p:cNvPr id="21" name="Rectángulo 20">
            <a:extLst>
              <a:ext uri="{FF2B5EF4-FFF2-40B4-BE49-F238E27FC236}">
                <a16:creationId xmlns:a16="http://schemas.microsoft.com/office/drawing/2014/main" id="{B0034F60-F428-41E0-5A35-B92748DFA762}"/>
              </a:ext>
            </a:extLst>
          </p:cNvPr>
          <p:cNvSpPr/>
          <p:nvPr/>
        </p:nvSpPr>
        <p:spPr>
          <a:xfrm>
            <a:off x="9404052" y="2896883"/>
            <a:ext cx="1241855"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Email</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133495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2">
            <a:extLst>
              <a:ext uri="{FF2B5EF4-FFF2-40B4-BE49-F238E27FC236}">
                <a16:creationId xmlns:a16="http://schemas.microsoft.com/office/drawing/2014/main" id="{9B2FACC2-A6B3-D4E2-CF66-6C26A9167AAA}"/>
              </a:ext>
            </a:extLst>
          </p:cNvPr>
          <p:cNvSpPr>
            <a:spLocks noGrp="1" noRot="1" noMove="1" noResize="1" noEditPoints="1" noAdjustHandles="1" noChangeArrowheads="1" noChangeShapeType="1"/>
          </p:cNvSpPr>
          <p:nvPr/>
        </p:nvSpPr>
        <p:spPr>
          <a:xfrm>
            <a:off x="8193388" y="577811"/>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 name="Rectángulo 3">
            <a:extLst>
              <a:ext uri="{FF2B5EF4-FFF2-40B4-BE49-F238E27FC236}">
                <a16:creationId xmlns:a16="http://schemas.microsoft.com/office/drawing/2014/main" id="{B487B959-9E92-4DBB-4D86-98F2DC25FC1B}"/>
              </a:ext>
            </a:extLst>
          </p:cNvPr>
          <p:cNvSpPr/>
          <p:nvPr/>
        </p:nvSpPr>
        <p:spPr>
          <a:xfrm>
            <a:off x="2124493" y="993416"/>
            <a:ext cx="1798937" cy="382612"/>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tx1"/>
                </a:solidFill>
              </a:rPr>
              <a:t>REPORTE EN PDF</a:t>
            </a:r>
          </a:p>
        </p:txBody>
      </p:sp>
      <p:sp>
        <p:nvSpPr>
          <p:cNvPr id="5" name="Rectángulo 4">
            <a:extLst>
              <a:ext uri="{FF2B5EF4-FFF2-40B4-BE49-F238E27FC236}">
                <a16:creationId xmlns:a16="http://schemas.microsoft.com/office/drawing/2014/main" id="{CAE6B69E-E405-12F2-D0A6-2799C666F45B}"/>
              </a:ext>
            </a:extLst>
          </p:cNvPr>
          <p:cNvSpPr/>
          <p:nvPr/>
        </p:nvSpPr>
        <p:spPr>
          <a:xfrm>
            <a:off x="8193387" y="2855082"/>
            <a:ext cx="2616739"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EXPORTAR A EXCEL</a:t>
            </a:r>
          </a:p>
        </p:txBody>
      </p:sp>
      <p:sp>
        <p:nvSpPr>
          <p:cNvPr id="6" name="Rectángulo 5">
            <a:extLst>
              <a:ext uri="{FF2B5EF4-FFF2-40B4-BE49-F238E27FC236}">
                <a16:creationId xmlns:a16="http://schemas.microsoft.com/office/drawing/2014/main" id="{D8A80EE0-A8AF-BA4F-F1C2-5D662854B92E}"/>
              </a:ext>
            </a:extLst>
          </p:cNvPr>
          <p:cNvSpPr/>
          <p:nvPr/>
        </p:nvSpPr>
        <p:spPr>
          <a:xfrm>
            <a:off x="2124492" y="1611133"/>
            <a:ext cx="1798938"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REPORTE EN PDF</a:t>
            </a:r>
          </a:p>
        </p:txBody>
      </p:sp>
      <p:sp>
        <p:nvSpPr>
          <p:cNvPr id="7" name="Rectángulo 6">
            <a:extLst>
              <a:ext uri="{FF2B5EF4-FFF2-40B4-BE49-F238E27FC236}">
                <a16:creationId xmlns:a16="http://schemas.microsoft.com/office/drawing/2014/main" id="{B92BD592-0C6F-5DEE-129B-002E77ABABF2}"/>
              </a:ext>
            </a:extLst>
          </p:cNvPr>
          <p:cNvSpPr/>
          <p:nvPr/>
        </p:nvSpPr>
        <p:spPr>
          <a:xfrm>
            <a:off x="2104572" y="2228850"/>
            <a:ext cx="1798937" cy="382612"/>
          </a:xfrm>
          <a:prstGeom prst="rect">
            <a:avLst/>
          </a:prstGeom>
          <a:solidFill>
            <a:srgbClr val="F1515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REPORTE EN PDF</a:t>
            </a:r>
          </a:p>
        </p:txBody>
      </p:sp>
      <p:sp>
        <p:nvSpPr>
          <p:cNvPr id="8" name="Rectángulo 7">
            <a:extLst>
              <a:ext uri="{FF2B5EF4-FFF2-40B4-BE49-F238E27FC236}">
                <a16:creationId xmlns:a16="http://schemas.microsoft.com/office/drawing/2014/main" id="{54AD181D-7509-D6A1-11D4-136E790EF300}"/>
              </a:ext>
            </a:extLst>
          </p:cNvPr>
          <p:cNvSpPr/>
          <p:nvPr/>
        </p:nvSpPr>
        <p:spPr>
          <a:xfrm>
            <a:off x="4129552" y="2228850"/>
            <a:ext cx="1798938" cy="382612"/>
          </a:xfrm>
          <a:prstGeom prst="rect">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EXPORTAR A EXCEL</a:t>
            </a:r>
          </a:p>
        </p:txBody>
      </p:sp>
      <p:sp>
        <p:nvSpPr>
          <p:cNvPr id="2" name="Rectángulo 1">
            <a:extLst>
              <a:ext uri="{FF2B5EF4-FFF2-40B4-BE49-F238E27FC236}">
                <a16:creationId xmlns:a16="http://schemas.microsoft.com/office/drawing/2014/main" id="{504B20DA-B706-B8F4-B20D-DCEE14CEAF88}"/>
              </a:ext>
            </a:extLst>
          </p:cNvPr>
          <p:cNvSpPr/>
          <p:nvPr/>
        </p:nvSpPr>
        <p:spPr>
          <a:xfrm>
            <a:off x="8193388" y="3237694"/>
            <a:ext cx="2616740" cy="382612"/>
          </a:xfrm>
          <a:prstGeom prst="rect">
            <a:avLst/>
          </a:prstGeom>
          <a:solidFill>
            <a:srgbClr val="D6891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rgbClr val="616A6B"/>
                </a:solidFill>
              </a:rPr>
              <a:t>REPORTE EN PDF</a:t>
            </a:r>
          </a:p>
        </p:txBody>
      </p:sp>
    </p:spTree>
    <p:extLst>
      <p:ext uri="{BB962C8B-B14F-4D97-AF65-F5344CB8AC3E}">
        <p14:creationId xmlns:p14="http://schemas.microsoft.com/office/powerpoint/2010/main" val="21582931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1BB72E-13F7-3ED6-087D-C1F9D1F6311F}"/>
              </a:ext>
            </a:extLst>
          </p:cNvPr>
          <p:cNvSpPr>
            <a:spLocks noGrp="1"/>
          </p:cNvSpPr>
          <p:nvPr>
            <p:ph type="title"/>
          </p:nvPr>
        </p:nvSpPr>
        <p:spPr>
          <a:xfrm>
            <a:off x="838200" y="132522"/>
            <a:ext cx="10515600" cy="1325563"/>
          </a:xfrm>
        </p:spPr>
        <p:txBody>
          <a:bodyPr/>
          <a:lstStyle/>
          <a:p>
            <a:r>
              <a:rPr lang="es-PE" dirty="0"/>
              <a:t>EXPLICACIÓN:</a:t>
            </a:r>
          </a:p>
        </p:txBody>
      </p:sp>
      <p:sp>
        <p:nvSpPr>
          <p:cNvPr id="3" name="Marcador de contenido 2">
            <a:extLst>
              <a:ext uri="{FF2B5EF4-FFF2-40B4-BE49-F238E27FC236}">
                <a16:creationId xmlns:a16="http://schemas.microsoft.com/office/drawing/2014/main" id="{D0EEE7FD-68E4-2915-B2EC-E35C7F27988C}"/>
              </a:ext>
            </a:extLst>
          </p:cNvPr>
          <p:cNvSpPr>
            <a:spLocks noGrp="1"/>
          </p:cNvSpPr>
          <p:nvPr>
            <p:ph idx="1"/>
          </p:nvPr>
        </p:nvSpPr>
        <p:spPr>
          <a:xfrm>
            <a:off x="838200" y="1161290"/>
            <a:ext cx="10757452" cy="5451544"/>
          </a:xfrm>
        </p:spPr>
        <p:txBody>
          <a:bodyPr>
            <a:normAutofit fontScale="85000" lnSpcReduction="20000"/>
          </a:bodyPr>
          <a:lstStyle/>
          <a:p>
            <a:pPr marL="0" indent="0" algn="just">
              <a:buNone/>
            </a:pPr>
            <a:r>
              <a:rPr lang="es-PE" sz="2000" dirty="0"/>
              <a:t>CUANDO QUIERAS </a:t>
            </a:r>
            <a:r>
              <a:rPr lang="es-PE" sz="2000" dirty="0">
                <a:solidFill>
                  <a:srgbClr val="FF0000"/>
                </a:solidFill>
              </a:rPr>
              <a:t>AGREGAR</a:t>
            </a:r>
            <a:r>
              <a:rPr lang="es-PE" sz="2000" dirty="0"/>
              <a:t> SOLO TIENES QUE ESCRIBIR LOS DATOS Y DARLE EN EL BOTON AGREGAR. LO IDEAL ES QUE DESPUES DE PRESIONAR EL BOTON TODOS LOS CAMPOS DE REGISTRO QUEDEN EN BLANCO PARA REALZIAR OTRO REGISTRO. Y EL REGISTRO INGRESADO APAREZCA EN LA TABLA “LISTA DE USUARIOS REGISTRADOS”.</a:t>
            </a:r>
          </a:p>
          <a:p>
            <a:pPr marL="0" indent="0" algn="just">
              <a:buNone/>
            </a:pPr>
            <a:endParaRPr lang="es-PE" sz="2000" dirty="0"/>
          </a:p>
          <a:p>
            <a:pPr marL="0" indent="0" algn="just">
              <a:buNone/>
            </a:pPr>
            <a:r>
              <a:rPr lang="es-PE" sz="2000" dirty="0"/>
              <a:t>SI QUIERES </a:t>
            </a:r>
            <a:r>
              <a:rPr lang="es-PE" sz="2000" dirty="0">
                <a:solidFill>
                  <a:srgbClr val="FF0000"/>
                </a:solidFill>
              </a:rPr>
              <a:t>MODIFICAR</a:t>
            </a:r>
            <a:r>
              <a:rPr lang="es-PE" sz="2000" dirty="0"/>
              <a:t>, TIENES QUE SELECCIONAR UNA FILA DE LA TABLA DE REGISTRO </a:t>
            </a:r>
            <a:r>
              <a:rPr lang="es-PE" sz="2000" b="1" dirty="0"/>
              <a:t>“LISTA DE USUARIOS REGISTRADOS”, </a:t>
            </a:r>
            <a:r>
              <a:rPr lang="es-PE" sz="2000" dirty="0"/>
              <a:t>CUANDO HAGAS ESO APARECERAN TODOS LOS DATOS EN LOS CAMPOS DE LA SECCION </a:t>
            </a:r>
            <a:r>
              <a:rPr lang="es-PE" sz="2000" b="1" dirty="0"/>
              <a:t>“DATOS DEL REGISTRO”</a:t>
            </a:r>
            <a:r>
              <a:rPr lang="es-PE" sz="2000" dirty="0"/>
              <a:t>, SOLO TENDRAS QUE MODIFICAR ALGUNO DE ESOS CAMPOS Y DESPUES DARLE AL BOTON MODIFICAR. ASI SI SE CAMBIAN LOS DATOS.</a:t>
            </a:r>
          </a:p>
          <a:p>
            <a:pPr marL="0" indent="0" algn="just">
              <a:buNone/>
            </a:pPr>
            <a:endParaRPr lang="es-PE" sz="2000" dirty="0"/>
          </a:p>
          <a:p>
            <a:pPr marL="0" indent="0" algn="just">
              <a:buNone/>
            </a:pPr>
            <a:r>
              <a:rPr lang="es-PE" sz="2000" dirty="0"/>
              <a:t>SI QUIERES </a:t>
            </a:r>
            <a:r>
              <a:rPr lang="es-PE" sz="2000" dirty="0">
                <a:solidFill>
                  <a:srgbClr val="FF0000"/>
                </a:solidFill>
              </a:rPr>
              <a:t>ELIMINAR</a:t>
            </a:r>
            <a:r>
              <a:rPr lang="es-PE" sz="2000" dirty="0"/>
              <a:t> UN REGISTRO, SELECCIONA UNA FILA DE LA TABLA </a:t>
            </a:r>
            <a:r>
              <a:rPr lang="es-PE" sz="2000" b="1" dirty="0"/>
              <a:t>“LISTA DE USUARIOS REGISTRADOS” </a:t>
            </a:r>
            <a:r>
              <a:rPr lang="es-PE" sz="2000" dirty="0"/>
              <a:t>Y DESPUES DARLE AL BOTON ELIMINAR. ASI EL REGISTRO YA NO ESTARA EN LA TABLA.</a:t>
            </a:r>
          </a:p>
          <a:p>
            <a:pPr marL="0" indent="0" algn="just">
              <a:buNone/>
            </a:pPr>
            <a:endParaRPr lang="es-PE" sz="2000" dirty="0"/>
          </a:p>
          <a:p>
            <a:pPr marL="0" indent="0" algn="just">
              <a:buNone/>
            </a:pPr>
            <a:r>
              <a:rPr lang="es-PE" sz="2000" dirty="0"/>
              <a:t>SI QUIERES </a:t>
            </a:r>
            <a:r>
              <a:rPr lang="es-PE" sz="2000" dirty="0">
                <a:solidFill>
                  <a:srgbClr val="FF0000"/>
                </a:solidFill>
              </a:rPr>
              <a:t>BUSCAR</a:t>
            </a:r>
            <a:r>
              <a:rPr lang="es-PE" sz="2000" dirty="0"/>
              <a:t> UN REGISTRO POR UN DATO ESPECIFICO DE CUALQUIER CAMPO DE LA TABLA, SOLO TIENES QUE DIGITAR LO QUE DESEAS BUSCAR EN EL CUADRO DE TEXTO, EL TIEMPO DE CARGA ES RAPIDO SIEMPRE Y CUANDO SEA UN ARPOXIMADO DE 5000 REGISTROS SI LA CANTIDAD DE REGISTROS ES MAYOR SERA MAS LENTO EL TIEMPO DE BUSQUEDA.</a:t>
            </a:r>
          </a:p>
          <a:p>
            <a:pPr marL="0" indent="0" algn="just">
              <a:buNone/>
            </a:pPr>
            <a:endParaRPr lang="es-PE" sz="2000" dirty="0"/>
          </a:p>
          <a:p>
            <a:pPr marL="0" indent="0" algn="just">
              <a:buNone/>
            </a:pPr>
            <a:r>
              <a:rPr lang="es-PE" sz="2000" dirty="0">
                <a:solidFill>
                  <a:srgbClr val="FF0000"/>
                </a:solidFill>
              </a:rPr>
              <a:t>NOTA: SOLO LOS BOTONES AGREGAR, MODIFICAR Y ELIMINAR AFECTAN DIRECTAMENTE A LA BASE DE DATOS. EL FILTRO DE BUSQUEDA ES SOLO UNA HERRAMIENTA QUE AYUDA A LAS ACCIONES/BOTONES DE MODIFICAR O ELIMINAR.</a:t>
            </a:r>
          </a:p>
        </p:txBody>
      </p:sp>
    </p:spTree>
    <p:extLst>
      <p:ext uri="{BB962C8B-B14F-4D97-AF65-F5344CB8AC3E}">
        <p14:creationId xmlns:p14="http://schemas.microsoft.com/office/powerpoint/2010/main" val="91964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BEB33-0890-CB80-9ED2-A0941A6E0BFF}"/>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BA1FD43D-1F6A-524F-BD32-FDEF6A64B6C6}"/>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FA23CC74-76BC-31E2-81A8-8FEAB1CDF7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1F849FA5-E457-B445-97D2-0D8B215496B3}"/>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197410ED-91AC-6AF0-4776-3B755E926380}"/>
              </a:ext>
            </a:extLst>
          </p:cNvPr>
          <p:cNvSpPr/>
          <p:nvPr/>
        </p:nvSpPr>
        <p:spPr>
          <a:xfrm>
            <a:off x="2907570" y="316201"/>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27F262A9-912F-0EC2-1C58-8F75E35E6078}"/>
              </a:ext>
            </a:extLst>
          </p:cNvPr>
          <p:cNvSpPr/>
          <p:nvPr/>
        </p:nvSpPr>
        <p:spPr>
          <a:xfrm>
            <a:off x="3282131" y="1302014"/>
            <a:ext cx="8324445" cy="125383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6" name="Rectángulo: esquinas redondeadas 15">
            <a:extLst>
              <a:ext uri="{FF2B5EF4-FFF2-40B4-BE49-F238E27FC236}">
                <a16:creationId xmlns:a16="http://schemas.microsoft.com/office/drawing/2014/main" id="{E1D576BC-A66A-BF2C-94E0-BF92916D1973}"/>
              </a:ext>
            </a:extLst>
          </p:cNvPr>
          <p:cNvSpPr/>
          <p:nvPr/>
        </p:nvSpPr>
        <p:spPr>
          <a:xfrm>
            <a:off x="3442968" y="1047557"/>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INGRESAR A CLASE</a:t>
            </a:r>
          </a:p>
        </p:txBody>
      </p:sp>
      <p:sp>
        <p:nvSpPr>
          <p:cNvPr id="61" name="Rectángulo 60">
            <a:extLst>
              <a:ext uri="{FF2B5EF4-FFF2-40B4-BE49-F238E27FC236}">
                <a16:creationId xmlns:a16="http://schemas.microsoft.com/office/drawing/2014/main" id="{F1F669FA-4459-3628-4603-0585DD923D52}"/>
              </a:ext>
            </a:extLst>
          </p:cNvPr>
          <p:cNvSpPr/>
          <p:nvPr/>
        </p:nvSpPr>
        <p:spPr>
          <a:xfrm>
            <a:off x="9306487" y="4331768"/>
            <a:ext cx="2315090" cy="3708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AÑADIR ESTUDIANTE</a:t>
            </a:r>
          </a:p>
        </p:txBody>
      </p:sp>
      <p:sp>
        <p:nvSpPr>
          <p:cNvPr id="67" name="Rectángulo 66">
            <a:extLst>
              <a:ext uri="{FF2B5EF4-FFF2-40B4-BE49-F238E27FC236}">
                <a16:creationId xmlns:a16="http://schemas.microsoft.com/office/drawing/2014/main" id="{786D450E-E596-481F-0AE3-EA474E29C429}"/>
              </a:ext>
            </a:extLst>
          </p:cNvPr>
          <p:cNvSpPr/>
          <p:nvPr/>
        </p:nvSpPr>
        <p:spPr>
          <a:xfrm>
            <a:off x="12829542" y="5004830"/>
            <a:ext cx="5076819" cy="199872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8" name="Rectángulo: esquinas redondeadas 67">
            <a:extLst>
              <a:ext uri="{FF2B5EF4-FFF2-40B4-BE49-F238E27FC236}">
                <a16:creationId xmlns:a16="http://schemas.microsoft.com/office/drawing/2014/main" id="{E78D97E5-E8E0-B9F4-0BAE-AD3B8D521A85}"/>
              </a:ext>
            </a:extLst>
          </p:cNvPr>
          <p:cNvSpPr/>
          <p:nvPr/>
        </p:nvSpPr>
        <p:spPr>
          <a:xfrm>
            <a:off x="14839793" y="3461857"/>
            <a:ext cx="3416892"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CONFIGURACIÓN AVANZADA</a:t>
            </a:r>
          </a:p>
        </p:txBody>
      </p:sp>
      <p:sp>
        <p:nvSpPr>
          <p:cNvPr id="69" name="Rectángulo 68">
            <a:extLst>
              <a:ext uri="{FF2B5EF4-FFF2-40B4-BE49-F238E27FC236}">
                <a16:creationId xmlns:a16="http://schemas.microsoft.com/office/drawing/2014/main" id="{0ECED47A-7034-C806-219E-3CD18886F71C}"/>
              </a:ext>
            </a:extLst>
          </p:cNvPr>
          <p:cNvSpPr/>
          <p:nvPr/>
        </p:nvSpPr>
        <p:spPr>
          <a:xfrm>
            <a:off x="14171198" y="4167175"/>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0" name="Rectángulo 69">
            <a:extLst>
              <a:ext uri="{FF2B5EF4-FFF2-40B4-BE49-F238E27FC236}">
                <a16:creationId xmlns:a16="http://schemas.microsoft.com/office/drawing/2014/main" id="{40E935AA-4A5B-BB3F-BDAE-D55C3EFECB64}"/>
              </a:ext>
            </a:extLst>
          </p:cNvPr>
          <p:cNvSpPr/>
          <p:nvPr/>
        </p:nvSpPr>
        <p:spPr>
          <a:xfrm>
            <a:off x="14663664" y="4272381"/>
            <a:ext cx="3950120" cy="338554"/>
          </a:xfrm>
          <a:prstGeom prst="rect">
            <a:avLst/>
          </a:prstGeom>
          <a:noFill/>
        </p:spPr>
        <p:txBody>
          <a:bodyPr wrap="none" lIns="91440" tIns="45720" rIns="91440" bIns="45720">
            <a:spAutoFit/>
          </a:bodyPr>
          <a:lstStyle/>
          <a:p>
            <a:pPr algn="ctr"/>
            <a:r>
              <a:rPr lang="es-ES" sz="1600" b="1" dirty="0">
                <a:ln w="0">
                  <a:noFill/>
                </a:ln>
                <a:latin typeface="Poppins" panose="00000500000000000000" pitchFamily="2" charset="0"/>
                <a:cs typeface="Poppins" panose="00000500000000000000" pitchFamily="2" charset="0"/>
              </a:rPr>
              <a:t>ACTUALIZAR DATOS DEL LABORATORIO</a:t>
            </a:r>
            <a:endParaRPr lang="es-ES" sz="1600" b="1" cap="none" spc="0" dirty="0">
              <a:ln w="0">
                <a:noFill/>
              </a:ln>
              <a:latin typeface="Poppins" panose="00000500000000000000" pitchFamily="2" charset="0"/>
              <a:cs typeface="Poppins" panose="00000500000000000000" pitchFamily="2" charset="0"/>
            </a:endParaRPr>
          </a:p>
        </p:txBody>
      </p:sp>
      <p:sp>
        <p:nvSpPr>
          <p:cNvPr id="73" name="Rectángulo 72">
            <a:extLst>
              <a:ext uri="{FF2B5EF4-FFF2-40B4-BE49-F238E27FC236}">
                <a16:creationId xmlns:a16="http://schemas.microsoft.com/office/drawing/2014/main" id="{2449FAB8-C4F1-A8B5-2DF0-915783699137}"/>
              </a:ext>
            </a:extLst>
          </p:cNvPr>
          <p:cNvSpPr/>
          <p:nvPr/>
        </p:nvSpPr>
        <p:spPr>
          <a:xfrm>
            <a:off x="14171198" y="4953408"/>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4" name="Rectángulo 73">
            <a:extLst>
              <a:ext uri="{FF2B5EF4-FFF2-40B4-BE49-F238E27FC236}">
                <a16:creationId xmlns:a16="http://schemas.microsoft.com/office/drawing/2014/main" id="{F8F7C9FE-1FE7-A71D-B350-BDA78FE1F1F0}"/>
              </a:ext>
            </a:extLst>
          </p:cNvPr>
          <p:cNvSpPr/>
          <p:nvPr/>
        </p:nvSpPr>
        <p:spPr>
          <a:xfrm>
            <a:off x="14808740" y="5057432"/>
            <a:ext cx="3659977" cy="338554"/>
          </a:xfrm>
          <a:prstGeom prst="rect">
            <a:avLst/>
          </a:prstGeom>
          <a:noFill/>
        </p:spPr>
        <p:txBody>
          <a:bodyPr wrap="none" lIns="91440" tIns="45720" rIns="91440" bIns="45720">
            <a:spAutoFit/>
          </a:bodyPr>
          <a:lstStyle/>
          <a:p>
            <a:pPr algn="ctr"/>
            <a:r>
              <a:rPr lang="es-ES" sz="1600" b="1" cap="none" spc="0" dirty="0">
                <a:ln w="0">
                  <a:noFill/>
                </a:ln>
                <a:latin typeface="Poppins" panose="00000500000000000000" pitchFamily="2" charset="0"/>
                <a:cs typeface="Poppins" panose="00000500000000000000" pitchFamily="2" charset="0"/>
              </a:rPr>
              <a:t>REPORTE GENERAL POR AÑO-MESES</a:t>
            </a:r>
          </a:p>
        </p:txBody>
      </p:sp>
      <p:sp>
        <p:nvSpPr>
          <p:cNvPr id="2" name="Rectángulo 1">
            <a:extLst>
              <a:ext uri="{FF2B5EF4-FFF2-40B4-BE49-F238E27FC236}">
                <a16:creationId xmlns:a16="http://schemas.microsoft.com/office/drawing/2014/main" id="{C7E2AB77-4746-2166-DD00-F28BD03E070A}"/>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E8A8A7CE-FD58-3D84-FD8B-399DBCEE7956}"/>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1" name="Rectángulo 10">
            <a:extLst>
              <a:ext uri="{FF2B5EF4-FFF2-40B4-BE49-F238E27FC236}">
                <a16:creationId xmlns:a16="http://schemas.microsoft.com/office/drawing/2014/main" id="{19B1271E-A313-0306-CA44-AC3701A60FAD}"/>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8" name="Rectángulo 17">
            <a:extLst>
              <a:ext uri="{FF2B5EF4-FFF2-40B4-BE49-F238E27FC236}">
                <a16:creationId xmlns:a16="http://schemas.microsoft.com/office/drawing/2014/main" id="{EABD5211-F18B-79A6-C470-D8E163EC72F9}"/>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20" name="Imagen 19" descr="Icono&#10;&#10;Descripción generada automáticamente">
            <a:extLst>
              <a:ext uri="{FF2B5EF4-FFF2-40B4-BE49-F238E27FC236}">
                <a16:creationId xmlns:a16="http://schemas.microsoft.com/office/drawing/2014/main" id="{C1FF91D0-5D55-91EC-68E1-1680287030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21" name="Rectángulo 20">
            <a:extLst>
              <a:ext uri="{FF2B5EF4-FFF2-40B4-BE49-F238E27FC236}">
                <a16:creationId xmlns:a16="http://schemas.microsoft.com/office/drawing/2014/main" id="{C0A9BE74-767B-D464-DDC1-A7CBECB388E4}"/>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24" name="Rectángulo 23">
            <a:extLst>
              <a:ext uri="{FF2B5EF4-FFF2-40B4-BE49-F238E27FC236}">
                <a16:creationId xmlns:a16="http://schemas.microsoft.com/office/drawing/2014/main" id="{44C1072C-37C8-B706-CF7E-250C161AE3EF}"/>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E9F2988F-C92B-8C0B-25C6-AF70333FE652}"/>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7F5239DF-1C0A-D0EB-7844-985F7BE4D827}"/>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1" name="Imagen 30" descr="Dibujo de un animal con la boca abierta&#10;&#10;Descripción generada automáticamente con confianza baja">
            <a:extLst>
              <a:ext uri="{FF2B5EF4-FFF2-40B4-BE49-F238E27FC236}">
                <a16:creationId xmlns:a16="http://schemas.microsoft.com/office/drawing/2014/main" id="{AA109678-2510-BD03-55F6-3A9DACB1E9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12" name="Rectángulo 11">
            <a:extLst>
              <a:ext uri="{FF2B5EF4-FFF2-40B4-BE49-F238E27FC236}">
                <a16:creationId xmlns:a16="http://schemas.microsoft.com/office/drawing/2014/main" id="{0A13976B-6A92-BB8C-94BD-641E66768A98}"/>
              </a:ext>
            </a:extLst>
          </p:cNvPr>
          <p:cNvSpPr/>
          <p:nvPr/>
        </p:nvSpPr>
        <p:spPr>
          <a:xfrm>
            <a:off x="6225024" y="4345321"/>
            <a:ext cx="261674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6" name="Rectángulo 25">
            <a:extLst>
              <a:ext uri="{FF2B5EF4-FFF2-40B4-BE49-F238E27FC236}">
                <a16:creationId xmlns:a16="http://schemas.microsoft.com/office/drawing/2014/main" id="{ED9302E9-C7F7-564C-2F58-97D4853ADD1F}"/>
              </a:ext>
            </a:extLst>
          </p:cNvPr>
          <p:cNvSpPr/>
          <p:nvPr/>
        </p:nvSpPr>
        <p:spPr>
          <a:xfrm>
            <a:off x="6148214" y="4010995"/>
            <a:ext cx="1835759" cy="307777"/>
          </a:xfrm>
          <a:prstGeom prst="rect">
            <a:avLst/>
          </a:prstGeom>
          <a:noFill/>
        </p:spPr>
        <p:txBody>
          <a:bodyPr wrap="none" lIns="91440" tIns="45720" rIns="91440" bIns="45720">
            <a:spAutoFit/>
          </a:bodyPr>
          <a:lstStyle/>
          <a:p>
            <a:r>
              <a:rPr lang="es-ES" sz="1400" cap="none" spc="0" dirty="0">
                <a:ln w="0">
                  <a:noFill/>
                </a:ln>
                <a:latin typeface="Poppins" panose="00000500000000000000" pitchFamily="2" charset="0"/>
                <a:cs typeface="Poppins" panose="00000500000000000000" pitchFamily="2" charset="0"/>
              </a:rPr>
              <a:t>Código Estudiante</a:t>
            </a:r>
          </a:p>
        </p:txBody>
      </p:sp>
      <p:sp>
        <p:nvSpPr>
          <p:cNvPr id="10" name="Rectángulo 9">
            <a:extLst>
              <a:ext uri="{FF2B5EF4-FFF2-40B4-BE49-F238E27FC236}">
                <a16:creationId xmlns:a16="http://schemas.microsoft.com/office/drawing/2014/main" id="{589601F0-365B-0298-FD8C-3B21C3772BCA}"/>
              </a:ext>
            </a:extLst>
          </p:cNvPr>
          <p:cNvSpPr/>
          <p:nvPr/>
        </p:nvSpPr>
        <p:spPr>
          <a:xfrm>
            <a:off x="3315413" y="4350621"/>
            <a:ext cx="2569120" cy="362465"/>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6" name="Rectángulo 35">
            <a:extLst>
              <a:ext uri="{FF2B5EF4-FFF2-40B4-BE49-F238E27FC236}">
                <a16:creationId xmlns:a16="http://schemas.microsoft.com/office/drawing/2014/main" id="{90429484-90E8-B363-18C2-E224E58678FA}"/>
              </a:ext>
            </a:extLst>
          </p:cNvPr>
          <p:cNvSpPr/>
          <p:nvPr/>
        </p:nvSpPr>
        <p:spPr>
          <a:xfrm>
            <a:off x="3234397" y="4023991"/>
            <a:ext cx="1632178" cy="307777"/>
          </a:xfrm>
          <a:prstGeom prst="rect">
            <a:avLst/>
          </a:prstGeom>
          <a:noFill/>
        </p:spPr>
        <p:txBody>
          <a:bodyPr wrap="none" lIns="91440" tIns="45720" rIns="91440" bIns="45720">
            <a:spAutoFit/>
          </a:bodyPr>
          <a:lstStyle/>
          <a:p>
            <a:r>
              <a:rPr lang="es-ES" sz="1400" cap="none" spc="0" dirty="0">
                <a:ln w="0">
                  <a:noFill/>
                </a:ln>
                <a:latin typeface="Poppins" panose="00000500000000000000" pitchFamily="2" charset="0"/>
                <a:cs typeface="Poppins" panose="00000500000000000000" pitchFamily="2" charset="0"/>
              </a:rPr>
              <a:t>Buscar en Tabla</a:t>
            </a:r>
          </a:p>
        </p:txBody>
      </p:sp>
      <p:pic>
        <p:nvPicPr>
          <p:cNvPr id="37" name="Imagen 36">
            <a:extLst>
              <a:ext uri="{FF2B5EF4-FFF2-40B4-BE49-F238E27FC236}">
                <a16:creationId xmlns:a16="http://schemas.microsoft.com/office/drawing/2014/main" id="{4237BD4E-263F-26B8-8C3D-E5D7F481D8B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5413" y="3640676"/>
            <a:ext cx="4943475" cy="307778"/>
          </a:xfrm>
          <a:prstGeom prst="rect">
            <a:avLst/>
          </a:prstGeom>
        </p:spPr>
      </p:pic>
      <p:sp>
        <p:nvSpPr>
          <p:cNvPr id="38" name="Rectángulo 37">
            <a:extLst>
              <a:ext uri="{FF2B5EF4-FFF2-40B4-BE49-F238E27FC236}">
                <a16:creationId xmlns:a16="http://schemas.microsoft.com/office/drawing/2014/main" id="{6FFA2780-7F09-C6C4-A90A-0757A718D70C}"/>
              </a:ext>
            </a:extLst>
          </p:cNvPr>
          <p:cNvSpPr/>
          <p:nvPr/>
        </p:nvSpPr>
        <p:spPr>
          <a:xfrm>
            <a:off x="3234397" y="3260488"/>
            <a:ext cx="3257623" cy="307777"/>
          </a:xfrm>
          <a:prstGeom prst="rect">
            <a:avLst/>
          </a:prstGeom>
          <a:noFill/>
        </p:spPr>
        <p:txBody>
          <a:bodyPr wrap="none" lIns="91440" tIns="45720" rIns="91440" bIns="45720">
            <a:spAutoFit/>
          </a:bodyPr>
          <a:lstStyle/>
          <a:p>
            <a:r>
              <a:rPr lang="es-ES" sz="1400" cap="none" spc="0" dirty="0">
                <a:ln w="0">
                  <a:noFill/>
                </a:ln>
                <a:latin typeface="Poppins" panose="00000500000000000000" pitchFamily="2" charset="0"/>
                <a:cs typeface="Poppins" panose="00000500000000000000" pitchFamily="2" charset="0"/>
              </a:rPr>
              <a:t>Seleccionar un Código de Horario </a:t>
            </a:r>
          </a:p>
        </p:txBody>
      </p:sp>
      <p:sp>
        <p:nvSpPr>
          <p:cNvPr id="39" name="Rectángulo 38">
            <a:extLst>
              <a:ext uri="{FF2B5EF4-FFF2-40B4-BE49-F238E27FC236}">
                <a16:creationId xmlns:a16="http://schemas.microsoft.com/office/drawing/2014/main" id="{958718E8-9D7A-088B-91D7-040A173F11C2}"/>
              </a:ext>
            </a:extLst>
          </p:cNvPr>
          <p:cNvSpPr/>
          <p:nvPr/>
        </p:nvSpPr>
        <p:spPr>
          <a:xfrm>
            <a:off x="3656800" y="1586238"/>
            <a:ext cx="1869423"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Código de Horario:</a:t>
            </a:r>
          </a:p>
        </p:txBody>
      </p:sp>
      <p:sp>
        <p:nvSpPr>
          <p:cNvPr id="40" name="Rectángulo 39">
            <a:extLst>
              <a:ext uri="{FF2B5EF4-FFF2-40B4-BE49-F238E27FC236}">
                <a16:creationId xmlns:a16="http://schemas.microsoft.com/office/drawing/2014/main" id="{9C6250EF-A91E-E1B0-3EAE-2B6D6BAD457F}"/>
              </a:ext>
            </a:extLst>
          </p:cNvPr>
          <p:cNvSpPr/>
          <p:nvPr/>
        </p:nvSpPr>
        <p:spPr>
          <a:xfrm>
            <a:off x="9822801" y="1934403"/>
            <a:ext cx="1474838" cy="387774"/>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BUSCAR</a:t>
            </a:r>
          </a:p>
        </p:txBody>
      </p:sp>
      <p:pic>
        <p:nvPicPr>
          <p:cNvPr id="41" name="Imagen 40">
            <a:extLst>
              <a:ext uri="{FF2B5EF4-FFF2-40B4-BE49-F238E27FC236}">
                <a16:creationId xmlns:a16="http://schemas.microsoft.com/office/drawing/2014/main" id="{66D97782-88C5-351B-601B-B654C8B84A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36942" y="2011164"/>
            <a:ext cx="5568983" cy="304350"/>
          </a:xfrm>
          <a:prstGeom prst="rect">
            <a:avLst/>
          </a:prstGeom>
        </p:spPr>
      </p:pic>
      <p:sp>
        <p:nvSpPr>
          <p:cNvPr id="42" name="Rectángulo 41">
            <a:extLst>
              <a:ext uri="{FF2B5EF4-FFF2-40B4-BE49-F238E27FC236}">
                <a16:creationId xmlns:a16="http://schemas.microsoft.com/office/drawing/2014/main" id="{112D466D-CD25-A308-C6E9-D9ECD2B047CC}"/>
              </a:ext>
            </a:extLst>
          </p:cNvPr>
          <p:cNvSpPr/>
          <p:nvPr/>
        </p:nvSpPr>
        <p:spPr>
          <a:xfrm>
            <a:off x="9306487" y="3821401"/>
            <a:ext cx="2315090" cy="3708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CONFIGURACIÓN</a:t>
            </a:r>
          </a:p>
        </p:txBody>
      </p:sp>
      <p:sp>
        <p:nvSpPr>
          <p:cNvPr id="43" name="Rectángulo: esquinas redondeadas 42">
            <a:extLst>
              <a:ext uri="{FF2B5EF4-FFF2-40B4-BE49-F238E27FC236}">
                <a16:creationId xmlns:a16="http://schemas.microsoft.com/office/drawing/2014/main" id="{B7C5F3AB-6808-324B-BD67-F02881FB82BF}"/>
              </a:ext>
            </a:extLst>
          </p:cNvPr>
          <p:cNvSpPr/>
          <p:nvPr/>
        </p:nvSpPr>
        <p:spPr>
          <a:xfrm>
            <a:off x="3319955" y="2761949"/>
            <a:ext cx="554599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REGISTRAR ESTUDIANTE A LA CLASE</a:t>
            </a:r>
          </a:p>
        </p:txBody>
      </p:sp>
      <p:pic>
        <p:nvPicPr>
          <p:cNvPr id="63" name="Imagen 62" descr="Icono&#10;&#10;Descripción generada automáticamente">
            <a:extLst>
              <a:ext uri="{FF2B5EF4-FFF2-40B4-BE49-F238E27FC236}">
                <a16:creationId xmlns:a16="http://schemas.microsoft.com/office/drawing/2014/main" id="{0A472226-545B-DF81-7F74-DFDEA742B8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49427" y="2133559"/>
            <a:ext cx="438100" cy="438100"/>
          </a:xfrm>
          <a:prstGeom prst="rect">
            <a:avLst/>
          </a:prstGeom>
        </p:spPr>
      </p:pic>
      <p:graphicFrame>
        <p:nvGraphicFramePr>
          <p:cNvPr id="44" name="Tabla 43">
            <a:extLst>
              <a:ext uri="{FF2B5EF4-FFF2-40B4-BE49-F238E27FC236}">
                <a16:creationId xmlns:a16="http://schemas.microsoft.com/office/drawing/2014/main" id="{515A9153-0755-262C-D082-2339BB7F19C2}"/>
              </a:ext>
            </a:extLst>
          </p:cNvPr>
          <p:cNvGraphicFramePr>
            <a:graphicFrameLocks noGrp="1"/>
          </p:cNvGraphicFramePr>
          <p:nvPr>
            <p:extLst>
              <p:ext uri="{D42A27DB-BD31-4B8C-83A1-F6EECF244321}">
                <p14:modId xmlns:p14="http://schemas.microsoft.com/office/powerpoint/2010/main" val="766746027"/>
              </p:ext>
            </p:extLst>
          </p:nvPr>
        </p:nvGraphicFramePr>
        <p:xfrm>
          <a:off x="3315413" y="4873290"/>
          <a:ext cx="5785350" cy="373342"/>
        </p:xfrm>
        <a:graphic>
          <a:graphicData uri="http://schemas.openxmlformats.org/drawingml/2006/table">
            <a:tbl>
              <a:tblPr firstRow="1" bandRow="1">
                <a:tableStyleId>{5940675A-B579-460E-94D1-54222C63F5DA}</a:tableStyleId>
              </a:tblPr>
              <a:tblGrid>
                <a:gridCol w="1928450">
                  <a:extLst>
                    <a:ext uri="{9D8B030D-6E8A-4147-A177-3AD203B41FA5}">
                      <a16:colId xmlns:a16="http://schemas.microsoft.com/office/drawing/2014/main" val="2791052404"/>
                    </a:ext>
                  </a:extLst>
                </a:gridCol>
                <a:gridCol w="1928450">
                  <a:extLst>
                    <a:ext uri="{9D8B030D-6E8A-4147-A177-3AD203B41FA5}">
                      <a16:colId xmlns:a16="http://schemas.microsoft.com/office/drawing/2014/main" val="3171110077"/>
                    </a:ext>
                  </a:extLst>
                </a:gridCol>
                <a:gridCol w="1928450">
                  <a:extLst>
                    <a:ext uri="{9D8B030D-6E8A-4147-A177-3AD203B41FA5}">
                      <a16:colId xmlns:a16="http://schemas.microsoft.com/office/drawing/2014/main" val="485236382"/>
                    </a:ext>
                  </a:extLst>
                </a:gridCol>
              </a:tblGrid>
              <a:tr h="373342">
                <a:tc>
                  <a:txBody>
                    <a:bodyPr/>
                    <a:lstStyle/>
                    <a:p>
                      <a:pPr algn="ctr"/>
                      <a:r>
                        <a:rPr lang="es-PE" dirty="0"/>
                        <a:t>CODIGO</a:t>
                      </a:r>
                    </a:p>
                  </a:txBody>
                  <a:tcPr/>
                </a:tc>
                <a:tc>
                  <a:txBody>
                    <a:bodyPr/>
                    <a:lstStyle/>
                    <a:p>
                      <a:pPr algn="ctr"/>
                      <a:r>
                        <a:rPr lang="es-PE" dirty="0"/>
                        <a:t>APELLIDOS</a:t>
                      </a:r>
                    </a:p>
                  </a:txBody>
                  <a:tcPr/>
                </a:tc>
                <a:tc>
                  <a:txBody>
                    <a:bodyPr/>
                    <a:lstStyle/>
                    <a:p>
                      <a:pPr algn="ctr"/>
                      <a:r>
                        <a:rPr lang="es-PE" dirty="0"/>
                        <a:t>NOMBRES</a:t>
                      </a:r>
                    </a:p>
                  </a:txBody>
                  <a:tcPr/>
                </a:tc>
                <a:extLst>
                  <a:ext uri="{0D108BD9-81ED-4DB2-BD59-A6C34878D82A}">
                    <a16:rowId xmlns:a16="http://schemas.microsoft.com/office/drawing/2014/main" val="2638930370"/>
                  </a:ext>
                </a:extLst>
              </a:tr>
            </a:tbl>
          </a:graphicData>
        </a:graphic>
      </p:graphicFrame>
      <p:graphicFrame>
        <p:nvGraphicFramePr>
          <p:cNvPr id="45" name="Tabla 44">
            <a:extLst>
              <a:ext uri="{FF2B5EF4-FFF2-40B4-BE49-F238E27FC236}">
                <a16:creationId xmlns:a16="http://schemas.microsoft.com/office/drawing/2014/main" id="{405BA5EB-AA57-E9AD-DB43-DB7663CE097E}"/>
              </a:ext>
            </a:extLst>
          </p:cNvPr>
          <p:cNvGraphicFramePr>
            <a:graphicFrameLocks noGrp="1"/>
          </p:cNvGraphicFramePr>
          <p:nvPr>
            <p:extLst>
              <p:ext uri="{D42A27DB-BD31-4B8C-83A1-F6EECF244321}">
                <p14:modId xmlns:p14="http://schemas.microsoft.com/office/powerpoint/2010/main" val="2782042211"/>
              </p:ext>
            </p:extLst>
          </p:nvPr>
        </p:nvGraphicFramePr>
        <p:xfrm>
          <a:off x="3316182" y="5246573"/>
          <a:ext cx="5784582" cy="1483360"/>
        </p:xfrm>
        <a:graphic>
          <a:graphicData uri="http://schemas.openxmlformats.org/drawingml/2006/table">
            <a:tbl>
              <a:tblPr firstRow="1" bandRow="1">
                <a:tableStyleId>{5940675A-B579-460E-94D1-54222C63F5DA}</a:tableStyleId>
              </a:tblPr>
              <a:tblGrid>
                <a:gridCol w="1928194">
                  <a:extLst>
                    <a:ext uri="{9D8B030D-6E8A-4147-A177-3AD203B41FA5}">
                      <a16:colId xmlns:a16="http://schemas.microsoft.com/office/drawing/2014/main" val="231186284"/>
                    </a:ext>
                  </a:extLst>
                </a:gridCol>
                <a:gridCol w="1928194">
                  <a:extLst>
                    <a:ext uri="{9D8B030D-6E8A-4147-A177-3AD203B41FA5}">
                      <a16:colId xmlns:a16="http://schemas.microsoft.com/office/drawing/2014/main" val="1244997968"/>
                    </a:ext>
                  </a:extLst>
                </a:gridCol>
                <a:gridCol w="1928194">
                  <a:extLst>
                    <a:ext uri="{9D8B030D-6E8A-4147-A177-3AD203B41FA5}">
                      <a16:colId xmlns:a16="http://schemas.microsoft.com/office/drawing/2014/main" val="1449449221"/>
                    </a:ext>
                  </a:extLst>
                </a:gridCol>
              </a:tblGrid>
              <a:tr h="370840">
                <a:tc>
                  <a:txBody>
                    <a:bodyPr/>
                    <a:lstStyle/>
                    <a:p>
                      <a:endParaRPr lang="es-PE"/>
                    </a:p>
                  </a:txBody>
                  <a:tcPr/>
                </a:tc>
                <a:tc>
                  <a:txBody>
                    <a:bodyPr/>
                    <a:lstStyle/>
                    <a:p>
                      <a:endParaRPr lang="es-PE"/>
                    </a:p>
                  </a:txBody>
                  <a:tcPr/>
                </a:tc>
                <a:tc>
                  <a:txBody>
                    <a:bodyPr/>
                    <a:lstStyle/>
                    <a:p>
                      <a:endParaRPr lang="es-PE" dirty="0"/>
                    </a:p>
                  </a:txBody>
                  <a:tcPr/>
                </a:tc>
                <a:extLst>
                  <a:ext uri="{0D108BD9-81ED-4DB2-BD59-A6C34878D82A}">
                    <a16:rowId xmlns:a16="http://schemas.microsoft.com/office/drawing/2014/main" val="2779131064"/>
                  </a:ext>
                </a:extLst>
              </a:tr>
              <a:tr h="370840">
                <a:tc>
                  <a:txBody>
                    <a:bodyPr/>
                    <a:lstStyle/>
                    <a:p>
                      <a:endParaRPr lang="es-PE"/>
                    </a:p>
                  </a:txBody>
                  <a:tcPr/>
                </a:tc>
                <a:tc>
                  <a:txBody>
                    <a:bodyPr/>
                    <a:lstStyle/>
                    <a:p>
                      <a:endParaRPr lang="es-PE"/>
                    </a:p>
                  </a:txBody>
                  <a:tcPr/>
                </a:tc>
                <a:tc>
                  <a:txBody>
                    <a:bodyPr/>
                    <a:lstStyle/>
                    <a:p>
                      <a:endParaRPr lang="es-PE" dirty="0"/>
                    </a:p>
                  </a:txBody>
                  <a:tcPr/>
                </a:tc>
                <a:extLst>
                  <a:ext uri="{0D108BD9-81ED-4DB2-BD59-A6C34878D82A}">
                    <a16:rowId xmlns:a16="http://schemas.microsoft.com/office/drawing/2014/main" val="1524578727"/>
                  </a:ext>
                </a:extLst>
              </a:tr>
              <a:tr h="370840">
                <a:tc>
                  <a:txBody>
                    <a:bodyPr/>
                    <a:lstStyle/>
                    <a:p>
                      <a:endParaRPr lang="es-PE"/>
                    </a:p>
                  </a:txBody>
                  <a:tcPr/>
                </a:tc>
                <a:tc>
                  <a:txBody>
                    <a:bodyPr/>
                    <a:lstStyle/>
                    <a:p>
                      <a:endParaRPr lang="es-PE"/>
                    </a:p>
                  </a:txBody>
                  <a:tcPr/>
                </a:tc>
                <a:tc>
                  <a:txBody>
                    <a:bodyPr/>
                    <a:lstStyle/>
                    <a:p>
                      <a:endParaRPr lang="es-PE"/>
                    </a:p>
                  </a:txBody>
                  <a:tcPr/>
                </a:tc>
                <a:extLst>
                  <a:ext uri="{0D108BD9-81ED-4DB2-BD59-A6C34878D82A}">
                    <a16:rowId xmlns:a16="http://schemas.microsoft.com/office/drawing/2014/main" val="4181133922"/>
                  </a:ext>
                </a:extLst>
              </a:tr>
              <a:tr h="370840">
                <a:tc>
                  <a:txBody>
                    <a:bodyPr/>
                    <a:lstStyle/>
                    <a:p>
                      <a:endParaRPr lang="es-PE"/>
                    </a:p>
                  </a:txBody>
                  <a:tcPr/>
                </a:tc>
                <a:tc>
                  <a:txBody>
                    <a:bodyPr/>
                    <a:lstStyle/>
                    <a:p>
                      <a:endParaRPr lang="es-PE"/>
                    </a:p>
                  </a:txBody>
                  <a:tcPr/>
                </a:tc>
                <a:tc>
                  <a:txBody>
                    <a:bodyPr/>
                    <a:lstStyle/>
                    <a:p>
                      <a:endParaRPr lang="es-PE" dirty="0"/>
                    </a:p>
                  </a:txBody>
                  <a:tcPr/>
                </a:tc>
                <a:extLst>
                  <a:ext uri="{0D108BD9-81ED-4DB2-BD59-A6C34878D82A}">
                    <a16:rowId xmlns:a16="http://schemas.microsoft.com/office/drawing/2014/main" val="1220658648"/>
                  </a:ext>
                </a:extLst>
              </a:tr>
            </a:tbl>
          </a:graphicData>
        </a:graphic>
      </p:graphicFrame>
    </p:spTree>
    <p:extLst>
      <p:ext uri="{BB962C8B-B14F-4D97-AF65-F5344CB8AC3E}">
        <p14:creationId xmlns:p14="http://schemas.microsoft.com/office/powerpoint/2010/main" val="36223289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EBF01BD2-B8DC-381C-F392-6AD0724F2017}"/>
              </a:ext>
            </a:extLst>
          </p:cNvPr>
          <p:cNvSpPr/>
          <p:nvPr/>
        </p:nvSpPr>
        <p:spPr>
          <a:xfrm>
            <a:off x="449444" y="603515"/>
            <a:ext cx="1880813" cy="40448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5" name="Rectángulo 4">
            <a:extLst>
              <a:ext uri="{FF2B5EF4-FFF2-40B4-BE49-F238E27FC236}">
                <a16:creationId xmlns:a16="http://schemas.microsoft.com/office/drawing/2014/main" id="{B18FCE1C-B539-E6F3-EACE-6F5FA5CCD9EB}"/>
              </a:ext>
            </a:extLst>
          </p:cNvPr>
          <p:cNvSpPr>
            <a:spLocks/>
          </p:cNvSpPr>
          <p:nvPr/>
        </p:nvSpPr>
        <p:spPr>
          <a:xfrm>
            <a:off x="3665289" y="1296437"/>
            <a:ext cx="4861422" cy="4983933"/>
          </a:xfrm>
          <a:prstGeom prst="rect">
            <a:avLst/>
          </a:prstGeom>
          <a:solidFill>
            <a:srgbClr val="EEEEEE"/>
          </a:solidFill>
          <a:ln w="952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graphicFrame>
        <p:nvGraphicFramePr>
          <p:cNvPr id="6" name="Tabla 5">
            <a:extLst>
              <a:ext uri="{FF2B5EF4-FFF2-40B4-BE49-F238E27FC236}">
                <a16:creationId xmlns:a16="http://schemas.microsoft.com/office/drawing/2014/main" id="{54B24F98-DE7D-A79D-633D-5E1352641168}"/>
              </a:ext>
            </a:extLst>
          </p:cNvPr>
          <p:cNvGraphicFramePr>
            <a:graphicFrameLocks noGrp="1"/>
          </p:cNvGraphicFramePr>
          <p:nvPr>
            <p:extLst>
              <p:ext uri="{D42A27DB-BD31-4B8C-83A1-F6EECF244321}">
                <p14:modId xmlns:p14="http://schemas.microsoft.com/office/powerpoint/2010/main" val="3727828100"/>
              </p:ext>
            </p:extLst>
          </p:nvPr>
        </p:nvGraphicFramePr>
        <p:xfrm>
          <a:off x="3665288" y="928665"/>
          <a:ext cx="4861423" cy="741680"/>
        </p:xfrm>
        <a:graphic>
          <a:graphicData uri="http://schemas.openxmlformats.org/drawingml/2006/table">
            <a:tbl>
              <a:tblPr firstRow="1" bandRow="1">
                <a:tableStyleId>{5940675A-B579-460E-94D1-54222C63F5DA}</a:tableStyleId>
              </a:tblPr>
              <a:tblGrid>
                <a:gridCol w="4861423">
                  <a:extLst>
                    <a:ext uri="{9D8B030D-6E8A-4147-A177-3AD203B41FA5}">
                      <a16:colId xmlns:a16="http://schemas.microsoft.com/office/drawing/2014/main" val="3492227376"/>
                    </a:ext>
                  </a:extLst>
                </a:gridCol>
              </a:tblGrid>
              <a:tr h="370840">
                <a:tc>
                  <a:txBody>
                    <a:bodyPr/>
                    <a:lstStyle/>
                    <a:p>
                      <a:r>
                        <a:rPr lang="es-PE" dirty="0"/>
                        <a:t>Ventana: Gestor de Estudiantes</a:t>
                      </a:r>
                    </a:p>
                  </a:txBody>
                  <a:tcPr/>
                </a:tc>
                <a:extLst>
                  <a:ext uri="{0D108BD9-81ED-4DB2-BD59-A6C34878D82A}">
                    <a16:rowId xmlns:a16="http://schemas.microsoft.com/office/drawing/2014/main" val="3318747019"/>
                  </a:ext>
                </a:extLst>
              </a:tr>
              <a:tr h="370840">
                <a:tc>
                  <a:txBody>
                    <a:bodyPr/>
                    <a:lstStyle/>
                    <a:p>
                      <a:endParaRPr lang="es-PE" dirty="0"/>
                    </a:p>
                  </a:txBody>
                  <a:tcPr/>
                </a:tc>
                <a:extLst>
                  <a:ext uri="{0D108BD9-81ED-4DB2-BD59-A6C34878D82A}">
                    <a16:rowId xmlns:a16="http://schemas.microsoft.com/office/drawing/2014/main" val="2357340299"/>
                  </a:ext>
                </a:extLst>
              </a:tr>
            </a:tbl>
          </a:graphicData>
        </a:graphic>
      </p:graphicFrame>
      <p:graphicFrame>
        <p:nvGraphicFramePr>
          <p:cNvPr id="7" name="Tabla 6">
            <a:extLst>
              <a:ext uri="{FF2B5EF4-FFF2-40B4-BE49-F238E27FC236}">
                <a16:creationId xmlns:a16="http://schemas.microsoft.com/office/drawing/2014/main" id="{336062A1-4977-9154-B2F1-177FDA214131}"/>
              </a:ext>
            </a:extLst>
          </p:cNvPr>
          <p:cNvGraphicFramePr>
            <a:graphicFrameLocks noGrp="1"/>
          </p:cNvGraphicFramePr>
          <p:nvPr>
            <p:extLst>
              <p:ext uri="{D42A27DB-BD31-4B8C-83A1-F6EECF244321}">
                <p14:modId xmlns:p14="http://schemas.microsoft.com/office/powerpoint/2010/main" val="3349142829"/>
              </p:ext>
            </p:extLst>
          </p:nvPr>
        </p:nvGraphicFramePr>
        <p:xfrm>
          <a:off x="3665287" y="1298249"/>
          <a:ext cx="4861423" cy="372096"/>
        </p:xfrm>
        <a:graphic>
          <a:graphicData uri="http://schemas.openxmlformats.org/drawingml/2006/table">
            <a:tbl>
              <a:tblPr firstRow="1" bandRow="1">
                <a:tableStyleId>{5940675A-B579-460E-94D1-54222C63F5DA}</a:tableStyleId>
              </a:tblPr>
              <a:tblGrid>
                <a:gridCol w="4861423">
                  <a:extLst>
                    <a:ext uri="{9D8B030D-6E8A-4147-A177-3AD203B41FA5}">
                      <a16:colId xmlns:a16="http://schemas.microsoft.com/office/drawing/2014/main" val="3492227376"/>
                    </a:ext>
                  </a:extLst>
                </a:gridCol>
              </a:tblGrid>
              <a:tr h="372096">
                <a:tc>
                  <a:txBody>
                    <a:bodyPr/>
                    <a:lstStyle/>
                    <a:p>
                      <a:r>
                        <a:rPr lang="es-PE" sz="1200" dirty="0"/>
                        <a:t>ARCHIVO</a:t>
                      </a:r>
                    </a:p>
                  </a:txBody>
                  <a:tcPr/>
                </a:tc>
                <a:extLst>
                  <a:ext uri="{0D108BD9-81ED-4DB2-BD59-A6C34878D82A}">
                    <a16:rowId xmlns:a16="http://schemas.microsoft.com/office/drawing/2014/main" val="3318747019"/>
                  </a:ext>
                </a:extLst>
              </a:tr>
            </a:tbl>
          </a:graphicData>
        </a:graphic>
      </p:graphicFrame>
      <p:sp>
        <p:nvSpPr>
          <p:cNvPr id="8" name="Rectángulo 7">
            <a:extLst>
              <a:ext uri="{FF2B5EF4-FFF2-40B4-BE49-F238E27FC236}">
                <a16:creationId xmlns:a16="http://schemas.microsoft.com/office/drawing/2014/main" id="{DEAB8806-470A-CDDB-157F-7AE5E7653610}"/>
              </a:ext>
            </a:extLst>
          </p:cNvPr>
          <p:cNvSpPr>
            <a:spLocks/>
          </p:cNvSpPr>
          <p:nvPr/>
        </p:nvSpPr>
        <p:spPr>
          <a:xfrm>
            <a:off x="3865976" y="1683875"/>
            <a:ext cx="3008623" cy="2779766"/>
          </a:xfrm>
          <a:prstGeom prst="rect">
            <a:avLst/>
          </a:prstGeom>
          <a:solidFill>
            <a:srgbClr val="EEEEEE"/>
          </a:solidFill>
          <a:ln w="9525">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graphicFrame>
        <p:nvGraphicFramePr>
          <p:cNvPr id="9" name="Tabla 8">
            <a:extLst>
              <a:ext uri="{FF2B5EF4-FFF2-40B4-BE49-F238E27FC236}">
                <a16:creationId xmlns:a16="http://schemas.microsoft.com/office/drawing/2014/main" id="{4B7574A6-A357-8EB0-CE19-8297AD336FD5}"/>
              </a:ext>
            </a:extLst>
          </p:cNvPr>
          <p:cNvGraphicFramePr>
            <a:graphicFrameLocks noGrp="1"/>
          </p:cNvGraphicFramePr>
          <p:nvPr>
            <p:extLst>
              <p:ext uri="{D42A27DB-BD31-4B8C-83A1-F6EECF244321}">
                <p14:modId xmlns:p14="http://schemas.microsoft.com/office/powerpoint/2010/main" val="732910045"/>
              </p:ext>
            </p:extLst>
          </p:nvPr>
        </p:nvGraphicFramePr>
        <p:xfrm>
          <a:off x="3865976" y="1683875"/>
          <a:ext cx="2987498" cy="841974"/>
        </p:xfrm>
        <a:graphic>
          <a:graphicData uri="http://schemas.openxmlformats.org/drawingml/2006/table">
            <a:tbl>
              <a:tblPr firstRow="1" bandRow="1">
                <a:tableStyleId>{5940675A-B579-460E-94D1-54222C63F5DA}</a:tableStyleId>
              </a:tblPr>
              <a:tblGrid>
                <a:gridCol w="2987498">
                  <a:extLst>
                    <a:ext uri="{9D8B030D-6E8A-4147-A177-3AD203B41FA5}">
                      <a16:colId xmlns:a16="http://schemas.microsoft.com/office/drawing/2014/main" val="3492227376"/>
                    </a:ext>
                  </a:extLst>
                </a:gridCol>
              </a:tblGrid>
              <a:tr h="280658">
                <a:tc>
                  <a:txBody>
                    <a:bodyPr/>
                    <a:lstStyle/>
                    <a:p>
                      <a:r>
                        <a:rPr lang="es-PE" sz="1200" dirty="0"/>
                        <a:t>Gestor de Estudiante</a:t>
                      </a:r>
                    </a:p>
                  </a:txBody>
                  <a:tcPr/>
                </a:tc>
                <a:extLst>
                  <a:ext uri="{0D108BD9-81ED-4DB2-BD59-A6C34878D82A}">
                    <a16:rowId xmlns:a16="http://schemas.microsoft.com/office/drawing/2014/main" val="3318747019"/>
                  </a:ext>
                </a:extLst>
              </a:tr>
              <a:tr h="280658">
                <a:tc>
                  <a:txBody>
                    <a:bodyPr/>
                    <a:lstStyle/>
                    <a:p>
                      <a:r>
                        <a:rPr lang="es-PE" sz="1200" dirty="0"/>
                        <a:t>Gestor de Clase: Eliminar Estudiante</a:t>
                      </a:r>
                    </a:p>
                  </a:txBody>
                  <a:tcPr/>
                </a:tc>
                <a:extLst>
                  <a:ext uri="{0D108BD9-81ED-4DB2-BD59-A6C34878D82A}">
                    <a16:rowId xmlns:a16="http://schemas.microsoft.com/office/drawing/2014/main" val="3392574083"/>
                  </a:ext>
                </a:extLst>
              </a:tr>
              <a:tr h="280658">
                <a:tc>
                  <a:txBody>
                    <a:bodyPr/>
                    <a:lstStyle/>
                    <a:p>
                      <a:r>
                        <a:rPr lang="es-PE" sz="1200" dirty="0"/>
                        <a:t>Salir</a:t>
                      </a:r>
                    </a:p>
                  </a:txBody>
                  <a:tcPr/>
                </a:tc>
                <a:extLst>
                  <a:ext uri="{0D108BD9-81ED-4DB2-BD59-A6C34878D82A}">
                    <a16:rowId xmlns:a16="http://schemas.microsoft.com/office/drawing/2014/main" val="3834622133"/>
                  </a:ext>
                </a:extLst>
              </a:tr>
            </a:tbl>
          </a:graphicData>
        </a:graphic>
      </p:graphicFrame>
      <p:cxnSp>
        <p:nvCxnSpPr>
          <p:cNvPr id="11" name="Conector recto de flecha 10">
            <a:extLst>
              <a:ext uri="{FF2B5EF4-FFF2-40B4-BE49-F238E27FC236}">
                <a16:creationId xmlns:a16="http://schemas.microsoft.com/office/drawing/2014/main" id="{EE463D13-BA46-3B30-7643-3BBA9CD7AA52}"/>
              </a:ext>
            </a:extLst>
          </p:cNvPr>
          <p:cNvCxnSpPr/>
          <p:nvPr/>
        </p:nvCxnSpPr>
        <p:spPr>
          <a:xfrm>
            <a:off x="2122189" y="1152996"/>
            <a:ext cx="1330859" cy="5884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Rectángulo 1">
            <a:extLst>
              <a:ext uri="{FF2B5EF4-FFF2-40B4-BE49-F238E27FC236}">
                <a16:creationId xmlns:a16="http://schemas.microsoft.com/office/drawing/2014/main" id="{7DBA1FBA-509C-69FD-4C41-1931B6C21EB3}"/>
              </a:ext>
            </a:extLst>
          </p:cNvPr>
          <p:cNvSpPr/>
          <p:nvPr/>
        </p:nvSpPr>
        <p:spPr>
          <a:xfrm>
            <a:off x="4318814" y="312124"/>
            <a:ext cx="3554371" cy="461665"/>
          </a:xfrm>
          <a:prstGeom prst="rect">
            <a:avLst/>
          </a:prstGeom>
          <a:noFill/>
        </p:spPr>
        <p:txBody>
          <a:bodyPr wrap="none" lIns="91440" tIns="45720" rIns="91440" bIns="45720">
            <a:spAutoFit/>
          </a:bodyPr>
          <a:lstStyle/>
          <a:p>
            <a:pPr algn="ctr"/>
            <a:r>
              <a:rPr lang="es-ES" sz="2400" b="0" cap="none" spc="0" dirty="0">
                <a:ln w="0"/>
                <a:solidFill>
                  <a:schemeClr val="tx1"/>
                </a:solidFill>
                <a:effectLst>
                  <a:outerShdw blurRad="38100" dist="19050" dir="2700000" algn="tl" rotWithShape="0">
                    <a:schemeClr val="dk1">
                      <a:alpha val="40000"/>
                    </a:schemeClr>
                  </a:outerShdw>
                </a:effectLst>
              </a:rPr>
              <a:t>Formulario de Formulario</a:t>
            </a:r>
          </a:p>
        </p:txBody>
      </p:sp>
    </p:spTree>
    <p:extLst>
      <p:ext uri="{BB962C8B-B14F-4D97-AF65-F5344CB8AC3E}">
        <p14:creationId xmlns:p14="http://schemas.microsoft.com/office/powerpoint/2010/main" val="824536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0344B-E913-240F-588C-16B5E0D35251}"/>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682DE5DA-78BE-375C-1CC9-1F47454D468B}"/>
              </a:ext>
            </a:extLst>
          </p:cNvPr>
          <p:cNvSpPr/>
          <p:nvPr/>
        </p:nvSpPr>
        <p:spPr>
          <a:xfrm>
            <a:off x="3023140" y="335007"/>
            <a:ext cx="6145721" cy="461665"/>
          </a:xfrm>
          <a:prstGeom prst="rect">
            <a:avLst/>
          </a:prstGeom>
          <a:noFill/>
        </p:spPr>
        <p:txBody>
          <a:bodyPr wrap="none" lIns="91440" tIns="45720" rIns="91440" bIns="45720">
            <a:spAutoFit/>
          </a:bodyPr>
          <a:lstStyle/>
          <a:p>
            <a:pPr algn="ctr"/>
            <a:r>
              <a:rPr lang="es-ES" sz="2400" dirty="0">
                <a:ln w="0"/>
                <a:effectLst>
                  <a:outerShdw blurRad="38100" dist="19050" dir="2700000" algn="tl" rotWithShape="0">
                    <a:schemeClr val="dk1">
                      <a:alpha val="40000"/>
                    </a:schemeClr>
                  </a:outerShdw>
                </a:effectLst>
              </a:rPr>
              <a:t>Ventana </a:t>
            </a:r>
            <a:r>
              <a:rPr lang="es-ES" sz="2400" dirty="0" err="1">
                <a:ln w="0"/>
                <a:effectLst>
                  <a:outerShdw blurRad="38100" dist="19050" dir="2700000" algn="tl" rotWithShape="0">
                    <a:schemeClr val="dk1">
                      <a:alpha val="40000"/>
                    </a:schemeClr>
                  </a:outerShdw>
                </a:effectLst>
              </a:rPr>
              <a:t>InternalFrame</a:t>
            </a:r>
            <a:r>
              <a:rPr lang="es-ES" sz="2400" dirty="0">
                <a:ln w="0"/>
                <a:effectLst>
                  <a:outerShdw blurRad="38100" dist="19050" dir="2700000" algn="tl" rotWithShape="0">
                    <a:schemeClr val="dk1">
                      <a:alpha val="40000"/>
                    </a:schemeClr>
                  </a:outerShdw>
                </a:effectLst>
              </a:rPr>
              <a:t>: Gestor de Estudiante</a:t>
            </a:r>
            <a:endParaRPr lang="es-ES" sz="2400" b="0"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64993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4FC4F-5411-BE28-DCED-82838A53EE0B}"/>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99B50CAE-01DA-D4C5-5B05-43B9C9961CE8}"/>
              </a:ext>
            </a:extLst>
          </p:cNvPr>
          <p:cNvSpPr/>
          <p:nvPr/>
        </p:nvSpPr>
        <p:spPr>
          <a:xfrm>
            <a:off x="1706816" y="335007"/>
            <a:ext cx="8340233" cy="461665"/>
          </a:xfrm>
          <a:prstGeom prst="rect">
            <a:avLst/>
          </a:prstGeom>
          <a:noFill/>
        </p:spPr>
        <p:txBody>
          <a:bodyPr wrap="none" lIns="91440" tIns="45720" rIns="91440" bIns="45720">
            <a:spAutoFit/>
          </a:bodyPr>
          <a:lstStyle/>
          <a:p>
            <a:pPr algn="ctr"/>
            <a:r>
              <a:rPr lang="es-ES" sz="2400" dirty="0">
                <a:ln w="0"/>
                <a:effectLst>
                  <a:outerShdw blurRad="38100" dist="19050" dir="2700000" algn="tl" rotWithShape="0">
                    <a:schemeClr val="dk1">
                      <a:alpha val="40000"/>
                    </a:schemeClr>
                  </a:outerShdw>
                </a:effectLst>
              </a:rPr>
              <a:t>Ventana </a:t>
            </a:r>
            <a:r>
              <a:rPr lang="es-ES" sz="2400" dirty="0" err="1">
                <a:ln w="0"/>
                <a:effectLst>
                  <a:outerShdw blurRad="38100" dist="19050" dir="2700000" algn="tl" rotWithShape="0">
                    <a:schemeClr val="dk1">
                      <a:alpha val="40000"/>
                    </a:schemeClr>
                  </a:outerShdw>
                </a:effectLst>
              </a:rPr>
              <a:t>InternalFrame</a:t>
            </a:r>
            <a:r>
              <a:rPr lang="es-ES" sz="2400" dirty="0">
                <a:ln w="0"/>
                <a:effectLst>
                  <a:outerShdw blurRad="38100" dist="19050" dir="2700000" algn="tl" rotWithShape="0">
                    <a:schemeClr val="dk1">
                      <a:alpha val="40000"/>
                    </a:schemeClr>
                  </a:outerShdw>
                </a:effectLst>
              </a:rPr>
              <a:t>: Gestor de Clase – Eliminar Estudiante</a:t>
            </a:r>
            <a:endParaRPr lang="es-ES" sz="2400" b="0" cap="none" spc="0" dirty="0">
              <a:ln w="0"/>
              <a:solidFill>
                <a:schemeClr val="tx1"/>
              </a:solidFill>
              <a:effectLst>
                <a:outerShdw blurRad="38100" dist="19050" dir="2700000" algn="tl" rotWithShape="0">
                  <a:schemeClr val="dk1">
                    <a:alpha val="40000"/>
                  </a:schemeClr>
                </a:outerShdw>
              </a:effectLst>
            </a:endParaRPr>
          </a:p>
        </p:txBody>
      </p:sp>
      <p:sp>
        <p:nvSpPr>
          <p:cNvPr id="2" name="Rectángulo 1">
            <a:extLst>
              <a:ext uri="{FF2B5EF4-FFF2-40B4-BE49-F238E27FC236}">
                <a16:creationId xmlns:a16="http://schemas.microsoft.com/office/drawing/2014/main" id="{5655661F-CDC1-FFE2-587E-1AAA7D3A671F}"/>
              </a:ext>
            </a:extLst>
          </p:cNvPr>
          <p:cNvSpPr>
            <a:spLocks/>
          </p:cNvSpPr>
          <p:nvPr/>
        </p:nvSpPr>
        <p:spPr>
          <a:xfrm>
            <a:off x="2752726" y="885825"/>
            <a:ext cx="6115050" cy="5400675"/>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F8325F04-18CD-9808-7A1D-9EE02D5D2E59}"/>
              </a:ext>
            </a:extLst>
          </p:cNvPr>
          <p:cNvSpPr/>
          <p:nvPr/>
        </p:nvSpPr>
        <p:spPr>
          <a:xfrm>
            <a:off x="5129595" y="1477623"/>
            <a:ext cx="3147630" cy="291835"/>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4" name="Rectángulo 3">
            <a:extLst>
              <a:ext uri="{FF2B5EF4-FFF2-40B4-BE49-F238E27FC236}">
                <a16:creationId xmlns:a16="http://schemas.microsoft.com/office/drawing/2014/main" id="{18739214-BB41-843F-6091-40B5C55B8EC0}"/>
              </a:ext>
            </a:extLst>
          </p:cNvPr>
          <p:cNvSpPr/>
          <p:nvPr/>
        </p:nvSpPr>
        <p:spPr>
          <a:xfrm>
            <a:off x="5129594" y="1934842"/>
            <a:ext cx="3147629" cy="291835"/>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6" name="Rectángulo 5">
            <a:extLst>
              <a:ext uri="{FF2B5EF4-FFF2-40B4-BE49-F238E27FC236}">
                <a16:creationId xmlns:a16="http://schemas.microsoft.com/office/drawing/2014/main" id="{84F48388-0CB1-34E4-0BA6-1FA89A7EA765}"/>
              </a:ext>
            </a:extLst>
          </p:cNvPr>
          <p:cNvSpPr/>
          <p:nvPr/>
        </p:nvSpPr>
        <p:spPr>
          <a:xfrm>
            <a:off x="5129594" y="2409610"/>
            <a:ext cx="3147628" cy="291835"/>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7" name="Rectángulo 6">
            <a:extLst>
              <a:ext uri="{FF2B5EF4-FFF2-40B4-BE49-F238E27FC236}">
                <a16:creationId xmlns:a16="http://schemas.microsoft.com/office/drawing/2014/main" id="{FA7FFD91-D876-A68D-4B12-4102EE61952E}"/>
              </a:ext>
            </a:extLst>
          </p:cNvPr>
          <p:cNvSpPr/>
          <p:nvPr/>
        </p:nvSpPr>
        <p:spPr>
          <a:xfrm>
            <a:off x="5129593" y="2884378"/>
            <a:ext cx="3147627" cy="291835"/>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9" name="Rectángulo 8">
            <a:extLst>
              <a:ext uri="{FF2B5EF4-FFF2-40B4-BE49-F238E27FC236}">
                <a16:creationId xmlns:a16="http://schemas.microsoft.com/office/drawing/2014/main" id="{052E5667-F31E-1F65-3490-914558D7417F}"/>
              </a:ext>
            </a:extLst>
          </p:cNvPr>
          <p:cNvSpPr/>
          <p:nvPr/>
        </p:nvSpPr>
        <p:spPr>
          <a:xfrm>
            <a:off x="5129592" y="3319473"/>
            <a:ext cx="3147627" cy="291835"/>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sp>
        <p:nvSpPr>
          <p:cNvPr id="11" name="Rectángulo 10">
            <a:extLst>
              <a:ext uri="{FF2B5EF4-FFF2-40B4-BE49-F238E27FC236}">
                <a16:creationId xmlns:a16="http://schemas.microsoft.com/office/drawing/2014/main" id="{D1F34D8A-BD36-330B-9E65-3B208CF28588}"/>
              </a:ext>
            </a:extLst>
          </p:cNvPr>
          <p:cNvSpPr/>
          <p:nvPr/>
        </p:nvSpPr>
        <p:spPr>
          <a:xfrm>
            <a:off x="3056725" y="1469651"/>
            <a:ext cx="1869423"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Código de Horario:</a:t>
            </a:r>
          </a:p>
        </p:txBody>
      </p:sp>
      <p:sp>
        <p:nvSpPr>
          <p:cNvPr id="12" name="Rectángulo 11">
            <a:extLst>
              <a:ext uri="{FF2B5EF4-FFF2-40B4-BE49-F238E27FC236}">
                <a16:creationId xmlns:a16="http://schemas.microsoft.com/office/drawing/2014/main" id="{6AB3C3CF-0AB4-38CE-AB0A-FAE91BC11477}"/>
              </a:ext>
            </a:extLst>
          </p:cNvPr>
          <p:cNvSpPr/>
          <p:nvPr/>
        </p:nvSpPr>
        <p:spPr>
          <a:xfrm>
            <a:off x="3054320" y="1926870"/>
            <a:ext cx="1874232"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Código Estudiante:</a:t>
            </a:r>
          </a:p>
        </p:txBody>
      </p:sp>
      <p:sp>
        <p:nvSpPr>
          <p:cNvPr id="13" name="Rectángulo 12">
            <a:extLst>
              <a:ext uri="{FF2B5EF4-FFF2-40B4-BE49-F238E27FC236}">
                <a16:creationId xmlns:a16="http://schemas.microsoft.com/office/drawing/2014/main" id="{FD2289C4-1794-31D3-645E-258FA4B13E2F}"/>
              </a:ext>
            </a:extLst>
          </p:cNvPr>
          <p:cNvSpPr/>
          <p:nvPr/>
        </p:nvSpPr>
        <p:spPr>
          <a:xfrm>
            <a:off x="3885478" y="2369936"/>
            <a:ext cx="1040670"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Apellidos:</a:t>
            </a:r>
          </a:p>
        </p:txBody>
      </p:sp>
      <p:sp>
        <p:nvSpPr>
          <p:cNvPr id="14" name="Rectángulo 13">
            <a:extLst>
              <a:ext uri="{FF2B5EF4-FFF2-40B4-BE49-F238E27FC236}">
                <a16:creationId xmlns:a16="http://schemas.microsoft.com/office/drawing/2014/main" id="{B62AB661-86D9-C59F-757A-4577C5C4C941}"/>
              </a:ext>
            </a:extLst>
          </p:cNvPr>
          <p:cNvSpPr/>
          <p:nvPr/>
        </p:nvSpPr>
        <p:spPr>
          <a:xfrm>
            <a:off x="3884677" y="2813002"/>
            <a:ext cx="1042273"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Nombres:</a:t>
            </a:r>
          </a:p>
        </p:txBody>
      </p:sp>
      <p:sp>
        <p:nvSpPr>
          <p:cNvPr id="16" name="Rectángulo 15">
            <a:extLst>
              <a:ext uri="{FF2B5EF4-FFF2-40B4-BE49-F238E27FC236}">
                <a16:creationId xmlns:a16="http://schemas.microsoft.com/office/drawing/2014/main" id="{9F7C7105-6E35-1160-45CE-E0BFDD74D5A6}"/>
              </a:ext>
            </a:extLst>
          </p:cNvPr>
          <p:cNvSpPr/>
          <p:nvPr/>
        </p:nvSpPr>
        <p:spPr>
          <a:xfrm>
            <a:off x="3984864" y="3280022"/>
            <a:ext cx="840295" cy="307777"/>
          </a:xfrm>
          <a:prstGeom prst="rect">
            <a:avLst/>
          </a:prstGeom>
          <a:noFill/>
        </p:spPr>
        <p:txBody>
          <a:bodyPr wrap="non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Buscar</a:t>
            </a:r>
            <a:r>
              <a:rPr lang="es-ES" sz="1400" cap="none" spc="0" dirty="0">
                <a:ln w="0">
                  <a:noFill/>
                </a:ln>
                <a:latin typeface="Poppins" panose="00000500000000000000" pitchFamily="2" charset="0"/>
                <a:cs typeface="Poppins" panose="00000500000000000000" pitchFamily="2" charset="0"/>
              </a:rPr>
              <a:t>:</a:t>
            </a:r>
          </a:p>
        </p:txBody>
      </p:sp>
      <p:graphicFrame>
        <p:nvGraphicFramePr>
          <p:cNvPr id="18" name="Tabla 17">
            <a:extLst>
              <a:ext uri="{FF2B5EF4-FFF2-40B4-BE49-F238E27FC236}">
                <a16:creationId xmlns:a16="http://schemas.microsoft.com/office/drawing/2014/main" id="{3D53E793-4E86-7450-24DA-A5AC07181135}"/>
              </a:ext>
            </a:extLst>
          </p:cNvPr>
          <p:cNvGraphicFramePr>
            <a:graphicFrameLocks noGrp="1"/>
          </p:cNvGraphicFramePr>
          <p:nvPr>
            <p:extLst>
              <p:ext uri="{D42A27DB-BD31-4B8C-83A1-F6EECF244321}">
                <p14:modId xmlns:p14="http://schemas.microsoft.com/office/powerpoint/2010/main" val="3588417650"/>
              </p:ext>
            </p:extLst>
          </p:nvPr>
        </p:nvGraphicFramePr>
        <p:xfrm>
          <a:off x="3117842" y="3919776"/>
          <a:ext cx="5518180" cy="1854200"/>
        </p:xfrm>
        <a:graphic>
          <a:graphicData uri="http://schemas.openxmlformats.org/drawingml/2006/table">
            <a:tbl>
              <a:tblPr firstRow="1" bandRow="1">
                <a:tableStyleId>{5940675A-B579-460E-94D1-54222C63F5DA}</a:tableStyleId>
              </a:tblPr>
              <a:tblGrid>
                <a:gridCol w="1379545">
                  <a:extLst>
                    <a:ext uri="{9D8B030D-6E8A-4147-A177-3AD203B41FA5}">
                      <a16:colId xmlns:a16="http://schemas.microsoft.com/office/drawing/2014/main" val="3753073194"/>
                    </a:ext>
                  </a:extLst>
                </a:gridCol>
                <a:gridCol w="1379545">
                  <a:extLst>
                    <a:ext uri="{9D8B030D-6E8A-4147-A177-3AD203B41FA5}">
                      <a16:colId xmlns:a16="http://schemas.microsoft.com/office/drawing/2014/main" val="2760059867"/>
                    </a:ext>
                  </a:extLst>
                </a:gridCol>
                <a:gridCol w="1379545">
                  <a:extLst>
                    <a:ext uri="{9D8B030D-6E8A-4147-A177-3AD203B41FA5}">
                      <a16:colId xmlns:a16="http://schemas.microsoft.com/office/drawing/2014/main" val="658041742"/>
                    </a:ext>
                  </a:extLst>
                </a:gridCol>
                <a:gridCol w="1379545">
                  <a:extLst>
                    <a:ext uri="{9D8B030D-6E8A-4147-A177-3AD203B41FA5}">
                      <a16:colId xmlns:a16="http://schemas.microsoft.com/office/drawing/2014/main" val="2803368476"/>
                    </a:ext>
                  </a:extLst>
                </a:gridCol>
              </a:tblGrid>
              <a:tr h="370840">
                <a:tc>
                  <a:txBody>
                    <a:bodyPr/>
                    <a:lstStyle/>
                    <a:p>
                      <a:endParaRPr lang="es-PE"/>
                    </a:p>
                  </a:txBody>
                  <a:tcPr/>
                </a:tc>
                <a:tc>
                  <a:txBody>
                    <a:bodyPr/>
                    <a:lstStyle/>
                    <a:p>
                      <a:endParaRPr lang="es-PE"/>
                    </a:p>
                  </a:txBody>
                  <a:tcPr/>
                </a:tc>
                <a:tc>
                  <a:txBody>
                    <a:bodyPr/>
                    <a:lstStyle/>
                    <a:p>
                      <a:endParaRPr lang="es-PE"/>
                    </a:p>
                  </a:txBody>
                  <a:tcPr/>
                </a:tc>
                <a:tc>
                  <a:txBody>
                    <a:bodyPr/>
                    <a:lstStyle/>
                    <a:p>
                      <a:endParaRPr lang="es-PE"/>
                    </a:p>
                  </a:txBody>
                  <a:tcPr/>
                </a:tc>
                <a:extLst>
                  <a:ext uri="{0D108BD9-81ED-4DB2-BD59-A6C34878D82A}">
                    <a16:rowId xmlns:a16="http://schemas.microsoft.com/office/drawing/2014/main" val="693992391"/>
                  </a:ext>
                </a:extLst>
              </a:tr>
              <a:tr h="370840">
                <a:tc>
                  <a:txBody>
                    <a:bodyPr/>
                    <a:lstStyle/>
                    <a:p>
                      <a:endParaRPr lang="es-PE"/>
                    </a:p>
                  </a:txBody>
                  <a:tcPr/>
                </a:tc>
                <a:tc>
                  <a:txBody>
                    <a:bodyPr/>
                    <a:lstStyle/>
                    <a:p>
                      <a:endParaRPr lang="es-PE"/>
                    </a:p>
                  </a:txBody>
                  <a:tcPr/>
                </a:tc>
                <a:tc>
                  <a:txBody>
                    <a:bodyPr/>
                    <a:lstStyle/>
                    <a:p>
                      <a:endParaRPr lang="es-PE"/>
                    </a:p>
                  </a:txBody>
                  <a:tcPr/>
                </a:tc>
                <a:tc>
                  <a:txBody>
                    <a:bodyPr/>
                    <a:lstStyle/>
                    <a:p>
                      <a:endParaRPr lang="es-PE"/>
                    </a:p>
                  </a:txBody>
                  <a:tcPr/>
                </a:tc>
                <a:extLst>
                  <a:ext uri="{0D108BD9-81ED-4DB2-BD59-A6C34878D82A}">
                    <a16:rowId xmlns:a16="http://schemas.microsoft.com/office/drawing/2014/main" val="1841962920"/>
                  </a:ext>
                </a:extLst>
              </a:tr>
              <a:tr h="370840">
                <a:tc>
                  <a:txBody>
                    <a:bodyPr/>
                    <a:lstStyle/>
                    <a:p>
                      <a:endParaRPr lang="es-PE"/>
                    </a:p>
                  </a:txBody>
                  <a:tcPr/>
                </a:tc>
                <a:tc>
                  <a:txBody>
                    <a:bodyPr/>
                    <a:lstStyle/>
                    <a:p>
                      <a:endParaRPr lang="es-PE"/>
                    </a:p>
                  </a:txBody>
                  <a:tcPr/>
                </a:tc>
                <a:tc>
                  <a:txBody>
                    <a:bodyPr/>
                    <a:lstStyle/>
                    <a:p>
                      <a:endParaRPr lang="es-PE"/>
                    </a:p>
                  </a:txBody>
                  <a:tcPr/>
                </a:tc>
                <a:tc>
                  <a:txBody>
                    <a:bodyPr/>
                    <a:lstStyle/>
                    <a:p>
                      <a:endParaRPr lang="es-PE"/>
                    </a:p>
                  </a:txBody>
                  <a:tcPr/>
                </a:tc>
                <a:extLst>
                  <a:ext uri="{0D108BD9-81ED-4DB2-BD59-A6C34878D82A}">
                    <a16:rowId xmlns:a16="http://schemas.microsoft.com/office/drawing/2014/main" val="1625489593"/>
                  </a:ext>
                </a:extLst>
              </a:tr>
              <a:tr h="370840">
                <a:tc>
                  <a:txBody>
                    <a:bodyPr/>
                    <a:lstStyle/>
                    <a:p>
                      <a:endParaRPr lang="es-PE"/>
                    </a:p>
                  </a:txBody>
                  <a:tcPr/>
                </a:tc>
                <a:tc>
                  <a:txBody>
                    <a:bodyPr/>
                    <a:lstStyle/>
                    <a:p>
                      <a:endParaRPr lang="es-PE"/>
                    </a:p>
                  </a:txBody>
                  <a:tcPr/>
                </a:tc>
                <a:tc>
                  <a:txBody>
                    <a:bodyPr/>
                    <a:lstStyle/>
                    <a:p>
                      <a:endParaRPr lang="es-PE"/>
                    </a:p>
                  </a:txBody>
                  <a:tcPr/>
                </a:tc>
                <a:tc>
                  <a:txBody>
                    <a:bodyPr/>
                    <a:lstStyle/>
                    <a:p>
                      <a:endParaRPr lang="es-PE"/>
                    </a:p>
                  </a:txBody>
                  <a:tcPr/>
                </a:tc>
                <a:extLst>
                  <a:ext uri="{0D108BD9-81ED-4DB2-BD59-A6C34878D82A}">
                    <a16:rowId xmlns:a16="http://schemas.microsoft.com/office/drawing/2014/main" val="2358193595"/>
                  </a:ext>
                </a:extLst>
              </a:tr>
              <a:tr h="370840">
                <a:tc>
                  <a:txBody>
                    <a:bodyPr/>
                    <a:lstStyle/>
                    <a:p>
                      <a:endParaRPr lang="es-PE"/>
                    </a:p>
                  </a:txBody>
                  <a:tcPr/>
                </a:tc>
                <a:tc>
                  <a:txBody>
                    <a:bodyPr/>
                    <a:lstStyle/>
                    <a:p>
                      <a:endParaRPr lang="es-PE"/>
                    </a:p>
                  </a:txBody>
                  <a:tcPr/>
                </a:tc>
                <a:tc>
                  <a:txBody>
                    <a:bodyPr/>
                    <a:lstStyle/>
                    <a:p>
                      <a:endParaRPr lang="es-PE"/>
                    </a:p>
                  </a:txBody>
                  <a:tcPr/>
                </a:tc>
                <a:tc>
                  <a:txBody>
                    <a:bodyPr/>
                    <a:lstStyle/>
                    <a:p>
                      <a:endParaRPr lang="es-PE" dirty="0"/>
                    </a:p>
                  </a:txBody>
                  <a:tcPr/>
                </a:tc>
                <a:extLst>
                  <a:ext uri="{0D108BD9-81ED-4DB2-BD59-A6C34878D82A}">
                    <a16:rowId xmlns:a16="http://schemas.microsoft.com/office/drawing/2014/main" val="118810448"/>
                  </a:ext>
                </a:extLst>
              </a:tr>
            </a:tbl>
          </a:graphicData>
        </a:graphic>
      </p:graphicFrame>
    </p:spTree>
    <p:extLst>
      <p:ext uri="{BB962C8B-B14F-4D97-AF65-F5344CB8AC3E}">
        <p14:creationId xmlns:p14="http://schemas.microsoft.com/office/powerpoint/2010/main" val="36914164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4BE3B271-9303-F307-4CC9-072ABF983E1D}"/>
              </a:ext>
            </a:extLst>
          </p:cNvPr>
          <p:cNvSpPr/>
          <p:nvPr/>
        </p:nvSpPr>
        <p:spPr>
          <a:xfrm>
            <a:off x="1797663" y="2457881"/>
            <a:ext cx="1369286" cy="1600438"/>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Laboratorio 1</a:t>
            </a:r>
          </a:p>
          <a:p>
            <a:r>
              <a:rPr lang="es-ES" sz="1400" dirty="0">
                <a:ln w="0">
                  <a:noFill/>
                </a:ln>
                <a:latin typeface="Poppins" panose="00000500000000000000" pitchFamily="2" charset="0"/>
                <a:cs typeface="Poppins" panose="00000500000000000000" pitchFamily="2" charset="0"/>
              </a:rPr>
              <a:t>Laboratorio 2</a:t>
            </a:r>
            <a:endParaRPr lang="es-ES" sz="1400" cap="none" spc="0" dirty="0">
              <a:ln w="0">
                <a:noFill/>
              </a:ln>
              <a:latin typeface="Poppins" panose="00000500000000000000" pitchFamily="2" charset="0"/>
              <a:cs typeface="Poppins" panose="00000500000000000000" pitchFamily="2" charset="0"/>
            </a:endParaRPr>
          </a:p>
          <a:p>
            <a:r>
              <a:rPr lang="es-ES" sz="1400" dirty="0">
                <a:ln w="0">
                  <a:noFill/>
                </a:ln>
                <a:latin typeface="Poppins" panose="00000500000000000000" pitchFamily="2" charset="0"/>
                <a:cs typeface="Poppins" panose="00000500000000000000" pitchFamily="2" charset="0"/>
              </a:rPr>
              <a:t>Laboratorio 3</a:t>
            </a:r>
            <a:endParaRPr lang="es-ES" sz="1400" cap="none" spc="0" dirty="0">
              <a:ln w="0">
                <a:noFill/>
              </a:ln>
              <a:latin typeface="Poppins" panose="00000500000000000000" pitchFamily="2" charset="0"/>
              <a:cs typeface="Poppins" panose="00000500000000000000" pitchFamily="2" charset="0"/>
            </a:endParaRPr>
          </a:p>
          <a:p>
            <a:r>
              <a:rPr lang="es-ES" sz="1400" dirty="0">
                <a:ln w="0">
                  <a:noFill/>
                </a:ln>
                <a:latin typeface="Poppins" panose="00000500000000000000" pitchFamily="2" charset="0"/>
                <a:cs typeface="Poppins" panose="00000500000000000000" pitchFamily="2" charset="0"/>
              </a:rPr>
              <a:t>Laboratorio 4</a:t>
            </a:r>
            <a:endParaRPr lang="es-ES" sz="1400" cap="none" spc="0" dirty="0">
              <a:ln w="0">
                <a:noFill/>
              </a:ln>
              <a:latin typeface="Poppins" panose="00000500000000000000" pitchFamily="2" charset="0"/>
              <a:cs typeface="Poppins" panose="00000500000000000000" pitchFamily="2" charset="0"/>
            </a:endParaRPr>
          </a:p>
          <a:p>
            <a:r>
              <a:rPr lang="es-ES" sz="1400" dirty="0">
                <a:ln w="0">
                  <a:noFill/>
                </a:ln>
                <a:latin typeface="Poppins" panose="00000500000000000000" pitchFamily="2" charset="0"/>
                <a:cs typeface="Poppins" panose="00000500000000000000" pitchFamily="2" charset="0"/>
              </a:rPr>
              <a:t>Laboratorio 5</a:t>
            </a:r>
            <a:endParaRPr lang="es-ES" sz="1400" cap="none" spc="0" dirty="0">
              <a:ln w="0">
                <a:noFill/>
              </a:ln>
              <a:latin typeface="Poppins" panose="00000500000000000000" pitchFamily="2" charset="0"/>
              <a:cs typeface="Poppins" panose="00000500000000000000" pitchFamily="2" charset="0"/>
            </a:endParaRPr>
          </a:p>
          <a:p>
            <a:r>
              <a:rPr lang="es-ES" sz="1400" dirty="0">
                <a:ln w="0">
                  <a:noFill/>
                </a:ln>
                <a:latin typeface="Poppins" panose="00000500000000000000" pitchFamily="2" charset="0"/>
                <a:cs typeface="Poppins" panose="00000500000000000000" pitchFamily="2" charset="0"/>
              </a:rPr>
              <a:t>Laboratorio 6</a:t>
            </a:r>
            <a:endParaRPr lang="es-ES" sz="1400" cap="none" spc="0" dirty="0">
              <a:ln w="0">
                <a:noFill/>
              </a:ln>
              <a:latin typeface="Poppins" panose="00000500000000000000" pitchFamily="2" charset="0"/>
              <a:cs typeface="Poppins" panose="00000500000000000000" pitchFamily="2" charset="0"/>
            </a:endParaRPr>
          </a:p>
          <a:p>
            <a:endParaRPr lang="es-ES" sz="1400" cap="none" spc="0" dirty="0">
              <a:ln w="0">
                <a:noFill/>
              </a:ln>
              <a:latin typeface="Poppins" panose="00000500000000000000" pitchFamily="2" charset="0"/>
              <a:cs typeface="Poppins" panose="00000500000000000000" pitchFamily="2" charset="0"/>
            </a:endParaRPr>
          </a:p>
        </p:txBody>
      </p:sp>
      <p:sp>
        <p:nvSpPr>
          <p:cNvPr id="5" name="Rectángulo 4">
            <a:extLst>
              <a:ext uri="{FF2B5EF4-FFF2-40B4-BE49-F238E27FC236}">
                <a16:creationId xmlns:a16="http://schemas.microsoft.com/office/drawing/2014/main" id="{43812F1D-CFA7-86B9-7214-17756EBF3043}"/>
              </a:ext>
            </a:extLst>
          </p:cNvPr>
          <p:cNvSpPr/>
          <p:nvPr/>
        </p:nvSpPr>
        <p:spPr>
          <a:xfrm>
            <a:off x="6121397" y="857443"/>
            <a:ext cx="1918080" cy="738664"/>
          </a:xfrm>
          <a:prstGeom prst="rect">
            <a:avLst/>
          </a:prstGeom>
          <a:noFill/>
        </p:spPr>
        <p:txBody>
          <a:bodyPr wrap="square" lIns="91440" tIns="45720" rIns="91440" bIns="45720">
            <a:spAutoFit/>
          </a:bodyPr>
          <a:lstStyle/>
          <a:p>
            <a:r>
              <a:rPr lang="es-ES" sz="1400" dirty="0">
                <a:ln w="0">
                  <a:noFill/>
                </a:ln>
                <a:latin typeface="Poppins" panose="00000500000000000000" pitchFamily="2" charset="0"/>
                <a:cs typeface="Poppins" panose="00000500000000000000" pitchFamily="2" charset="0"/>
              </a:rPr>
              <a:t>FUN.PROG-B </a:t>
            </a:r>
          </a:p>
          <a:p>
            <a:r>
              <a:rPr lang="es-ES" sz="1400" dirty="0">
                <a:ln w="0">
                  <a:noFill/>
                </a:ln>
                <a:latin typeface="Poppins" panose="00000500000000000000" pitchFamily="2" charset="0"/>
                <a:cs typeface="Poppins" panose="00000500000000000000" pitchFamily="2" charset="0"/>
              </a:rPr>
              <a:t>FUN.PROG-A</a:t>
            </a:r>
            <a:endParaRPr lang="es-ES" sz="1400" cap="none" spc="0" dirty="0">
              <a:ln w="0">
                <a:noFill/>
              </a:ln>
              <a:latin typeface="Poppins" panose="00000500000000000000" pitchFamily="2" charset="0"/>
              <a:cs typeface="Poppins" panose="00000500000000000000" pitchFamily="2" charset="0"/>
            </a:endParaRPr>
          </a:p>
          <a:p>
            <a:r>
              <a:rPr lang="es-ES" sz="1400" cap="none" spc="0" dirty="0">
                <a:ln w="0">
                  <a:noFill/>
                </a:ln>
                <a:latin typeface="Poppins" panose="00000500000000000000" pitchFamily="2" charset="0"/>
                <a:cs typeface="Poppins" panose="00000500000000000000" pitchFamily="2" charset="0"/>
              </a:rPr>
              <a:t>FUCA-a</a:t>
            </a:r>
          </a:p>
        </p:txBody>
      </p:sp>
      <p:cxnSp>
        <p:nvCxnSpPr>
          <p:cNvPr id="7" name="Conector recto de flecha 6">
            <a:extLst>
              <a:ext uri="{FF2B5EF4-FFF2-40B4-BE49-F238E27FC236}">
                <a16:creationId xmlns:a16="http://schemas.microsoft.com/office/drawing/2014/main" id="{C78659B7-D692-0FA9-CE83-7F7BDB843BE3}"/>
              </a:ext>
            </a:extLst>
          </p:cNvPr>
          <p:cNvCxnSpPr/>
          <p:nvPr/>
        </p:nvCxnSpPr>
        <p:spPr>
          <a:xfrm flipV="1">
            <a:off x="3166949" y="1226775"/>
            <a:ext cx="2763071" cy="13806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ángulo 7">
            <a:extLst>
              <a:ext uri="{FF2B5EF4-FFF2-40B4-BE49-F238E27FC236}">
                <a16:creationId xmlns:a16="http://schemas.microsoft.com/office/drawing/2014/main" id="{07C421A5-0550-B5FD-C455-84BE6A233E8D}"/>
              </a:ext>
            </a:extLst>
          </p:cNvPr>
          <p:cNvSpPr/>
          <p:nvPr/>
        </p:nvSpPr>
        <p:spPr>
          <a:xfrm>
            <a:off x="6121397" y="1719217"/>
            <a:ext cx="1148071" cy="738664"/>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Mate-c</a:t>
            </a:r>
          </a:p>
          <a:p>
            <a:r>
              <a:rPr lang="es-ES" sz="1400" cap="none" spc="0" dirty="0">
                <a:ln w="0">
                  <a:noFill/>
                </a:ln>
                <a:latin typeface="Poppins" panose="00000500000000000000" pitchFamily="2" charset="0"/>
                <a:cs typeface="Poppins" panose="00000500000000000000" pitchFamily="2" charset="0"/>
              </a:rPr>
              <a:t>Ciencia-b</a:t>
            </a:r>
          </a:p>
          <a:p>
            <a:r>
              <a:rPr lang="es-ES" sz="1400" dirty="0" err="1">
                <a:ln w="0">
                  <a:noFill/>
                </a:ln>
                <a:latin typeface="Poppins" panose="00000500000000000000" pitchFamily="2" charset="0"/>
                <a:cs typeface="Poppins" panose="00000500000000000000" pitchFamily="2" charset="0"/>
              </a:rPr>
              <a:t>quimica</a:t>
            </a:r>
            <a:r>
              <a:rPr lang="es-ES" sz="1400" cap="none" spc="0" dirty="0">
                <a:ln w="0">
                  <a:noFill/>
                </a:ln>
                <a:latin typeface="Poppins" panose="00000500000000000000" pitchFamily="2" charset="0"/>
                <a:cs typeface="Poppins" panose="00000500000000000000" pitchFamily="2" charset="0"/>
              </a:rPr>
              <a:t>-a</a:t>
            </a:r>
          </a:p>
        </p:txBody>
      </p:sp>
      <p:cxnSp>
        <p:nvCxnSpPr>
          <p:cNvPr id="10" name="Conector recto de flecha 9">
            <a:extLst>
              <a:ext uri="{FF2B5EF4-FFF2-40B4-BE49-F238E27FC236}">
                <a16:creationId xmlns:a16="http://schemas.microsoft.com/office/drawing/2014/main" id="{A55DE0A3-A18C-85A4-D831-EEA42A1C3DA2}"/>
              </a:ext>
            </a:extLst>
          </p:cNvPr>
          <p:cNvCxnSpPr>
            <a:endCxn id="8" idx="1"/>
          </p:cNvCxnSpPr>
          <p:nvPr/>
        </p:nvCxnSpPr>
        <p:spPr>
          <a:xfrm flipV="1">
            <a:off x="3166949" y="2088549"/>
            <a:ext cx="2954448" cy="7089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ángulo 10">
            <a:extLst>
              <a:ext uri="{FF2B5EF4-FFF2-40B4-BE49-F238E27FC236}">
                <a16:creationId xmlns:a16="http://schemas.microsoft.com/office/drawing/2014/main" id="{D91E342B-F314-4EA1-6286-D0D4BD48B770}"/>
              </a:ext>
            </a:extLst>
          </p:cNvPr>
          <p:cNvSpPr/>
          <p:nvPr/>
        </p:nvSpPr>
        <p:spPr>
          <a:xfrm>
            <a:off x="5956716" y="2981757"/>
            <a:ext cx="1274708" cy="738664"/>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FUN.PROG-A</a:t>
            </a:r>
          </a:p>
          <a:p>
            <a:r>
              <a:rPr lang="es-ES" sz="1400" cap="none" spc="0" dirty="0">
                <a:ln w="0">
                  <a:noFill/>
                </a:ln>
                <a:latin typeface="Poppins" panose="00000500000000000000" pitchFamily="2" charset="0"/>
                <a:cs typeface="Poppins" panose="00000500000000000000" pitchFamily="2" charset="0"/>
              </a:rPr>
              <a:t>FUN.PROG-B</a:t>
            </a:r>
            <a:endParaRPr lang="es-ES" sz="1400" dirty="0">
              <a:ln w="0">
                <a:noFill/>
              </a:ln>
              <a:latin typeface="Poppins" panose="00000500000000000000" pitchFamily="2" charset="0"/>
              <a:cs typeface="Poppins" panose="00000500000000000000" pitchFamily="2" charset="0"/>
            </a:endParaRPr>
          </a:p>
          <a:p>
            <a:r>
              <a:rPr lang="es-ES" sz="1400" cap="none" spc="0" dirty="0">
                <a:ln w="0">
                  <a:noFill/>
                </a:ln>
                <a:latin typeface="Poppins" panose="00000500000000000000" pitchFamily="2" charset="0"/>
                <a:cs typeface="Poppins" panose="00000500000000000000" pitchFamily="2" charset="0"/>
              </a:rPr>
              <a:t>Física-c</a:t>
            </a:r>
          </a:p>
        </p:txBody>
      </p:sp>
      <p:sp>
        <p:nvSpPr>
          <p:cNvPr id="12" name="Rectángulo 11">
            <a:extLst>
              <a:ext uri="{FF2B5EF4-FFF2-40B4-BE49-F238E27FC236}">
                <a16:creationId xmlns:a16="http://schemas.microsoft.com/office/drawing/2014/main" id="{DBABBBB7-F96B-D203-CD5D-ED39ECA0CB1E}"/>
              </a:ext>
            </a:extLst>
          </p:cNvPr>
          <p:cNvSpPr/>
          <p:nvPr/>
        </p:nvSpPr>
        <p:spPr>
          <a:xfrm>
            <a:off x="6063689" y="4244297"/>
            <a:ext cx="1148071" cy="738664"/>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Hp-b</a:t>
            </a:r>
          </a:p>
          <a:p>
            <a:r>
              <a:rPr lang="es-ES" sz="1400" dirty="0" err="1">
                <a:ln w="0">
                  <a:noFill/>
                </a:ln>
                <a:latin typeface="Poppins" panose="00000500000000000000" pitchFamily="2" charset="0"/>
                <a:cs typeface="Poppins" panose="00000500000000000000" pitchFamily="2" charset="0"/>
              </a:rPr>
              <a:t>Fiscia</a:t>
            </a:r>
            <a:r>
              <a:rPr lang="es-ES" sz="1400" dirty="0">
                <a:ln w="0">
                  <a:noFill/>
                </a:ln>
                <a:latin typeface="Poppins" panose="00000500000000000000" pitchFamily="2" charset="0"/>
                <a:cs typeface="Poppins" panose="00000500000000000000" pitchFamily="2" charset="0"/>
              </a:rPr>
              <a:t>-b</a:t>
            </a:r>
            <a:endParaRPr lang="es-ES" sz="1400" cap="none" spc="0" dirty="0">
              <a:ln w="0">
                <a:noFill/>
              </a:ln>
              <a:latin typeface="Poppins" panose="00000500000000000000" pitchFamily="2" charset="0"/>
              <a:cs typeface="Poppins" panose="00000500000000000000" pitchFamily="2" charset="0"/>
            </a:endParaRPr>
          </a:p>
          <a:p>
            <a:r>
              <a:rPr lang="es-ES" sz="1400" dirty="0" err="1">
                <a:ln w="0">
                  <a:noFill/>
                </a:ln>
                <a:latin typeface="Poppins" panose="00000500000000000000" pitchFamily="2" charset="0"/>
                <a:cs typeface="Poppins" panose="00000500000000000000" pitchFamily="2" charset="0"/>
              </a:rPr>
              <a:t>quimica</a:t>
            </a:r>
            <a:r>
              <a:rPr lang="es-ES" sz="1400" cap="none" spc="0" dirty="0">
                <a:ln w="0">
                  <a:noFill/>
                </a:ln>
                <a:latin typeface="Poppins" panose="00000500000000000000" pitchFamily="2" charset="0"/>
                <a:cs typeface="Poppins" panose="00000500000000000000" pitchFamily="2" charset="0"/>
              </a:rPr>
              <a:t>-b</a:t>
            </a:r>
          </a:p>
        </p:txBody>
      </p:sp>
      <p:sp>
        <p:nvSpPr>
          <p:cNvPr id="13" name="Rectángulo 12">
            <a:extLst>
              <a:ext uri="{FF2B5EF4-FFF2-40B4-BE49-F238E27FC236}">
                <a16:creationId xmlns:a16="http://schemas.microsoft.com/office/drawing/2014/main" id="{3E94594E-A123-1564-2FE5-DD10FD5B800D}"/>
              </a:ext>
            </a:extLst>
          </p:cNvPr>
          <p:cNvSpPr/>
          <p:nvPr/>
        </p:nvSpPr>
        <p:spPr>
          <a:xfrm>
            <a:off x="4644173" y="4613629"/>
            <a:ext cx="1135247" cy="738664"/>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hp-c</a:t>
            </a:r>
          </a:p>
          <a:p>
            <a:r>
              <a:rPr lang="es-ES" sz="1400" dirty="0">
                <a:ln w="0">
                  <a:noFill/>
                </a:ln>
                <a:latin typeface="Poppins" panose="00000500000000000000" pitchFamily="2" charset="0"/>
                <a:cs typeface="Poppins" panose="00000500000000000000" pitchFamily="2" charset="0"/>
              </a:rPr>
              <a:t>lite</a:t>
            </a:r>
            <a:r>
              <a:rPr lang="es-ES" sz="1400" cap="none" spc="0" dirty="0">
                <a:ln w="0">
                  <a:noFill/>
                </a:ln>
                <a:latin typeface="Poppins" panose="00000500000000000000" pitchFamily="2" charset="0"/>
                <a:cs typeface="Poppins" panose="00000500000000000000" pitchFamily="2" charset="0"/>
              </a:rPr>
              <a:t>-b</a:t>
            </a:r>
          </a:p>
          <a:p>
            <a:r>
              <a:rPr lang="es-ES" sz="1400" dirty="0" err="1">
                <a:ln w="0">
                  <a:noFill/>
                </a:ln>
                <a:latin typeface="Poppins" panose="00000500000000000000" pitchFamily="2" charset="0"/>
                <a:cs typeface="Poppins" panose="00000500000000000000" pitchFamily="2" charset="0"/>
              </a:rPr>
              <a:t>quimica</a:t>
            </a:r>
            <a:r>
              <a:rPr lang="es-ES" sz="1400" cap="none" spc="0" dirty="0">
                <a:ln w="0">
                  <a:noFill/>
                </a:ln>
                <a:latin typeface="Poppins" panose="00000500000000000000" pitchFamily="2" charset="0"/>
                <a:cs typeface="Poppins" panose="00000500000000000000" pitchFamily="2" charset="0"/>
              </a:rPr>
              <a:t>-c</a:t>
            </a:r>
          </a:p>
        </p:txBody>
      </p:sp>
      <p:sp>
        <p:nvSpPr>
          <p:cNvPr id="14" name="Rectángulo 13">
            <a:extLst>
              <a:ext uri="{FF2B5EF4-FFF2-40B4-BE49-F238E27FC236}">
                <a16:creationId xmlns:a16="http://schemas.microsoft.com/office/drawing/2014/main" id="{C3E970D7-4AC6-9910-AA4F-7549B8ABE4A8}"/>
              </a:ext>
            </a:extLst>
          </p:cNvPr>
          <p:cNvSpPr/>
          <p:nvPr/>
        </p:nvSpPr>
        <p:spPr>
          <a:xfrm>
            <a:off x="3032656" y="4777779"/>
            <a:ext cx="1178528" cy="738664"/>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lenguaje-c</a:t>
            </a:r>
          </a:p>
          <a:p>
            <a:r>
              <a:rPr lang="es-ES" sz="1400" cap="none" spc="0" dirty="0">
                <a:ln w="0">
                  <a:noFill/>
                </a:ln>
                <a:latin typeface="Poppins" panose="00000500000000000000" pitchFamily="2" charset="0"/>
                <a:cs typeface="Poppins" panose="00000500000000000000" pitchFamily="2" charset="0"/>
              </a:rPr>
              <a:t>lite-a</a:t>
            </a:r>
          </a:p>
          <a:p>
            <a:r>
              <a:rPr lang="es-ES" sz="1400" cap="none" spc="0" dirty="0" err="1">
                <a:ln w="0">
                  <a:noFill/>
                </a:ln>
                <a:latin typeface="Poppins" panose="00000500000000000000" pitchFamily="2" charset="0"/>
                <a:cs typeface="Poppins" panose="00000500000000000000" pitchFamily="2" charset="0"/>
              </a:rPr>
              <a:t>rm</a:t>
            </a:r>
            <a:r>
              <a:rPr lang="es-ES" sz="1400" cap="none" spc="0" dirty="0">
                <a:ln w="0">
                  <a:noFill/>
                </a:ln>
                <a:latin typeface="Poppins" panose="00000500000000000000" pitchFamily="2" charset="0"/>
                <a:cs typeface="Poppins" panose="00000500000000000000" pitchFamily="2" charset="0"/>
              </a:rPr>
              <a:t>-b</a:t>
            </a:r>
          </a:p>
        </p:txBody>
      </p:sp>
      <p:cxnSp>
        <p:nvCxnSpPr>
          <p:cNvPr id="15" name="Conector recto de flecha 14">
            <a:extLst>
              <a:ext uri="{FF2B5EF4-FFF2-40B4-BE49-F238E27FC236}">
                <a16:creationId xmlns:a16="http://schemas.microsoft.com/office/drawing/2014/main" id="{07CF70E4-FE5F-71E3-9528-8C49FED0C981}"/>
              </a:ext>
            </a:extLst>
          </p:cNvPr>
          <p:cNvCxnSpPr>
            <a:cxnSpLocks/>
            <a:endCxn id="11" idx="1"/>
          </p:cNvCxnSpPr>
          <p:nvPr/>
        </p:nvCxnSpPr>
        <p:spPr>
          <a:xfrm>
            <a:off x="3166949" y="3003149"/>
            <a:ext cx="2789767" cy="3479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Conector recto de flecha 16">
            <a:extLst>
              <a:ext uri="{FF2B5EF4-FFF2-40B4-BE49-F238E27FC236}">
                <a16:creationId xmlns:a16="http://schemas.microsoft.com/office/drawing/2014/main" id="{7D8935DC-13D9-49F5-33F2-846E1037AE40}"/>
              </a:ext>
            </a:extLst>
          </p:cNvPr>
          <p:cNvCxnSpPr>
            <a:cxnSpLocks/>
            <a:stCxn id="4" idx="3"/>
          </p:cNvCxnSpPr>
          <p:nvPr/>
        </p:nvCxnSpPr>
        <p:spPr>
          <a:xfrm>
            <a:off x="3166949" y="3258100"/>
            <a:ext cx="2789767" cy="1181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Conector recto de flecha 19">
            <a:extLst>
              <a:ext uri="{FF2B5EF4-FFF2-40B4-BE49-F238E27FC236}">
                <a16:creationId xmlns:a16="http://schemas.microsoft.com/office/drawing/2014/main" id="{B0FA1DEC-DA52-1724-13CD-1957E1441932}"/>
              </a:ext>
            </a:extLst>
          </p:cNvPr>
          <p:cNvCxnSpPr>
            <a:cxnSpLocks/>
          </p:cNvCxnSpPr>
          <p:nvPr/>
        </p:nvCxnSpPr>
        <p:spPr>
          <a:xfrm>
            <a:off x="3166949" y="3506912"/>
            <a:ext cx="1631388" cy="10752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9CA0536A-221E-BD50-D29F-9F2C3693B40D}"/>
              </a:ext>
            </a:extLst>
          </p:cNvPr>
          <p:cNvCxnSpPr>
            <a:cxnSpLocks/>
          </p:cNvCxnSpPr>
          <p:nvPr/>
        </p:nvCxnSpPr>
        <p:spPr>
          <a:xfrm>
            <a:off x="2975572" y="3874094"/>
            <a:ext cx="191377" cy="7081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id="{B98672C7-32A8-14AE-F96E-FB7CE13ABD72}"/>
              </a:ext>
            </a:extLst>
          </p:cNvPr>
          <p:cNvCxnSpPr/>
          <p:nvPr/>
        </p:nvCxnSpPr>
        <p:spPr>
          <a:xfrm>
            <a:off x="8650317" y="989565"/>
            <a:ext cx="111386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Conector recto de flecha 28">
            <a:extLst>
              <a:ext uri="{FF2B5EF4-FFF2-40B4-BE49-F238E27FC236}">
                <a16:creationId xmlns:a16="http://schemas.microsoft.com/office/drawing/2014/main" id="{6F123470-14A7-91E8-3638-8B0F4A4C2147}"/>
              </a:ext>
            </a:extLst>
          </p:cNvPr>
          <p:cNvCxnSpPr/>
          <p:nvPr/>
        </p:nvCxnSpPr>
        <p:spPr>
          <a:xfrm>
            <a:off x="7034255" y="1857655"/>
            <a:ext cx="111386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Rectángulo 29">
            <a:extLst>
              <a:ext uri="{FF2B5EF4-FFF2-40B4-BE49-F238E27FC236}">
                <a16:creationId xmlns:a16="http://schemas.microsoft.com/office/drawing/2014/main" id="{3CC1EF16-6A55-0A0F-901F-E03BBB60D935}"/>
              </a:ext>
            </a:extLst>
          </p:cNvPr>
          <p:cNvSpPr/>
          <p:nvPr/>
        </p:nvSpPr>
        <p:spPr>
          <a:xfrm>
            <a:off x="8336769" y="1737864"/>
            <a:ext cx="627095" cy="307777"/>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rojas</a:t>
            </a:r>
            <a:endParaRPr lang="es-ES" sz="1400" cap="none" spc="0" dirty="0">
              <a:ln w="0">
                <a:noFill/>
              </a:ln>
              <a:latin typeface="Poppins" panose="00000500000000000000" pitchFamily="2" charset="0"/>
              <a:cs typeface="Poppins" panose="00000500000000000000" pitchFamily="2" charset="0"/>
            </a:endParaRPr>
          </a:p>
        </p:txBody>
      </p:sp>
      <p:cxnSp>
        <p:nvCxnSpPr>
          <p:cNvPr id="31" name="Conector recto de flecha 30">
            <a:extLst>
              <a:ext uri="{FF2B5EF4-FFF2-40B4-BE49-F238E27FC236}">
                <a16:creationId xmlns:a16="http://schemas.microsoft.com/office/drawing/2014/main" id="{31D15552-C182-139A-FA29-E02D66C7DD33}"/>
              </a:ext>
            </a:extLst>
          </p:cNvPr>
          <p:cNvCxnSpPr/>
          <p:nvPr/>
        </p:nvCxnSpPr>
        <p:spPr>
          <a:xfrm>
            <a:off x="8664103" y="1420452"/>
            <a:ext cx="111386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Conector recto de flecha 32">
            <a:extLst>
              <a:ext uri="{FF2B5EF4-FFF2-40B4-BE49-F238E27FC236}">
                <a16:creationId xmlns:a16="http://schemas.microsoft.com/office/drawing/2014/main" id="{DB8DCE71-25DA-8818-531A-95191DB01831}"/>
              </a:ext>
            </a:extLst>
          </p:cNvPr>
          <p:cNvCxnSpPr/>
          <p:nvPr/>
        </p:nvCxnSpPr>
        <p:spPr>
          <a:xfrm>
            <a:off x="9262399" y="3132469"/>
            <a:ext cx="111386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Conector recto de flecha 34">
            <a:extLst>
              <a:ext uri="{FF2B5EF4-FFF2-40B4-BE49-F238E27FC236}">
                <a16:creationId xmlns:a16="http://schemas.microsoft.com/office/drawing/2014/main" id="{56A99150-C504-EF27-1DC6-5A5AD6625AF3}"/>
              </a:ext>
            </a:extLst>
          </p:cNvPr>
          <p:cNvCxnSpPr>
            <a:cxnSpLocks/>
          </p:cNvCxnSpPr>
          <p:nvPr/>
        </p:nvCxnSpPr>
        <p:spPr>
          <a:xfrm>
            <a:off x="3413156" y="5526041"/>
            <a:ext cx="1209189" cy="2436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ectángulo 35">
            <a:extLst>
              <a:ext uri="{FF2B5EF4-FFF2-40B4-BE49-F238E27FC236}">
                <a16:creationId xmlns:a16="http://schemas.microsoft.com/office/drawing/2014/main" id="{EA0D6A05-2A59-C9F4-3BC8-EB0418D8FDA5}"/>
              </a:ext>
            </a:extLst>
          </p:cNvPr>
          <p:cNvSpPr/>
          <p:nvPr/>
        </p:nvSpPr>
        <p:spPr>
          <a:xfrm>
            <a:off x="4798337" y="5631225"/>
            <a:ext cx="646331" cy="307777"/>
          </a:xfrm>
          <a:prstGeom prst="rect">
            <a:avLst/>
          </a:prstGeom>
          <a:noFill/>
        </p:spPr>
        <p:txBody>
          <a:bodyPr wrap="square" lIns="91440" tIns="45720" rIns="91440" bIns="45720">
            <a:spAutoFit/>
          </a:bodyPr>
          <a:lstStyle/>
          <a:p>
            <a:r>
              <a:rPr lang="es-ES" sz="1400" dirty="0">
                <a:ln w="0">
                  <a:noFill/>
                </a:ln>
                <a:latin typeface="Poppins" panose="00000500000000000000" pitchFamily="2" charset="0"/>
                <a:cs typeface="Poppins" panose="00000500000000000000" pitchFamily="2" charset="0"/>
              </a:rPr>
              <a:t>cano</a:t>
            </a:r>
            <a:endParaRPr lang="es-ES" sz="1400" cap="none" spc="0" dirty="0">
              <a:ln w="0">
                <a:noFill/>
              </a:ln>
              <a:latin typeface="Poppins" panose="00000500000000000000" pitchFamily="2" charset="0"/>
              <a:cs typeface="Poppins" panose="00000500000000000000" pitchFamily="2" charset="0"/>
            </a:endParaRPr>
          </a:p>
        </p:txBody>
      </p:sp>
      <p:cxnSp>
        <p:nvCxnSpPr>
          <p:cNvPr id="38" name="Conector recto de flecha 37">
            <a:extLst>
              <a:ext uri="{FF2B5EF4-FFF2-40B4-BE49-F238E27FC236}">
                <a16:creationId xmlns:a16="http://schemas.microsoft.com/office/drawing/2014/main" id="{BFCF8035-D5EB-237A-141A-8110ED31F82D}"/>
              </a:ext>
            </a:extLst>
          </p:cNvPr>
          <p:cNvCxnSpPr/>
          <p:nvPr/>
        </p:nvCxnSpPr>
        <p:spPr>
          <a:xfrm>
            <a:off x="9243163" y="3654339"/>
            <a:ext cx="111386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1" name="Rectángulo 40">
            <a:extLst>
              <a:ext uri="{FF2B5EF4-FFF2-40B4-BE49-F238E27FC236}">
                <a16:creationId xmlns:a16="http://schemas.microsoft.com/office/drawing/2014/main" id="{9D6E191B-D3B6-A0FC-17EC-8B64EF2C9277}"/>
              </a:ext>
            </a:extLst>
          </p:cNvPr>
          <p:cNvSpPr/>
          <p:nvPr/>
        </p:nvSpPr>
        <p:spPr>
          <a:xfrm>
            <a:off x="298856" y="457113"/>
            <a:ext cx="2868093" cy="307777"/>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UNA CLASE = UN LABORATORIO</a:t>
            </a:r>
            <a:endParaRPr lang="es-ES" sz="1400" cap="none" spc="0" dirty="0">
              <a:ln w="0">
                <a:noFill/>
              </a:ln>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968355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C2C6D-3722-DCFD-E286-26D97EFC113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2DC81C2-6992-8CB8-6F39-86007DB829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F09865AD-5CBF-AEB6-876A-27C8C1A74B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E2B5E943-010C-C52C-ED3B-31D7DAA946C0}"/>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38C85380-60EF-5E7D-425B-CC30A5366386}"/>
              </a:ext>
            </a:extLst>
          </p:cNvPr>
          <p:cNvSpPr/>
          <p:nvPr/>
        </p:nvSpPr>
        <p:spPr>
          <a:xfrm>
            <a:off x="3179563" y="291967"/>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C0FE7E43-1CC3-1DFB-03B3-1757E80E867B}"/>
              </a:ext>
            </a:extLst>
          </p:cNvPr>
          <p:cNvSpPr/>
          <p:nvPr/>
        </p:nvSpPr>
        <p:spPr>
          <a:xfrm>
            <a:off x="3282131" y="-3128280"/>
            <a:ext cx="8737058" cy="125383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D0FA17A-46CC-FC0F-91BB-2FE3AE71464F}"/>
              </a:ext>
            </a:extLst>
          </p:cNvPr>
          <p:cNvSpPr/>
          <p:nvPr/>
        </p:nvSpPr>
        <p:spPr>
          <a:xfrm>
            <a:off x="4060863" y="-2879643"/>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a:t>
            </a: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003F35CF-021D-3D95-209B-0814D83C6CB1}"/>
              </a:ext>
            </a:extLst>
          </p:cNvPr>
          <p:cNvSpPr/>
          <p:nvPr/>
        </p:nvSpPr>
        <p:spPr>
          <a:xfrm>
            <a:off x="3536046" y="-3382737"/>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REGISTRO DE LA CLASE</a:t>
            </a:r>
          </a:p>
        </p:txBody>
      </p:sp>
      <p:sp>
        <p:nvSpPr>
          <p:cNvPr id="19" name="Rectángulo 18">
            <a:extLst>
              <a:ext uri="{FF2B5EF4-FFF2-40B4-BE49-F238E27FC236}">
                <a16:creationId xmlns:a16="http://schemas.microsoft.com/office/drawing/2014/main" id="{E5AE0F75-55F0-E5D7-C381-2A5C7AD8B18F}"/>
              </a:ext>
            </a:extLst>
          </p:cNvPr>
          <p:cNvSpPr/>
          <p:nvPr/>
        </p:nvSpPr>
        <p:spPr>
          <a:xfrm>
            <a:off x="9171899" y="-2824149"/>
            <a:ext cx="1175322"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Asignatura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717015AB-7A39-CA48-84A4-07468EB403AD}"/>
              </a:ext>
            </a:extLst>
          </p:cNvPr>
          <p:cNvSpPr/>
          <p:nvPr/>
        </p:nvSpPr>
        <p:spPr>
          <a:xfrm>
            <a:off x="6716409" y="-2827173"/>
            <a:ext cx="841897"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Horario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pic>
        <p:nvPicPr>
          <p:cNvPr id="25" name="Imagen 24">
            <a:extLst>
              <a:ext uri="{FF2B5EF4-FFF2-40B4-BE49-F238E27FC236}">
                <a16:creationId xmlns:a16="http://schemas.microsoft.com/office/drawing/2014/main" id="{9F040D4A-B120-E7C7-C442-5CD1580C2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85034" y="-2535316"/>
            <a:ext cx="1709138" cy="401571"/>
          </a:xfrm>
          <a:prstGeom prst="rect">
            <a:avLst/>
          </a:prstGeom>
        </p:spPr>
      </p:pic>
      <p:pic>
        <p:nvPicPr>
          <p:cNvPr id="26" name="Imagen 25">
            <a:extLst>
              <a:ext uri="{FF2B5EF4-FFF2-40B4-BE49-F238E27FC236}">
                <a16:creationId xmlns:a16="http://schemas.microsoft.com/office/drawing/2014/main" id="{15D1F61D-4C0A-79D2-270E-C707C00CBA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6091" y="-2549732"/>
            <a:ext cx="1709138" cy="401571"/>
          </a:xfrm>
          <a:prstGeom prst="rect">
            <a:avLst/>
          </a:prstGeom>
        </p:spPr>
      </p:pic>
      <p:pic>
        <p:nvPicPr>
          <p:cNvPr id="27" name="Imagen 26">
            <a:extLst>
              <a:ext uri="{FF2B5EF4-FFF2-40B4-BE49-F238E27FC236}">
                <a16:creationId xmlns:a16="http://schemas.microsoft.com/office/drawing/2014/main" id="{7436469B-75A7-168B-10E4-5B1AE17537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03362" y="-2519900"/>
            <a:ext cx="1709138" cy="401571"/>
          </a:xfrm>
          <a:prstGeom prst="rect">
            <a:avLst/>
          </a:prstGeom>
        </p:spPr>
      </p:pic>
      <p:sp>
        <p:nvSpPr>
          <p:cNvPr id="2" name="Rectángulo 1">
            <a:extLst>
              <a:ext uri="{FF2B5EF4-FFF2-40B4-BE49-F238E27FC236}">
                <a16:creationId xmlns:a16="http://schemas.microsoft.com/office/drawing/2014/main" id="{1815E26A-58C6-96D4-1723-E6CC90925B68}"/>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ABE94E81-310A-4184-5D43-64B7C3EE10F7}"/>
              </a:ext>
            </a:extLst>
          </p:cNvPr>
          <p:cNvSpPr/>
          <p:nvPr/>
        </p:nvSpPr>
        <p:spPr>
          <a:xfrm>
            <a:off x="-229" y="3753307"/>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1" name="Rectángulo 10">
            <a:extLst>
              <a:ext uri="{FF2B5EF4-FFF2-40B4-BE49-F238E27FC236}">
                <a16:creationId xmlns:a16="http://schemas.microsoft.com/office/drawing/2014/main" id="{BB2AE740-5101-35F8-D789-5C1275A1207B}"/>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8" name="Rectángulo 17">
            <a:extLst>
              <a:ext uri="{FF2B5EF4-FFF2-40B4-BE49-F238E27FC236}">
                <a16:creationId xmlns:a16="http://schemas.microsoft.com/office/drawing/2014/main" id="{322738EC-05CC-FBF2-07E6-09E5762322D3}"/>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sp>
        <p:nvSpPr>
          <p:cNvPr id="21" name="Rectángulo 20">
            <a:extLst>
              <a:ext uri="{FF2B5EF4-FFF2-40B4-BE49-F238E27FC236}">
                <a16:creationId xmlns:a16="http://schemas.microsoft.com/office/drawing/2014/main" id="{C38D876D-8352-E057-4996-69DC0C01BD66}"/>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b="1" cap="none" spc="0" dirty="0">
                <a:ln w="0">
                  <a:noFill/>
                </a:ln>
                <a:solidFill>
                  <a:schemeClr val="bg1"/>
                </a:solidFill>
                <a:latin typeface="Poppins" panose="00000500000000000000" pitchFamily="2" charset="0"/>
                <a:cs typeface="Poppins" panose="00000500000000000000" pitchFamily="2" charset="0"/>
              </a:rPr>
              <a:t>CONTROL DE ASISTENCIA</a:t>
            </a:r>
          </a:p>
        </p:txBody>
      </p:sp>
      <p:sp>
        <p:nvSpPr>
          <p:cNvPr id="24" name="Rectángulo 23">
            <a:extLst>
              <a:ext uri="{FF2B5EF4-FFF2-40B4-BE49-F238E27FC236}">
                <a16:creationId xmlns:a16="http://schemas.microsoft.com/office/drawing/2014/main" id="{373330AA-BC2D-E051-25E2-29C61FD1CC5F}"/>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C2E21FE4-CA85-8329-19E4-CAA4AF701335}"/>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48101D32-CBE9-BDEC-6AFD-5B698B1E98AC}"/>
              </a:ext>
            </a:extLst>
          </p:cNvPr>
          <p:cNvSpPr/>
          <p:nvPr/>
        </p:nvSpPr>
        <p:spPr>
          <a:xfrm>
            <a:off x="856500" y="2799220"/>
            <a:ext cx="959025" cy="338554"/>
          </a:xfrm>
          <a:prstGeom prst="rect">
            <a:avLst/>
          </a:prstGeom>
          <a:noFill/>
        </p:spPr>
        <p:txBody>
          <a:bodyPr wrap="square" lIns="91440" tIns="45720" rIns="91440" bIns="45720">
            <a:spAutoFit/>
          </a:bodyPr>
          <a:lstStyle/>
          <a:p>
            <a:r>
              <a:rPr lang="es-ES" sz="1600" b="1" cap="none" spc="0" dirty="0">
                <a:ln w="0">
                  <a:noFill/>
                </a:ln>
                <a:latin typeface="Poppins" panose="00000500000000000000" pitchFamily="2" charset="0"/>
                <a:cs typeface="Poppins" panose="00000500000000000000" pitchFamily="2" charset="0"/>
              </a:rPr>
              <a:t>XIANCA</a:t>
            </a:r>
          </a:p>
        </p:txBody>
      </p:sp>
      <p:pic>
        <p:nvPicPr>
          <p:cNvPr id="31" name="Imagen 30" descr="Dibujo de un animal con la boca abierta&#10;&#10;Descripción generada automáticamente con confianza baja">
            <a:extLst>
              <a:ext uri="{FF2B5EF4-FFF2-40B4-BE49-F238E27FC236}">
                <a16:creationId xmlns:a16="http://schemas.microsoft.com/office/drawing/2014/main" id="{65C0962F-1258-FEC0-0F9A-9AC4BE6E5B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6" name="Rectángulo 5">
            <a:extLst>
              <a:ext uri="{FF2B5EF4-FFF2-40B4-BE49-F238E27FC236}">
                <a16:creationId xmlns:a16="http://schemas.microsoft.com/office/drawing/2014/main" id="{B0C5A40C-2CEC-3B70-6047-DEBEEA9061A5}"/>
              </a:ext>
            </a:extLst>
          </p:cNvPr>
          <p:cNvSpPr/>
          <p:nvPr/>
        </p:nvSpPr>
        <p:spPr>
          <a:xfrm>
            <a:off x="3291484" y="1525373"/>
            <a:ext cx="1324402" cy="307777"/>
          </a:xfrm>
          <a:prstGeom prst="rect">
            <a:avLst/>
          </a:prstGeom>
          <a:noFill/>
        </p:spPr>
        <p:txBody>
          <a:bodyPr wrap="non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Laboratorio 1</a:t>
            </a:r>
            <a:endParaRPr lang="es-ES" sz="1400" cap="none" spc="0" dirty="0">
              <a:ln w="0">
                <a:noFill/>
              </a:ln>
              <a:latin typeface="Poppins" panose="00000500000000000000" pitchFamily="2" charset="0"/>
              <a:cs typeface="Poppins" panose="00000500000000000000" pitchFamily="2" charset="0"/>
            </a:endParaRPr>
          </a:p>
        </p:txBody>
      </p:sp>
      <p:sp>
        <p:nvSpPr>
          <p:cNvPr id="8" name="Rectángulo 7">
            <a:extLst>
              <a:ext uri="{FF2B5EF4-FFF2-40B4-BE49-F238E27FC236}">
                <a16:creationId xmlns:a16="http://schemas.microsoft.com/office/drawing/2014/main" id="{F8698FA7-0256-A479-7860-1CC4EA123CA7}"/>
              </a:ext>
            </a:extLst>
          </p:cNvPr>
          <p:cNvSpPr/>
          <p:nvPr/>
        </p:nvSpPr>
        <p:spPr>
          <a:xfrm>
            <a:off x="3282131" y="1739676"/>
            <a:ext cx="3999813" cy="954107"/>
          </a:xfrm>
          <a:prstGeom prst="rect">
            <a:avLst/>
          </a:prstGeom>
          <a:noFill/>
        </p:spPr>
        <p:txBody>
          <a:bodyPr wrap="none" lIns="91440" tIns="45720" rIns="91440" bIns="45720">
            <a:spAutoFit/>
          </a:bodyPr>
          <a:lstStyle/>
          <a:p>
            <a:r>
              <a:rPr lang="es-ES" sz="1400" dirty="0">
                <a:ln w="0">
                  <a:noFill/>
                </a:ln>
                <a:latin typeface="Poppins" panose="00000500000000000000" pitchFamily="2" charset="0"/>
                <a:cs typeface="Poppins" panose="00000500000000000000" pitchFamily="2" charset="0"/>
              </a:rPr>
              <a:t>Asignatura: Programación Aplicada II - MB</a:t>
            </a:r>
          </a:p>
          <a:p>
            <a:r>
              <a:rPr lang="es-ES" sz="1400" dirty="0">
                <a:ln w="0">
                  <a:noFill/>
                </a:ln>
                <a:latin typeface="Poppins" panose="00000500000000000000" pitchFamily="2" charset="0"/>
                <a:cs typeface="Poppins" panose="00000500000000000000" pitchFamily="2" charset="0"/>
              </a:rPr>
              <a:t>Docente: Ivan Petrlick</a:t>
            </a:r>
          </a:p>
          <a:p>
            <a:r>
              <a:rPr lang="es-ES" sz="1400" dirty="0">
                <a:ln w="0">
                  <a:noFill/>
                </a:ln>
                <a:latin typeface="Poppins" panose="00000500000000000000" pitchFamily="2" charset="0"/>
                <a:cs typeface="Poppins" panose="00000500000000000000" pitchFamily="2" charset="0"/>
              </a:rPr>
              <a:t>Horario Inicio: 10:30</a:t>
            </a:r>
          </a:p>
          <a:p>
            <a:r>
              <a:rPr lang="es-ES" sz="1400" cap="none" spc="0" dirty="0">
                <a:ln w="0">
                  <a:noFill/>
                </a:ln>
                <a:latin typeface="Poppins" panose="00000500000000000000" pitchFamily="2" charset="0"/>
                <a:cs typeface="Poppins" panose="00000500000000000000" pitchFamily="2" charset="0"/>
              </a:rPr>
              <a:t>Horario Fin: 13:00</a:t>
            </a:r>
          </a:p>
        </p:txBody>
      </p:sp>
      <p:sp>
        <p:nvSpPr>
          <p:cNvPr id="13" name="Rectángulo 12">
            <a:extLst>
              <a:ext uri="{FF2B5EF4-FFF2-40B4-BE49-F238E27FC236}">
                <a16:creationId xmlns:a16="http://schemas.microsoft.com/office/drawing/2014/main" id="{54978B73-48C5-69FB-3767-35C2FD778B95}"/>
              </a:ext>
            </a:extLst>
          </p:cNvPr>
          <p:cNvSpPr/>
          <p:nvPr/>
        </p:nvSpPr>
        <p:spPr>
          <a:xfrm>
            <a:off x="3265768" y="2893867"/>
            <a:ext cx="8395750" cy="276852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7" name="Rectángulo 16">
            <a:extLst>
              <a:ext uri="{FF2B5EF4-FFF2-40B4-BE49-F238E27FC236}">
                <a16:creationId xmlns:a16="http://schemas.microsoft.com/office/drawing/2014/main" id="{6273C020-58E9-1F89-31BD-809B3C62FD69}"/>
              </a:ext>
            </a:extLst>
          </p:cNvPr>
          <p:cNvSpPr/>
          <p:nvPr/>
        </p:nvSpPr>
        <p:spPr>
          <a:xfrm>
            <a:off x="3290005" y="901872"/>
            <a:ext cx="4815770" cy="48950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b="1" dirty="0">
                <a:solidFill>
                  <a:schemeClr val="bg1"/>
                </a:solidFill>
              </a:rPr>
              <a:t>LISTA DE ESTUDIANTES DE LA CLASE</a:t>
            </a:r>
          </a:p>
        </p:txBody>
      </p:sp>
      <p:graphicFrame>
        <p:nvGraphicFramePr>
          <p:cNvPr id="30" name="Tabla 29">
            <a:extLst>
              <a:ext uri="{FF2B5EF4-FFF2-40B4-BE49-F238E27FC236}">
                <a16:creationId xmlns:a16="http://schemas.microsoft.com/office/drawing/2014/main" id="{D9C432B7-2415-A990-CF95-AA11C0B37E72}"/>
              </a:ext>
            </a:extLst>
          </p:cNvPr>
          <p:cNvGraphicFramePr>
            <a:graphicFrameLocks noGrp="1"/>
          </p:cNvGraphicFramePr>
          <p:nvPr>
            <p:extLst>
              <p:ext uri="{D42A27DB-BD31-4B8C-83A1-F6EECF244321}">
                <p14:modId xmlns:p14="http://schemas.microsoft.com/office/powerpoint/2010/main" val="2245208369"/>
              </p:ext>
            </p:extLst>
          </p:nvPr>
        </p:nvGraphicFramePr>
        <p:xfrm>
          <a:off x="3168519" y="2955390"/>
          <a:ext cx="8395752" cy="1854200"/>
        </p:xfrm>
        <a:graphic>
          <a:graphicData uri="http://schemas.openxmlformats.org/drawingml/2006/table">
            <a:tbl>
              <a:tblPr firstRow="1" bandRow="1">
                <a:tableStyleId>{5940675A-B579-460E-94D1-54222C63F5DA}</a:tableStyleId>
              </a:tblPr>
              <a:tblGrid>
                <a:gridCol w="2098938">
                  <a:extLst>
                    <a:ext uri="{9D8B030D-6E8A-4147-A177-3AD203B41FA5}">
                      <a16:colId xmlns:a16="http://schemas.microsoft.com/office/drawing/2014/main" val="2435352693"/>
                    </a:ext>
                  </a:extLst>
                </a:gridCol>
                <a:gridCol w="2098938">
                  <a:extLst>
                    <a:ext uri="{9D8B030D-6E8A-4147-A177-3AD203B41FA5}">
                      <a16:colId xmlns:a16="http://schemas.microsoft.com/office/drawing/2014/main" val="2301151054"/>
                    </a:ext>
                  </a:extLst>
                </a:gridCol>
                <a:gridCol w="2098938">
                  <a:extLst>
                    <a:ext uri="{9D8B030D-6E8A-4147-A177-3AD203B41FA5}">
                      <a16:colId xmlns:a16="http://schemas.microsoft.com/office/drawing/2014/main" val="747615850"/>
                    </a:ext>
                  </a:extLst>
                </a:gridCol>
                <a:gridCol w="2098938">
                  <a:extLst>
                    <a:ext uri="{9D8B030D-6E8A-4147-A177-3AD203B41FA5}">
                      <a16:colId xmlns:a16="http://schemas.microsoft.com/office/drawing/2014/main" val="1237982949"/>
                    </a:ext>
                  </a:extLst>
                </a:gridCol>
              </a:tblGrid>
              <a:tr h="370840">
                <a:tc>
                  <a:txBody>
                    <a:bodyPr/>
                    <a:lstStyle/>
                    <a:p>
                      <a:pPr algn="ctr"/>
                      <a:r>
                        <a:rPr lang="es-PE" dirty="0"/>
                        <a:t>CODIGO</a:t>
                      </a:r>
                    </a:p>
                  </a:txBody>
                  <a:tcPr/>
                </a:tc>
                <a:tc>
                  <a:txBody>
                    <a:bodyPr/>
                    <a:lstStyle/>
                    <a:p>
                      <a:pPr algn="ctr"/>
                      <a:r>
                        <a:rPr lang="es-PE" dirty="0"/>
                        <a:t>NOMBRES</a:t>
                      </a:r>
                    </a:p>
                  </a:txBody>
                  <a:tcPr/>
                </a:tc>
                <a:tc>
                  <a:txBody>
                    <a:bodyPr/>
                    <a:lstStyle/>
                    <a:p>
                      <a:pPr algn="ctr"/>
                      <a:r>
                        <a:rPr lang="es-PE" dirty="0"/>
                        <a:t>APELLIDOS</a:t>
                      </a:r>
                    </a:p>
                  </a:txBody>
                  <a:tcPr/>
                </a:tc>
                <a:tc>
                  <a:txBody>
                    <a:bodyPr/>
                    <a:lstStyle/>
                    <a:p>
                      <a:pPr algn="ctr"/>
                      <a:r>
                        <a:rPr lang="es-PE" dirty="0"/>
                        <a:t>ASISTENCIA</a:t>
                      </a:r>
                    </a:p>
                  </a:txBody>
                  <a:tcPr/>
                </a:tc>
                <a:extLst>
                  <a:ext uri="{0D108BD9-81ED-4DB2-BD59-A6C34878D82A}">
                    <a16:rowId xmlns:a16="http://schemas.microsoft.com/office/drawing/2014/main" val="1867694571"/>
                  </a:ext>
                </a:extLst>
              </a:tr>
              <a:tr h="370840">
                <a:tc>
                  <a:txBody>
                    <a:bodyPr/>
                    <a:lstStyle/>
                    <a:p>
                      <a:r>
                        <a:rPr lang="es-PE" dirty="0"/>
                        <a:t>20236985</a:t>
                      </a:r>
                    </a:p>
                  </a:txBody>
                  <a:tcPr/>
                </a:tc>
                <a:tc>
                  <a:txBody>
                    <a:bodyPr/>
                    <a:lstStyle/>
                    <a:p>
                      <a:r>
                        <a:rPr lang="es-PE" dirty="0"/>
                        <a:t>Aracely Sofia</a:t>
                      </a:r>
                    </a:p>
                  </a:txBody>
                  <a:tcPr/>
                </a:tc>
                <a:tc>
                  <a:txBody>
                    <a:bodyPr/>
                    <a:lstStyle/>
                    <a:p>
                      <a:r>
                        <a:rPr lang="es-PE" dirty="0"/>
                        <a:t>Espinoza Holguín</a:t>
                      </a:r>
                    </a:p>
                  </a:txBody>
                  <a:tcPr/>
                </a:tc>
                <a:tc>
                  <a:txBody>
                    <a:bodyPr/>
                    <a:lstStyle/>
                    <a:p>
                      <a:endParaRPr lang="es-PE"/>
                    </a:p>
                  </a:txBody>
                  <a:tcPr/>
                </a:tc>
                <a:extLst>
                  <a:ext uri="{0D108BD9-81ED-4DB2-BD59-A6C34878D82A}">
                    <a16:rowId xmlns:a16="http://schemas.microsoft.com/office/drawing/2014/main" val="2391633022"/>
                  </a:ext>
                </a:extLst>
              </a:tr>
              <a:tr h="370840">
                <a:tc>
                  <a:txBody>
                    <a:bodyPr/>
                    <a:lstStyle/>
                    <a:p>
                      <a:r>
                        <a:rPr lang="es-PE" dirty="0"/>
                        <a:t>20214587</a:t>
                      </a:r>
                    </a:p>
                  </a:txBody>
                  <a:tcPr/>
                </a:tc>
                <a:tc>
                  <a:txBody>
                    <a:bodyPr/>
                    <a:lstStyle/>
                    <a:p>
                      <a:r>
                        <a:rPr lang="es-PE" dirty="0"/>
                        <a:t>Nicole Angeline</a:t>
                      </a:r>
                    </a:p>
                  </a:txBody>
                  <a:tcPr/>
                </a:tc>
                <a:tc>
                  <a:txBody>
                    <a:bodyPr/>
                    <a:lstStyle/>
                    <a:p>
                      <a:r>
                        <a:rPr lang="es-PE" dirty="0"/>
                        <a:t>Berrocal Valle</a:t>
                      </a:r>
                    </a:p>
                  </a:txBody>
                  <a:tcPr/>
                </a:tc>
                <a:tc>
                  <a:txBody>
                    <a:bodyPr/>
                    <a:lstStyle/>
                    <a:p>
                      <a:endParaRPr lang="es-PE"/>
                    </a:p>
                  </a:txBody>
                  <a:tcPr/>
                </a:tc>
                <a:extLst>
                  <a:ext uri="{0D108BD9-81ED-4DB2-BD59-A6C34878D82A}">
                    <a16:rowId xmlns:a16="http://schemas.microsoft.com/office/drawing/2014/main" val="463710157"/>
                  </a:ext>
                </a:extLst>
              </a:tr>
              <a:tr h="370840">
                <a:tc>
                  <a:txBody>
                    <a:bodyPr/>
                    <a:lstStyle/>
                    <a:p>
                      <a:r>
                        <a:rPr lang="es-PE" dirty="0"/>
                        <a:t>20245698</a:t>
                      </a:r>
                    </a:p>
                  </a:txBody>
                  <a:tcPr/>
                </a:tc>
                <a:tc>
                  <a:txBody>
                    <a:bodyPr/>
                    <a:lstStyle/>
                    <a:p>
                      <a:r>
                        <a:rPr lang="es-PE" dirty="0"/>
                        <a:t>José Roberto</a:t>
                      </a:r>
                    </a:p>
                  </a:txBody>
                  <a:tcPr/>
                </a:tc>
                <a:tc>
                  <a:txBody>
                    <a:bodyPr/>
                    <a:lstStyle/>
                    <a:p>
                      <a:r>
                        <a:rPr lang="es-PE" dirty="0"/>
                        <a:t>Díaz Vega</a:t>
                      </a:r>
                    </a:p>
                  </a:txBody>
                  <a:tcPr/>
                </a:tc>
                <a:tc>
                  <a:txBody>
                    <a:bodyPr/>
                    <a:lstStyle/>
                    <a:p>
                      <a:endParaRPr lang="es-PE"/>
                    </a:p>
                  </a:txBody>
                  <a:tcPr/>
                </a:tc>
                <a:extLst>
                  <a:ext uri="{0D108BD9-81ED-4DB2-BD59-A6C34878D82A}">
                    <a16:rowId xmlns:a16="http://schemas.microsoft.com/office/drawing/2014/main" val="1769147033"/>
                  </a:ext>
                </a:extLst>
              </a:tr>
              <a:tr h="370840">
                <a:tc>
                  <a:txBody>
                    <a:bodyPr/>
                    <a:lstStyle/>
                    <a:p>
                      <a:r>
                        <a:rPr lang="es-PE" dirty="0"/>
                        <a:t>20253645</a:t>
                      </a:r>
                    </a:p>
                  </a:txBody>
                  <a:tcPr/>
                </a:tc>
                <a:tc>
                  <a:txBody>
                    <a:bodyPr/>
                    <a:lstStyle/>
                    <a:p>
                      <a:r>
                        <a:rPr lang="es-PE" dirty="0"/>
                        <a:t>Alessandro</a:t>
                      </a:r>
                    </a:p>
                  </a:txBody>
                  <a:tcPr/>
                </a:tc>
                <a:tc>
                  <a:txBody>
                    <a:bodyPr/>
                    <a:lstStyle/>
                    <a:p>
                      <a:r>
                        <a:rPr lang="es-PE" dirty="0"/>
                        <a:t>López Aroni</a:t>
                      </a:r>
                    </a:p>
                  </a:txBody>
                  <a:tcPr/>
                </a:tc>
                <a:tc>
                  <a:txBody>
                    <a:bodyPr/>
                    <a:lstStyle/>
                    <a:p>
                      <a:endParaRPr lang="es-PE" dirty="0"/>
                    </a:p>
                  </a:txBody>
                  <a:tcPr/>
                </a:tc>
                <a:extLst>
                  <a:ext uri="{0D108BD9-81ED-4DB2-BD59-A6C34878D82A}">
                    <a16:rowId xmlns:a16="http://schemas.microsoft.com/office/drawing/2014/main" val="2758256170"/>
                  </a:ext>
                </a:extLst>
              </a:tr>
            </a:tbl>
          </a:graphicData>
        </a:graphic>
      </p:graphicFrame>
      <p:sp>
        <p:nvSpPr>
          <p:cNvPr id="32" name="Rectángulo 31">
            <a:extLst>
              <a:ext uri="{FF2B5EF4-FFF2-40B4-BE49-F238E27FC236}">
                <a16:creationId xmlns:a16="http://schemas.microsoft.com/office/drawing/2014/main" id="{11157C33-4FB2-0041-D3B2-EF17194F636B}"/>
              </a:ext>
            </a:extLst>
          </p:cNvPr>
          <p:cNvSpPr/>
          <p:nvPr/>
        </p:nvSpPr>
        <p:spPr>
          <a:xfrm>
            <a:off x="10459498" y="3346135"/>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3" name="Rectángulo 32">
            <a:extLst>
              <a:ext uri="{FF2B5EF4-FFF2-40B4-BE49-F238E27FC236}">
                <a16:creationId xmlns:a16="http://schemas.microsoft.com/office/drawing/2014/main" id="{A5A2E7E6-AF90-46C6-5645-0B2E80F0AAF5}"/>
              </a:ext>
            </a:extLst>
          </p:cNvPr>
          <p:cNvSpPr/>
          <p:nvPr/>
        </p:nvSpPr>
        <p:spPr>
          <a:xfrm>
            <a:off x="10459497" y="3725550"/>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4" name="Rectángulo 33">
            <a:extLst>
              <a:ext uri="{FF2B5EF4-FFF2-40B4-BE49-F238E27FC236}">
                <a16:creationId xmlns:a16="http://schemas.microsoft.com/office/drawing/2014/main" id="{2D414935-1799-517C-C6CF-0F6879275A7A}"/>
              </a:ext>
            </a:extLst>
          </p:cNvPr>
          <p:cNvSpPr/>
          <p:nvPr/>
        </p:nvSpPr>
        <p:spPr>
          <a:xfrm>
            <a:off x="10459497" y="4093839"/>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5" name="Rectángulo 34">
            <a:extLst>
              <a:ext uri="{FF2B5EF4-FFF2-40B4-BE49-F238E27FC236}">
                <a16:creationId xmlns:a16="http://schemas.microsoft.com/office/drawing/2014/main" id="{28866A0E-2907-E6C2-A6BF-C0BA8F5B8E35}"/>
              </a:ext>
            </a:extLst>
          </p:cNvPr>
          <p:cNvSpPr/>
          <p:nvPr/>
        </p:nvSpPr>
        <p:spPr>
          <a:xfrm>
            <a:off x="10459497" y="4453874"/>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6" name="Rectángulo 35">
            <a:extLst>
              <a:ext uri="{FF2B5EF4-FFF2-40B4-BE49-F238E27FC236}">
                <a16:creationId xmlns:a16="http://schemas.microsoft.com/office/drawing/2014/main" id="{3566E5DE-5A26-2E04-3DB3-B4A6372907DA}"/>
              </a:ext>
            </a:extLst>
          </p:cNvPr>
          <p:cNvSpPr/>
          <p:nvPr/>
        </p:nvSpPr>
        <p:spPr>
          <a:xfrm>
            <a:off x="10097741" y="5959117"/>
            <a:ext cx="1544315"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sp>
        <p:nvSpPr>
          <p:cNvPr id="37" name="Rectángulo 36">
            <a:extLst>
              <a:ext uri="{FF2B5EF4-FFF2-40B4-BE49-F238E27FC236}">
                <a16:creationId xmlns:a16="http://schemas.microsoft.com/office/drawing/2014/main" id="{E319D08A-892B-8A0C-516B-1A3925466B75}"/>
              </a:ext>
            </a:extLst>
          </p:cNvPr>
          <p:cNvSpPr/>
          <p:nvPr/>
        </p:nvSpPr>
        <p:spPr>
          <a:xfrm>
            <a:off x="8361132" y="5965824"/>
            <a:ext cx="1544316"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GUARDAR</a:t>
            </a:r>
          </a:p>
        </p:txBody>
      </p:sp>
      <p:sp>
        <p:nvSpPr>
          <p:cNvPr id="38" name="Rectángulo 37">
            <a:extLst>
              <a:ext uri="{FF2B5EF4-FFF2-40B4-BE49-F238E27FC236}">
                <a16:creationId xmlns:a16="http://schemas.microsoft.com/office/drawing/2014/main" id="{F00C2F65-BDBF-5B97-9FCD-5DAC0A642CB2}"/>
              </a:ext>
            </a:extLst>
          </p:cNvPr>
          <p:cNvSpPr/>
          <p:nvPr/>
        </p:nvSpPr>
        <p:spPr>
          <a:xfrm>
            <a:off x="9337894" y="2156619"/>
            <a:ext cx="2304162" cy="440525"/>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CONFIGURACION</a:t>
            </a:r>
          </a:p>
        </p:txBody>
      </p:sp>
      <p:pic>
        <p:nvPicPr>
          <p:cNvPr id="20" name="Imagen 19" descr="Icono&#10;&#10;Descripción generada automáticamente">
            <a:extLst>
              <a:ext uri="{FF2B5EF4-FFF2-40B4-BE49-F238E27FC236}">
                <a16:creationId xmlns:a16="http://schemas.microsoft.com/office/drawing/2014/main" id="{B4977C57-2B36-4355-015B-739E55B474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466855" y="6194074"/>
            <a:ext cx="438100" cy="438100"/>
          </a:xfrm>
          <a:prstGeom prst="rect">
            <a:avLst/>
          </a:prstGeom>
        </p:spPr>
      </p:pic>
      <p:pic>
        <p:nvPicPr>
          <p:cNvPr id="39" name="Imagen 38">
            <a:extLst>
              <a:ext uri="{FF2B5EF4-FFF2-40B4-BE49-F238E27FC236}">
                <a16:creationId xmlns:a16="http://schemas.microsoft.com/office/drawing/2014/main" id="{0F5D81F0-D9F5-2DF2-7011-B2ED95FF5BBB}"/>
              </a:ext>
            </a:extLst>
          </p:cNvPr>
          <p:cNvPicPr>
            <a:picLocks noChangeAspect="1"/>
          </p:cNvPicPr>
          <p:nvPr/>
        </p:nvPicPr>
        <p:blipFill>
          <a:blip r:embed="rId6"/>
          <a:stretch>
            <a:fillRect/>
          </a:stretch>
        </p:blipFill>
        <p:spPr>
          <a:xfrm>
            <a:off x="1748238" y="6363635"/>
            <a:ext cx="438950" cy="438950"/>
          </a:xfrm>
          <a:prstGeom prst="rect">
            <a:avLst/>
          </a:prstGeom>
        </p:spPr>
      </p:pic>
      <p:pic>
        <p:nvPicPr>
          <p:cNvPr id="40" name="Imagen 39">
            <a:extLst>
              <a:ext uri="{FF2B5EF4-FFF2-40B4-BE49-F238E27FC236}">
                <a16:creationId xmlns:a16="http://schemas.microsoft.com/office/drawing/2014/main" id="{00097A4B-DF8E-B57E-1D09-FD3A464B500C}"/>
              </a:ext>
            </a:extLst>
          </p:cNvPr>
          <p:cNvPicPr>
            <a:picLocks noChangeAspect="1"/>
          </p:cNvPicPr>
          <p:nvPr/>
        </p:nvPicPr>
        <p:blipFill>
          <a:blip r:embed="rId6"/>
          <a:stretch>
            <a:fillRect/>
          </a:stretch>
        </p:blipFill>
        <p:spPr>
          <a:xfrm>
            <a:off x="11258603" y="6193649"/>
            <a:ext cx="438950" cy="438950"/>
          </a:xfrm>
          <a:prstGeom prst="rect">
            <a:avLst/>
          </a:prstGeom>
        </p:spPr>
      </p:pic>
      <p:pic>
        <p:nvPicPr>
          <p:cNvPr id="41" name="Imagen 40">
            <a:extLst>
              <a:ext uri="{FF2B5EF4-FFF2-40B4-BE49-F238E27FC236}">
                <a16:creationId xmlns:a16="http://schemas.microsoft.com/office/drawing/2014/main" id="{2A75F9FA-F043-3B34-480A-8E51E4E38505}"/>
              </a:ext>
            </a:extLst>
          </p:cNvPr>
          <p:cNvPicPr>
            <a:picLocks noChangeAspect="1"/>
          </p:cNvPicPr>
          <p:nvPr/>
        </p:nvPicPr>
        <p:blipFill>
          <a:blip r:embed="rId7"/>
          <a:stretch>
            <a:fillRect/>
          </a:stretch>
        </p:blipFill>
        <p:spPr>
          <a:xfrm>
            <a:off x="2275914" y="4129620"/>
            <a:ext cx="365792" cy="359695"/>
          </a:xfrm>
          <a:prstGeom prst="rect">
            <a:avLst/>
          </a:prstGeom>
        </p:spPr>
      </p:pic>
      <p:pic>
        <p:nvPicPr>
          <p:cNvPr id="42" name="Imagen 41">
            <a:extLst>
              <a:ext uri="{FF2B5EF4-FFF2-40B4-BE49-F238E27FC236}">
                <a16:creationId xmlns:a16="http://schemas.microsoft.com/office/drawing/2014/main" id="{5E0C8838-6201-2D2D-059F-8F2A3C509E74}"/>
              </a:ext>
            </a:extLst>
          </p:cNvPr>
          <p:cNvPicPr>
            <a:picLocks noChangeAspect="1"/>
          </p:cNvPicPr>
          <p:nvPr/>
        </p:nvPicPr>
        <p:blipFill>
          <a:blip r:embed="rId8"/>
          <a:stretch>
            <a:fillRect/>
          </a:stretch>
        </p:blipFill>
        <p:spPr>
          <a:xfrm>
            <a:off x="11285972" y="2466627"/>
            <a:ext cx="365792" cy="359695"/>
          </a:xfrm>
          <a:prstGeom prst="rect">
            <a:avLst/>
          </a:prstGeom>
        </p:spPr>
      </p:pic>
      <p:cxnSp>
        <p:nvCxnSpPr>
          <p:cNvPr id="44" name="Conector recto de flecha 43">
            <a:extLst>
              <a:ext uri="{FF2B5EF4-FFF2-40B4-BE49-F238E27FC236}">
                <a16:creationId xmlns:a16="http://schemas.microsoft.com/office/drawing/2014/main" id="{0BB46076-F43B-EA28-ADAA-61A09ED74D4C}"/>
              </a:ext>
            </a:extLst>
          </p:cNvPr>
          <p:cNvCxnSpPr/>
          <p:nvPr/>
        </p:nvCxnSpPr>
        <p:spPr>
          <a:xfrm flipH="1">
            <a:off x="6796091" y="6179379"/>
            <a:ext cx="156504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ectángulo 44">
            <a:extLst>
              <a:ext uri="{FF2B5EF4-FFF2-40B4-BE49-F238E27FC236}">
                <a16:creationId xmlns:a16="http://schemas.microsoft.com/office/drawing/2014/main" id="{224262D9-3698-B5A1-7257-13C5E49C756F}"/>
              </a:ext>
            </a:extLst>
          </p:cNvPr>
          <p:cNvSpPr/>
          <p:nvPr/>
        </p:nvSpPr>
        <p:spPr>
          <a:xfrm>
            <a:off x="4489657" y="6025490"/>
            <a:ext cx="2250937"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El método es modificar</a:t>
            </a:r>
          </a:p>
        </p:txBody>
      </p:sp>
      <p:pic>
        <p:nvPicPr>
          <p:cNvPr id="10" name="Imagen 9">
            <a:extLst>
              <a:ext uri="{FF2B5EF4-FFF2-40B4-BE49-F238E27FC236}">
                <a16:creationId xmlns:a16="http://schemas.microsoft.com/office/drawing/2014/main" id="{93D65B57-A6FA-B680-918B-C6D6433D7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7894" y="823787"/>
            <a:ext cx="1708946" cy="331835"/>
          </a:xfrm>
          <a:prstGeom prst="rect">
            <a:avLst/>
          </a:prstGeom>
        </p:spPr>
      </p:pic>
      <p:sp>
        <p:nvSpPr>
          <p:cNvPr id="12" name="Rectángulo 11">
            <a:extLst>
              <a:ext uri="{FF2B5EF4-FFF2-40B4-BE49-F238E27FC236}">
                <a16:creationId xmlns:a16="http://schemas.microsoft.com/office/drawing/2014/main" id="{D23491B5-7B3A-70C5-F7CE-60948024E5EB}"/>
              </a:ext>
            </a:extLst>
          </p:cNvPr>
          <p:cNvSpPr/>
          <p:nvPr/>
        </p:nvSpPr>
        <p:spPr>
          <a:xfrm>
            <a:off x="9320260" y="460691"/>
            <a:ext cx="731290" cy="307777"/>
          </a:xfrm>
          <a:prstGeom prst="rect">
            <a:avLst/>
          </a:prstGeom>
          <a:noFill/>
        </p:spPr>
        <p:txBody>
          <a:bodyPr wrap="non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Fecha</a:t>
            </a:r>
            <a:endParaRPr lang="es-ES" sz="1400" cap="none" spc="0" dirty="0">
              <a:ln w="0">
                <a:noFill/>
              </a:ln>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1496000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8C25F-F90E-9D65-9E10-E54AA2151AE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19F2476-79C2-324A-2787-4DF07D0DA7CB}"/>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7A3509E7-3EA4-A891-EE17-368CD1668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1559F494-C6B4-2554-9EFE-AD978BE5C53A}"/>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0D728B02-57C0-774F-69E2-A8A59DE5EADF}"/>
              </a:ext>
            </a:extLst>
          </p:cNvPr>
          <p:cNvSpPr/>
          <p:nvPr/>
        </p:nvSpPr>
        <p:spPr>
          <a:xfrm>
            <a:off x="3068159" y="305267"/>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6A34ECA4-827B-C02A-1B54-26E0F7C4EAD7}"/>
              </a:ext>
            </a:extLst>
          </p:cNvPr>
          <p:cNvSpPr/>
          <p:nvPr/>
        </p:nvSpPr>
        <p:spPr>
          <a:xfrm>
            <a:off x="3282131" y="-3128280"/>
            <a:ext cx="8737058" cy="125383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697BC760-1521-22C1-F8C7-677A67D642F8}"/>
              </a:ext>
            </a:extLst>
          </p:cNvPr>
          <p:cNvSpPr/>
          <p:nvPr/>
        </p:nvSpPr>
        <p:spPr>
          <a:xfrm>
            <a:off x="4060863" y="-2879643"/>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a:t>
            </a: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BE5926DA-59EA-1F13-9311-CB34DB0D2D90}"/>
              </a:ext>
            </a:extLst>
          </p:cNvPr>
          <p:cNvSpPr/>
          <p:nvPr/>
        </p:nvSpPr>
        <p:spPr>
          <a:xfrm>
            <a:off x="3536046" y="-3382737"/>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REGISTRO DE LA CLASE</a:t>
            </a:r>
          </a:p>
        </p:txBody>
      </p:sp>
      <p:sp>
        <p:nvSpPr>
          <p:cNvPr id="19" name="Rectángulo 18">
            <a:extLst>
              <a:ext uri="{FF2B5EF4-FFF2-40B4-BE49-F238E27FC236}">
                <a16:creationId xmlns:a16="http://schemas.microsoft.com/office/drawing/2014/main" id="{2F659BA0-552C-433D-9C7A-80B22C66EE22}"/>
              </a:ext>
            </a:extLst>
          </p:cNvPr>
          <p:cNvSpPr/>
          <p:nvPr/>
        </p:nvSpPr>
        <p:spPr>
          <a:xfrm>
            <a:off x="9171899" y="-2824149"/>
            <a:ext cx="1175322"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Asignatura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3D8F4A87-D420-A176-A001-DB62B97D2AFF}"/>
              </a:ext>
            </a:extLst>
          </p:cNvPr>
          <p:cNvSpPr/>
          <p:nvPr/>
        </p:nvSpPr>
        <p:spPr>
          <a:xfrm>
            <a:off x="6716409" y="-2827173"/>
            <a:ext cx="841897"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Horario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pic>
        <p:nvPicPr>
          <p:cNvPr id="25" name="Imagen 24">
            <a:extLst>
              <a:ext uri="{FF2B5EF4-FFF2-40B4-BE49-F238E27FC236}">
                <a16:creationId xmlns:a16="http://schemas.microsoft.com/office/drawing/2014/main" id="{CCB73CC4-5E5A-0013-579D-1EA9D647C0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85034" y="-2535316"/>
            <a:ext cx="1709138" cy="401571"/>
          </a:xfrm>
          <a:prstGeom prst="rect">
            <a:avLst/>
          </a:prstGeom>
        </p:spPr>
      </p:pic>
      <p:pic>
        <p:nvPicPr>
          <p:cNvPr id="26" name="Imagen 25">
            <a:extLst>
              <a:ext uri="{FF2B5EF4-FFF2-40B4-BE49-F238E27FC236}">
                <a16:creationId xmlns:a16="http://schemas.microsoft.com/office/drawing/2014/main" id="{0493F6E5-01DD-31C0-6497-1E75D91B7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6091" y="-2549732"/>
            <a:ext cx="1709138" cy="401571"/>
          </a:xfrm>
          <a:prstGeom prst="rect">
            <a:avLst/>
          </a:prstGeom>
        </p:spPr>
      </p:pic>
      <p:pic>
        <p:nvPicPr>
          <p:cNvPr id="27" name="Imagen 26">
            <a:extLst>
              <a:ext uri="{FF2B5EF4-FFF2-40B4-BE49-F238E27FC236}">
                <a16:creationId xmlns:a16="http://schemas.microsoft.com/office/drawing/2014/main" id="{C183003A-6F75-B1CA-BBE1-647A6B956E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03362" y="-2519900"/>
            <a:ext cx="1709138" cy="401571"/>
          </a:xfrm>
          <a:prstGeom prst="rect">
            <a:avLst/>
          </a:prstGeom>
        </p:spPr>
      </p:pic>
      <p:sp>
        <p:nvSpPr>
          <p:cNvPr id="2" name="Rectángulo 1">
            <a:extLst>
              <a:ext uri="{FF2B5EF4-FFF2-40B4-BE49-F238E27FC236}">
                <a16:creationId xmlns:a16="http://schemas.microsoft.com/office/drawing/2014/main" id="{6EAADAAA-3537-64F5-12F6-E99DE727B459}"/>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D11D924B-6C16-5500-3A28-E44A2FEEB9DF}"/>
              </a:ext>
            </a:extLst>
          </p:cNvPr>
          <p:cNvSpPr/>
          <p:nvPr/>
        </p:nvSpPr>
        <p:spPr>
          <a:xfrm>
            <a:off x="-229" y="3753307"/>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1" name="Rectángulo 10">
            <a:extLst>
              <a:ext uri="{FF2B5EF4-FFF2-40B4-BE49-F238E27FC236}">
                <a16:creationId xmlns:a16="http://schemas.microsoft.com/office/drawing/2014/main" id="{71DDBE91-A66F-049D-A620-E65B9BABAEA6}"/>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8" name="Rectángulo 17">
            <a:extLst>
              <a:ext uri="{FF2B5EF4-FFF2-40B4-BE49-F238E27FC236}">
                <a16:creationId xmlns:a16="http://schemas.microsoft.com/office/drawing/2014/main" id="{776DAFDF-8C96-6BCC-AE02-7844F751DA94}"/>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sp>
        <p:nvSpPr>
          <p:cNvPr id="21" name="Rectángulo 20">
            <a:extLst>
              <a:ext uri="{FF2B5EF4-FFF2-40B4-BE49-F238E27FC236}">
                <a16:creationId xmlns:a16="http://schemas.microsoft.com/office/drawing/2014/main" id="{2EC1ACFD-36F7-F2BD-33D3-9DAC9484393E}"/>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b="1" cap="none" spc="0" dirty="0">
                <a:ln w="0">
                  <a:noFill/>
                </a:ln>
                <a:solidFill>
                  <a:schemeClr val="bg1"/>
                </a:solidFill>
                <a:latin typeface="Poppins" panose="00000500000000000000" pitchFamily="2" charset="0"/>
                <a:cs typeface="Poppins" panose="00000500000000000000" pitchFamily="2" charset="0"/>
              </a:rPr>
              <a:t>CONTROL DE ASISTENCIA</a:t>
            </a:r>
          </a:p>
        </p:txBody>
      </p:sp>
      <p:sp>
        <p:nvSpPr>
          <p:cNvPr id="24" name="Rectángulo 23">
            <a:extLst>
              <a:ext uri="{FF2B5EF4-FFF2-40B4-BE49-F238E27FC236}">
                <a16:creationId xmlns:a16="http://schemas.microsoft.com/office/drawing/2014/main" id="{95EC1B7A-6E43-0DA2-A1E3-C4573AB43018}"/>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D02A147D-6F15-F029-7F09-178D07E6AD0A}"/>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C7F83961-A79F-E4A6-9D55-3B169E2ABEFE}"/>
              </a:ext>
            </a:extLst>
          </p:cNvPr>
          <p:cNvSpPr/>
          <p:nvPr/>
        </p:nvSpPr>
        <p:spPr>
          <a:xfrm>
            <a:off x="856500" y="2799220"/>
            <a:ext cx="959025" cy="338554"/>
          </a:xfrm>
          <a:prstGeom prst="rect">
            <a:avLst/>
          </a:prstGeom>
          <a:noFill/>
        </p:spPr>
        <p:txBody>
          <a:bodyPr wrap="square" lIns="91440" tIns="45720" rIns="91440" bIns="45720">
            <a:spAutoFit/>
          </a:bodyPr>
          <a:lstStyle/>
          <a:p>
            <a:r>
              <a:rPr lang="es-ES" sz="1600" b="1" cap="none" spc="0" dirty="0">
                <a:ln w="0">
                  <a:noFill/>
                </a:ln>
                <a:latin typeface="Poppins" panose="00000500000000000000" pitchFamily="2" charset="0"/>
                <a:cs typeface="Poppins" panose="00000500000000000000" pitchFamily="2" charset="0"/>
              </a:rPr>
              <a:t>XIANCA</a:t>
            </a:r>
          </a:p>
        </p:txBody>
      </p:sp>
      <p:pic>
        <p:nvPicPr>
          <p:cNvPr id="31" name="Imagen 30" descr="Dibujo de un animal con la boca abierta&#10;&#10;Descripción generada automáticamente con confianza baja">
            <a:extLst>
              <a:ext uri="{FF2B5EF4-FFF2-40B4-BE49-F238E27FC236}">
                <a16:creationId xmlns:a16="http://schemas.microsoft.com/office/drawing/2014/main" id="{A8E4D644-1FD2-F344-A473-8C505C5412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13" name="Rectángulo 12">
            <a:extLst>
              <a:ext uri="{FF2B5EF4-FFF2-40B4-BE49-F238E27FC236}">
                <a16:creationId xmlns:a16="http://schemas.microsoft.com/office/drawing/2014/main" id="{36059FEB-E6EE-9F77-C20F-9B7B6B85C001}"/>
              </a:ext>
            </a:extLst>
          </p:cNvPr>
          <p:cNvSpPr/>
          <p:nvPr/>
        </p:nvSpPr>
        <p:spPr>
          <a:xfrm>
            <a:off x="7439693" y="7269882"/>
            <a:ext cx="8395750" cy="276852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7" name="Rectángulo 16">
            <a:extLst>
              <a:ext uri="{FF2B5EF4-FFF2-40B4-BE49-F238E27FC236}">
                <a16:creationId xmlns:a16="http://schemas.microsoft.com/office/drawing/2014/main" id="{103237D5-5B66-019E-EAA5-E4AF684899B9}"/>
              </a:ext>
            </a:extLst>
          </p:cNvPr>
          <p:cNvSpPr/>
          <p:nvPr/>
        </p:nvSpPr>
        <p:spPr>
          <a:xfrm>
            <a:off x="3156672" y="978877"/>
            <a:ext cx="4882445" cy="416431"/>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b="1" dirty="0">
                <a:solidFill>
                  <a:schemeClr val="bg1"/>
                </a:solidFill>
              </a:rPr>
              <a:t>DATOS DEL REGISTRO DEL ESTUDIANTE</a:t>
            </a:r>
          </a:p>
        </p:txBody>
      </p:sp>
      <p:graphicFrame>
        <p:nvGraphicFramePr>
          <p:cNvPr id="30" name="Tabla 29">
            <a:extLst>
              <a:ext uri="{FF2B5EF4-FFF2-40B4-BE49-F238E27FC236}">
                <a16:creationId xmlns:a16="http://schemas.microsoft.com/office/drawing/2014/main" id="{51AAE2B8-C15B-37C7-BF89-2B759F019D40}"/>
              </a:ext>
            </a:extLst>
          </p:cNvPr>
          <p:cNvGraphicFramePr>
            <a:graphicFrameLocks noGrp="1"/>
          </p:cNvGraphicFramePr>
          <p:nvPr>
            <p:extLst>
              <p:ext uri="{D42A27DB-BD31-4B8C-83A1-F6EECF244321}">
                <p14:modId xmlns:p14="http://schemas.microsoft.com/office/powerpoint/2010/main" val="2688453052"/>
              </p:ext>
            </p:extLst>
          </p:nvPr>
        </p:nvGraphicFramePr>
        <p:xfrm>
          <a:off x="7439462" y="7273280"/>
          <a:ext cx="8395752" cy="1854200"/>
        </p:xfrm>
        <a:graphic>
          <a:graphicData uri="http://schemas.openxmlformats.org/drawingml/2006/table">
            <a:tbl>
              <a:tblPr firstRow="1" bandRow="1">
                <a:tableStyleId>{5940675A-B579-460E-94D1-54222C63F5DA}</a:tableStyleId>
              </a:tblPr>
              <a:tblGrid>
                <a:gridCol w="2098938">
                  <a:extLst>
                    <a:ext uri="{9D8B030D-6E8A-4147-A177-3AD203B41FA5}">
                      <a16:colId xmlns:a16="http://schemas.microsoft.com/office/drawing/2014/main" val="2435352693"/>
                    </a:ext>
                  </a:extLst>
                </a:gridCol>
                <a:gridCol w="2098938">
                  <a:extLst>
                    <a:ext uri="{9D8B030D-6E8A-4147-A177-3AD203B41FA5}">
                      <a16:colId xmlns:a16="http://schemas.microsoft.com/office/drawing/2014/main" val="2301151054"/>
                    </a:ext>
                  </a:extLst>
                </a:gridCol>
                <a:gridCol w="2098938">
                  <a:extLst>
                    <a:ext uri="{9D8B030D-6E8A-4147-A177-3AD203B41FA5}">
                      <a16:colId xmlns:a16="http://schemas.microsoft.com/office/drawing/2014/main" val="747615850"/>
                    </a:ext>
                  </a:extLst>
                </a:gridCol>
                <a:gridCol w="2098938">
                  <a:extLst>
                    <a:ext uri="{9D8B030D-6E8A-4147-A177-3AD203B41FA5}">
                      <a16:colId xmlns:a16="http://schemas.microsoft.com/office/drawing/2014/main" val="1237982949"/>
                    </a:ext>
                  </a:extLst>
                </a:gridCol>
              </a:tblGrid>
              <a:tr h="370840">
                <a:tc>
                  <a:txBody>
                    <a:bodyPr/>
                    <a:lstStyle/>
                    <a:p>
                      <a:pPr algn="ctr"/>
                      <a:r>
                        <a:rPr lang="es-PE" dirty="0"/>
                        <a:t>CODIGO</a:t>
                      </a:r>
                    </a:p>
                  </a:txBody>
                  <a:tcPr/>
                </a:tc>
                <a:tc>
                  <a:txBody>
                    <a:bodyPr/>
                    <a:lstStyle/>
                    <a:p>
                      <a:pPr algn="ctr"/>
                      <a:r>
                        <a:rPr lang="es-PE" dirty="0"/>
                        <a:t>NOMBRES</a:t>
                      </a:r>
                    </a:p>
                  </a:txBody>
                  <a:tcPr/>
                </a:tc>
                <a:tc>
                  <a:txBody>
                    <a:bodyPr/>
                    <a:lstStyle/>
                    <a:p>
                      <a:pPr algn="ctr"/>
                      <a:r>
                        <a:rPr lang="es-PE" dirty="0"/>
                        <a:t>APELLIDOS</a:t>
                      </a:r>
                    </a:p>
                  </a:txBody>
                  <a:tcPr/>
                </a:tc>
                <a:tc>
                  <a:txBody>
                    <a:bodyPr/>
                    <a:lstStyle/>
                    <a:p>
                      <a:pPr algn="ctr"/>
                      <a:r>
                        <a:rPr lang="es-PE" dirty="0"/>
                        <a:t>ASISTENCIA</a:t>
                      </a:r>
                    </a:p>
                  </a:txBody>
                  <a:tcPr/>
                </a:tc>
                <a:extLst>
                  <a:ext uri="{0D108BD9-81ED-4DB2-BD59-A6C34878D82A}">
                    <a16:rowId xmlns:a16="http://schemas.microsoft.com/office/drawing/2014/main" val="1867694571"/>
                  </a:ext>
                </a:extLst>
              </a:tr>
              <a:tr h="370840">
                <a:tc>
                  <a:txBody>
                    <a:bodyPr/>
                    <a:lstStyle/>
                    <a:p>
                      <a:r>
                        <a:rPr lang="es-PE" dirty="0"/>
                        <a:t>20236985</a:t>
                      </a:r>
                    </a:p>
                  </a:txBody>
                  <a:tcPr/>
                </a:tc>
                <a:tc>
                  <a:txBody>
                    <a:bodyPr/>
                    <a:lstStyle/>
                    <a:p>
                      <a:r>
                        <a:rPr lang="es-PE" dirty="0"/>
                        <a:t>Aracely Sofia</a:t>
                      </a:r>
                    </a:p>
                  </a:txBody>
                  <a:tcPr/>
                </a:tc>
                <a:tc>
                  <a:txBody>
                    <a:bodyPr/>
                    <a:lstStyle/>
                    <a:p>
                      <a:r>
                        <a:rPr lang="es-PE" dirty="0"/>
                        <a:t>Espinoza Holguín</a:t>
                      </a:r>
                    </a:p>
                  </a:txBody>
                  <a:tcPr/>
                </a:tc>
                <a:tc>
                  <a:txBody>
                    <a:bodyPr/>
                    <a:lstStyle/>
                    <a:p>
                      <a:endParaRPr lang="es-PE"/>
                    </a:p>
                  </a:txBody>
                  <a:tcPr/>
                </a:tc>
                <a:extLst>
                  <a:ext uri="{0D108BD9-81ED-4DB2-BD59-A6C34878D82A}">
                    <a16:rowId xmlns:a16="http://schemas.microsoft.com/office/drawing/2014/main" val="2391633022"/>
                  </a:ext>
                </a:extLst>
              </a:tr>
              <a:tr h="370840">
                <a:tc>
                  <a:txBody>
                    <a:bodyPr/>
                    <a:lstStyle/>
                    <a:p>
                      <a:r>
                        <a:rPr lang="es-PE" dirty="0"/>
                        <a:t>20214587</a:t>
                      </a:r>
                    </a:p>
                  </a:txBody>
                  <a:tcPr/>
                </a:tc>
                <a:tc>
                  <a:txBody>
                    <a:bodyPr/>
                    <a:lstStyle/>
                    <a:p>
                      <a:r>
                        <a:rPr lang="es-PE" dirty="0"/>
                        <a:t>Nicole Angeline</a:t>
                      </a:r>
                    </a:p>
                  </a:txBody>
                  <a:tcPr/>
                </a:tc>
                <a:tc>
                  <a:txBody>
                    <a:bodyPr/>
                    <a:lstStyle/>
                    <a:p>
                      <a:r>
                        <a:rPr lang="es-PE" dirty="0"/>
                        <a:t>Berrocal Valle</a:t>
                      </a:r>
                    </a:p>
                  </a:txBody>
                  <a:tcPr/>
                </a:tc>
                <a:tc>
                  <a:txBody>
                    <a:bodyPr/>
                    <a:lstStyle/>
                    <a:p>
                      <a:endParaRPr lang="es-PE"/>
                    </a:p>
                  </a:txBody>
                  <a:tcPr/>
                </a:tc>
                <a:extLst>
                  <a:ext uri="{0D108BD9-81ED-4DB2-BD59-A6C34878D82A}">
                    <a16:rowId xmlns:a16="http://schemas.microsoft.com/office/drawing/2014/main" val="463710157"/>
                  </a:ext>
                </a:extLst>
              </a:tr>
              <a:tr h="370840">
                <a:tc>
                  <a:txBody>
                    <a:bodyPr/>
                    <a:lstStyle/>
                    <a:p>
                      <a:r>
                        <a:rPr lang="es-PE" dirty="0"/>
                        <a:t>20245698</a:t>
                      </a:r>
                    </a:p>
                  </a:txBody>
                  <a:tcPr/>
                </a:tc>
                <a:tc>
                  <a:txBody>
                    <a:bodyPr/>
                    <a:lstStyle/>
                    <a:p>
                      <a:r>
                        <a:rPr lang="es-PE" dirty="0"/>
                        <a:t>José Roberto</a:t>
                      </a:r>
                    </a:p>
                  </a:txBody>
                  <a:tcPr/>
                </a:tc>
                <a:tc>
                  <a:txBody>
                    <a:bodyPr/>
                    <a:lstStyle/>
                    <a:p>
                      <a:r>
                        <a:rPr lang="es-PE" dirty="0"/>
                        <a:t>Díaz Vega</a:t>
                      </a:r>
                    </a:p>
                  </a:txBody>
                  <a:tcPr/>
                </a:tc>
                <a:tc>
                  <a:txBody>
                    <a:bodyPr/>
                    <a:lstStyle/>
                    <a:p>
                      <a:endParaRPr lang="es-PE"/>
                    </a:p>
                  </a:txBody>
                  <a:tcPr/>
                </a:tc>
                <a:extLst>
                  <a:ext uri="{0D108BD9-81ED-4DB2-BD59-A6C34878D82A}">
                    <a16:rowId xmlns:a16="http://schemas.microsoft.com/office/drawing/2014/main" val="1769147033"/>
                  </a:ext>
                </a:extLst>
              </a:tr>
              <a:tr h="370840">
                <a:tc>
                  <a:txBody>
                    <a:bodyPr/>
                    <a:lstStyle/>
                    <a:p>
                      <a:r>
                        <a:rPr lang="es-PE" dirty="0"/>
                        <a:t>20253645</a:t>
                      </a:r>
                    </a:p>
                  </a:txBody>
                  <a:tcPr/>
                </a:tc>
                <a:tc>
                  <a:txBody>
                    <a:bodyPr/>
                    <a:lstStyle/>
                    <a:p>
                      <a:r>
                        <a:rPr lang="es-PE" dirty="0"/>
                        <a:t>Alessandro</a:t>
                      </a:r>
                    </a:p>
                  </a:txBody>
                  <a:tcPr/>
                </a:tc>
                <a:tc>
                  <a:txBody>
                    <a:bodyPr/>
                    <a:lstStyle/>
                    <a:p>
                      <a:r>
                        <a:rPr lang="es-PE" dirty="0"/>
                        <a:t>López Aroni</a:t>
                      </a:r>
                    </a:p>
                  </a:txBody>
                  <a:tcPr/>
                </a:tc>
                <a:tc>
                  <a:txBody>
                    <a:bodyPr/>
                    <a:lstStyle/>
                    <a:p>
                      <a:endParaRPr lang="es-PE" dirty="0"/>
                    </a:p>
                  </a:txBody>
                  <a:tcPr/>
                </a:tc>
                <a:extLst>
                  <a:ext uri="{0D108BD9-81ED-4DB2-BD59-A6C34878D82A}">
                    <a16:rowId xmlns:a16="http://schemas.microsoft.com/office/drawing/2014/main" val="2758256170"/>
                  </a:ext>
                </a:extLst>
              </a:tr>
            </a:tbl>
          </a:graphicData>
        </a:graphic>
      </p:graphicFrame>
      <p:sp>
        <p:nvSpPr>
          <p:cNvPr id="32" name="Rectángulo 31">
            <a:extLst>
              <a:ext uri="{FF2B5EF4-FFF2-40B4-BE49-F238E27FC236}">
                <a16:creationId xmlns:a16="http://schemas.microsoft.com/office/drawing/2014/main" id="{2E5A40FF-2F81-9FF8-1B3E-1253C886EFB1}"/>
              </a:ext>
            </a:extLst>
          </p:cNvPr>
          <p:cNvSpPr/>
          <p:nvPr/>
        </p:nvSpPr>
        <p:spPr>
          <a:xfrm>
            <a:off x="14633423" y="7722150"/>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3" name="Rectángulo 32">
            <a:extLst>
              <a:ext uri="{FF2B5EF4-FFF2-40B4-BE49-F238E27FC236}">
                <a16:creationId xmlns:a16="http://schemas.microsoft.com/office/drawing/2014/main" id="{749D9563-8458-32E0-9C3A-839D8DE6BEC4}"/>
              </a:ext>
            </a:extLst>
          </p:cNvPr>
          <p:cNvSpPr/>
          <p:nvPr/>
        </p:nvSpPr>
        <p:spPr>
          <a:xfrm>
            <a:off x="14633422" y="8101565"/>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4" name="Rectángulo 33">
            <a:extLst>
              <a:ext uri="{FF2B5EF4-FFF2-40B4-BE49-F238E27FC236}">
                <a16:creationId xmlns:a16="http://schemas.microsoft.com/office/drawing/2014/main" id="{1CCD9EC1-5EF3-E66C-4DC0-305CFEADD167}"/>
              </a:ext>
            </a:extLst>
          </p:cNvPr>
          <p:cNvSpPr/>
          <p:nvPr/>
        </p:nvSpPr>
        <p:spPr>
          <a:xfrm>
            <a:off x="14633422" y="8469854"/>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5" name="Rectángulo 34">
            <a:extLst>
              <a:ext uri="{FF2B5EF4-FFF2-40B4-BE49-F238E27FC236}">
                <a16:creationId xmlns:a16="http://schemas.microsoft.com/office/drawing/2014/main" id="{7020C7E3-C247-5443-DE7D-60CA5045B344}"/>
              </a:ext>
            </a:extLst>
          </p:cNvPr>
          <p:cNvSpPr/>
          <p:nvPr/>
        </p:nvSpPr>
        <p:spPr>
          <a:xfrm>
            <a:off x="14633422" y="8829889"/>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6" name="Rectángulo 35">
            <a:extLst>
              <a:ext uri="{FF2B5EF4-FFF2-40B4-BE49-F238E27FC236}">
                <a16:creationId xmlns:a16="http://schemas.microsoft.com/office/drawing/2014/main" id="{863BD2EC-422F-E8C9-2FF2-58E346616108}"/>
              </a:ext>
            </a:extLst>
          </p:cNvPr>
          <p:cNvSpPr/>
          <p:nvPr/>
        </p:nvSpPr>
        <p:spPr>
          <a:xfrm>
            <a:off x="14271666" y="10335132"/>
            <a:ext cx="1544315"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sp>
        <p:nvSpPr>
          <p:cNvPr id="37" name="Rectángulo 36">
            <a:extLst>
              <a:ext uri="{FF2B5EF4-FFF2-40B4-BE49-F238E27FC236}">
                <a16:creationId xmlns:a16="http://schemas.microsoft.com/office/drawing/2014/main" id="{924C2209-A0E9-76AB-4BBD-2F23CDC5826B}"/>
              </a:ext>
            </a:extLst>
          </p:cNvPr>
          <p:cNvSpPr/>
          <p:nvPr/>
        </p:nvSpPr>
        <p:spPr>
          <a:xfrm>
            <a:off x="12535057" y="10341839"/>
            <a:ext cx="1544316"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GUARDAR</a:t>
            </a:r>
          </a:p>
        </p:txBody>
      </p:sp>
      <p:pic>
        <p:nvPicPr>
          <p:cNvPr id="20" name="Imagen 19" descr="Icono&#10;&#10;Descripción generada automáticamente">
            <a:extLst>
              <a:ext uri="{FF2B5EF4-FFF2-40B4-BE49-F238E27FC236}">
                <a16:creationId xmlns:a16="http://schemas.microsoft.com/office/drawing/2014/main" id="{1A8C52C3-D4E1-3876-F24F-D3C85A1668A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40780" y="10570089"/>
            <a:ext cx="438100" cy="438100"/>
          </a:xfrm>
          <a:prstGeom prst="rect">
            <a:avLst/>
          </a:prstGeom>
        </p:spPr>
      </p:pic>
      <p:pic>
        <p:nvPicPr>
          <p:cNvPr id="39" name="Imagen 38">
            <a:extLst>
              <a:ext uri="{FF2B5EF4-FFF2-40B4-BE49-F238E27FC236}">
                <a16:creationId xmlns:a16="http://schemas.microsoft.com/office/drawing/2014/main" id="{4975F988-FE00-B06F-E045-D76C26CB9BC1}"/>
              </a:ext>
            </a:extLst>
          </p:cNvPr>
          <p:cNvPicPr>
            <a:picLocks noChangeAspect="1"/>
          </p:cNvPicPr>
          <p:nvPr/>
        </p:nvPicPr>
        <p:blipFill>
          <a:blip r:embed="rId6"/>
          <a:stretch>
            <a:fillRect/>
          </a:stretch>
        </p:blipFill>
        <p:spPr>
          <a:xfrm>
            <a:off x="1748238" y="6363635"/>
            <a:ext cx="438950" cy="438950"/>
          </a:xfrm>
          <a:prstGeom prst="rect">
            <a:avLst/>
          </a:prstGeom>
        </p:spPr>
      </p:pic>
      <p:pic>
        <p:nvPicPr>
          <p:cNvPr id="40" name="Imagen 39">
            <a:extLst>
              <a:ext uri="{FF2B5EF4-FFF2-40B4-BE49-F238E27FC236}">
                <a16:creationId xmlns:a16="http://schemas.microsoft.com/office/drawing/2014/main" id="{DA22BE2F-0C76-3A77-E9A1-8D59A860D8C6}"/>
              </a:ext>
            </a:extLst>
          </p:cNvPr>
          <p:cNvPicPr>
            <a:picLocks noChangeAspect="1"/>
          </p:cNvPicPr>
          <p:nvPr/>
        </p:nvPicPr>
        <p:blipFill>
          <a:blip r:embed="rId6"/>
          <a:stretch>
            <a:fillRect/>
          </a:stretch>
        </p:blipFill>
        <p:spPr>
          <a:xfrm>
            <a:off x="15432528" y="10569664"/>
            <a:ext cx="438950" cy="438950"/>
          </a:xfrm>
          <a:prstGeom prst="rect">
            <a:avLst/>
          </a:prstGeom>
        </p:spPr>
      </p:pic>
      <p:pic>
        <p:nvPicPr>
          <p:cNvPr id="41" name="Imagen 40">
            <a:extLst>
              <a:ext uri="{FF2B5EF4-FFF2-40B4-BE49-F238E27FC236}">
                <a16:creationId xmlns:a16="http://schemas.microsoft.com/office/drawing/2014/main" id="{E5252050-CCC3-8F08-E1D8-36F0B23B89E9}"/>
              </a:ext>
            </a:extLst>
          </p:cNvPr>
          <p:cNvPicPr>
            <a:picLocks noChangeAspect="1"/>
          </p:cNvPicPr>
          <p:nvPr/>
        </p:nvPicPr>
        <p:blipFill>
          <a:blip r:embed="rId7"/>
          <a:stretch>
            <a:fillRect/>
          </a:stretch>
        </p:blipFill>
        <p:spPr>
          <a:xfrm>
            <a:off x="2275914" y="4129620"/>
            <a:ext cx="365792" cy="359695"/>
          </a:xfrm>
          <a:prstGeom prst="rect">
            <a:avLst/>
          </a:prstGeom>
        </p:spPr>
      </p:pic>
      <p:cxnSp>
        <p:nvCxnSpPr>
          <p:cNvPr id="44" name="Conector recto de flecha 43">
            <a:extLst>
              <a:ext uri="{FF2B5EF4-FFF2-40B4-BE49-F238E27FC236}">
                <a16:creationId xmlns:a16="http://schemas.microsoft.com/office/drawing/2014/main" id="{73E28570-91DA-DF46-FDC0-568B8421ABBD}"/>
              </a:ext>
            </a:extLst>
          </p:cNvPr>
          <p:cNvCxnSpPr/>
          <p:nvPr/>
        </p:nvCxnSpPr>
        <p:spPr>
          <a:xfrm flipH="1">
            <a:off x="10970016" y="10555394"/>
            <a:ext cx="156504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ectángulo 44">
            <a:extLst>
              <a:ext uri="{FF2B5EF4-FFF2-40B4-BE49-F238E27FC236}">
                <a16:creationId xmlns:a16="http://schemas.microsoft.com/office/drawing/2014/main" id="{080AD3D2-E689-289D-FC0C-5CF907433031}"/>
              </a:ext>
            </a:extLst>
          </p:cNvPr>
          <p:cNvSpPr/>
          <p:nvPr/>
        </p:nvSpPr>
        <p:spPr>
          <a:xfrm>
            <a:off x="8663582" y="10401505"/>
            <a:ext cx="2250937" cy="307777"/>
          </a:xfrm>
          <a:prstGeom prst="rect">
            <a:avLst/>
          </a:prstGeom>
          <a:noFill/>
        </p:spPr>
        <p:txBody>
          <a:bodyPr wrap="none" lIns="91440" tIns="45720" rIns="91440" bIns="45720">
            <a:spAutoFit/>
          </a:bodyPr>
          <a:lstStyle/>
          <a:p>
            <a:pPr algn="ctr"/>
            <a:r>
              <a:rPr lang="es-ES" sz="1400" cap="none" spc="0" dirty="0">
                <a:ln w="0">
                  <a:noFill/>
                </a:ln>
                <a:latin typeface="Poppins" panose="00000500000000000000" pitchFamily="2" charset="0"/>
                <a:cs typeface="Poppins" panose="00000500000000000000" pitchFamily="2" charset="0"/>
              </a:rPr>
              <a:t>El método es modificar</a:t>
            </a:r>
          </a:p>
        </p:txBody>
      </p:sp>
      <p:sp>
        <p:nvSpPr>
          <p:cNvPr id="10" name="Rectángulo 9">
            <a:extLst>
              <a:ext uri="{FF2B5EF4-FFF2-40B4-BE49-F238E27FC236}">
                <a16:creationId xmlns:a16="http://schemas.microsoft.com/office/drawing/2014/main" id="{C8EA4708-FBED-8E91-6A59-9FD52B12CDE1}"/>
              </a:ext>
            </a:extLst>
          </p:cNvPr>
          <p:cNvSpPr/>
          <p:nvPr/>
        </p:nvSpPr>
        <p:spPr>
          <a:xfrm>
            <a:off x="3156672" y="1565200"/>
            <a:ext cx="8737058" cy="123402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2" name="Rectángulo 11">
            <a:extLst>
              <a:ext uri="{FF2B5EF4-FFF2-40B4-BE49-F238E27FC236}">
                <a16:creationId xmlns:a16="http://schemas.microsoft.com/office/drawing/2014/main" id="{23811310-326A-E581-D029-DD55D31C3B84}"/>
              </a:ext>
            </a:extLst>
          </p:cNvPr>
          <p:cNvSpPr/>
          <p:nvPr/>
        </p:nvSpPr>
        <p:spPr>
          <a:xfrm>
            <a:off x="3303781" y="1886890"/>
            <a:ext cx="2371628"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Nombres del Estudiante </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2" name="Rectángulo 21">
            <a:extLst>
              <a:ext uri="{FF2B5EF4-FFF2-40B4-BE49-F238E27FC236}">
                <a16:creationId xmlns:a16="http://schemas.microsoft.com/office/drawing/2014/main" id="{2A63711B-70E5-7B14-69D8-5E51388A534D}"/>
              </a:ext>
            </a:extLst>
          </p:cNvPr>
          <p:cNvSpPr/>
          <p:nvPr/>
        </p:nvSpPr>
        <p:spPr>
          <a:xfrm>
            <a:off x="3406921" y="2203367"/>
            <a:ext cx="2602968"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3" name="Rectángulo 42">
            <a:extLst>
              <a:ext uri="{FF2B5EF4-FFF2-40B4-BE49-F238E27FC236}">
                <a16:creationId xmlns:a16="http://schemas.microsoft.com/office/drawing/2014/main" id="{EAE2FBF4-7CF4-6A62-187F-410E3CF8EA15}"/>
              </a:ext>
            </a:extLst>
          </p:cNvPr>
          <p:cNvSpPr/>
          <p:nvPr/>
        </p:nvSpPr>
        <p:spPr>
          <a:xfrm>
            <a:off x="6299070" y="1868493"/>
            <a:ext cx="2652739"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Apellidos del Estudiante</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51" name="Rectángulo 50">
            <a:extLst>
              <a:ext uri="{FF2B5EF4-FFF2-40B4-BE49-F238E27FC236}">
                <a16:creationId xmlns:a16="http://schemas.microsoft.com/office/drawing/2014/main" id="{7038C8AB-C624-E8A9-76E8-9F42547CA140}"/>
              </a:ext>
            </a:extLst>
          </p:cNvPr>
          <p:cNvSpPr/>
          <p:nvPr/>
        </p:nvSpPr>
        <p:spPr>
          <a:xfrm>
            <a:off x="3376811" y="2182452"/>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52" name="Rectángulo 51">
            <a:extLst>
              <a:ext uri="{FF2B5EF4-FFF2-40B4-BE49-F238E27FC236}">
                <a16:creationId xmlns:a16="http://schemas.microsoft.com/office/drawing/2014/main" id="{F281D1B7-4EA3-1DF6-4CA9-1049957998F1}"/>
              </a:ext>
            </a:extLst>
          </p:cNvPr>
          <p:cNvSpPr/>
          <p:nvPr/>
        </p:nvSpPr>
        <p:spPr>
          <a:xfrm>
            <a:off x="6352207" y="2182452"/>
            <a:ext cx="2546466"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3" name="Rectángulo 52">
            <a:extLst>
              <a:ext uri="{FF2B5EF4-FFF2-40B4-BE49-F238E27FC236}">
                <a16:creationId xmlns:a16="http://schemas.microsoft.com/office/drawing/2014/main" id="{710F9174-5F12-C3E5-85D2-14ADBDCEBB21}"/>
              </a:ext>
            </a:extLst>
          </p:cNvPr>
          <p:cNvSpPr/>
          <p:nvPr/>
        </p:nvSpPr>
        <p:spPr>
          <a:xfrm>
            <a:off x="9135189" y="1862311"/>
            <a:ext cx="2190036" cy="307777"/>
          </a:xfrm>
          <a:prstGeom prst="rect">
            <a:avLst/>
          </a:prstGeom>
          <a:noFill/>
        </p:spPr>
        <p:txBody>
          <a:bodyPr wrap="squar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Código del estudiante</a:t>
            </a:r>
          </a:p>
        </p:txBody>
      </p:sp>
      <p:sp>
        <p:nvSpPr>
          <p:cNvPr id="54" name="Rectángulo 53">
            <a:extLst>
              <a:ext uri="{FF2B5EF4-FFF2-40B4-BE49-F238E27FC236}">
                <a16:creationId xmlns:a16="http://schemas.microsoft.com/office/drawing/2014/main" id="{8D2F30FC-8045-8D08-58B0-33B8FE60FC12}"/>
              </a:ext>
            </a:extLst>
          </p:cNvPr>
          <p:cNvSpPr/>
          <p:nvPr/>
        </p:nvSpPr>
        <p:spPr>
          <a:xfrm>
            <a:off x="9203362" y="2176270"/>
            <a:ext cx="2371628"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59" name="Imagen 58" descr="Icono&#10;&#10;Descripción generada automáticamente">
            <a:extLst>
              <a:ext uri="{FF2B5EF4-FFF2-40B4-BE49-F238E27FC236}">
                <a16:creationId xmlns:a16="http://schemas.microsoft.com/office/drawing/2014/main" id="{581C02CD-B53A-4BAA-198D-51001501CA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0574" y="2189657"/>
            <a:ext cx="438100" cy="438100"/>
          </a:xfrm>
          <a:prstGeom prst="rect">
            <a:avLst/>
          </a:prstGeom>
        </p:spPr>
      </p:pic>
      <p:sp>
        <p:nvSpPr>
          <p:cNvPr id="63" name="Rectángulo 62">
            <a:extLst>
              <a:ext uri="{FF2B5EF4-FFF2-40B4-BE49-F238E27FC236}">
                <a16:creationId xmlns:a16="http://schemas.microsoft.com/office/drawing/2014/main" id="{66D7F181-EB74-1180-B468-10B106961496}"/>
              </a:ext>
            </a:extLst>
          </p:cNvPr>
          <p:cNvSpPr/>
          <p:nvPr/>
        </p:nvSpPr>
        <p:spPr>
          <a:xfrm>
            <a:off x="6431855" y="3019796"/>
            <a:ext cx="1272956"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64" name="Rectángulo 63">
            <a:extLst>
              <a:ext uri="{FF2B5EF4-FFF2-40B4-BE49-F238E27FC236}">
                <a16:creationId xmlns:a16="http://schemas.microsoft.com/office/drawing/2014/main" id="{46673768-02C2-1F86-F95E-0EC1EDE4101D}"/>
              </a:ext>
            </a:extLst>
          </p:cNvPr>
          <p:cNvSpPr/>
          <p:nvPr/>
        </p:nvSpPr>
        <p:spPr>
          <a:xfrm>
            <a:off x="4696431" y="3019962"/>
            <a:ext cx="1449064" cy="382612"/>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MODIFICAR</a:t>
            </a:r>
          </a:p>
        </p:txBody>
      </p:sp>
      <p:sp>
        <p:nvSpPr>
          <p:cNvPr id="65" name="Rectángulo 64">
            <a:extLst>
              <a:ext uri="{FF2B5EF4-FFF2-40B4-BE49-F238E27FC236}">
                <a16:creationId xmlns:a16="http://schemas.microsoft.com/office/drawing/2014/main" id="{A577E777-A279-DECD-6EB2-6BD728C5AC7A}"/>
              </a:ext>
            </a:extLst>
          </p:cNvPr>
          <p:cNvSpPr/>
          <p:nvPr/>
        </p:nvSpPr>
        <p:spPr>
          <a:xfrm>
            <a:off x="3141597" y="3019961"/>
            <a:ext cx="1272956"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pic>
        <p:nvPicPr>
          <p:cNvPr id="66" name="Imagen 65" descr="Icono&#10;&#10;Descripción generada automáticamente">
            <a:extLst>
              <a:ext uri="{FF2B5EF4-FFF2-40B4-BE49-F238E27FC236}">
                <a16:creationId xmlns:a16="http://schemas.microsoft.com/office/drawing/2014/main" id="{F64A36DD-441A-DE25-281A-F3ADBB1D1B6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79537" y="3167308"/>
            <a:ext cx="438100" cy="438100"/>
          </a:xfrm>
          <a:prstGeom prst="rect">
            <a:avLst/>
          </a:prstGeom>
        </p:spPr>
      </p:pic>
      <p:pic>
        <p:nvPicPr>
          <p:cNvPr id="67" name="Imagen 66" descr="Icono&#10;&#10;Descripción generada automáticamente">
            <a:extLst>
              <a:ext uri="{FF2B5EF4-FFF2-40B4-BE49-F238E27FC236}">
                <a16:creationId xmlns:a16="http://schemas.microsoft.com/office/drawing/2014/main" id="{2AC5F32A-5A6E-B8C6-226A-E193FC61B73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906999" y="3227299"/>
            <a:ext cx="361970" cy="361970"/>
          </a:xfrm>
          <a:prstGeom prst="rect">
            <a:avLst/>
          </a:prstGeom>
        </p:spPr>
      </p:pic>
      <p:sp>
        <p:nvSpPr>
          <p:cNvPr id="68" name="Rectángulo 67">
            <a:extLst>
              <a:ext uri="{FF2B5EF4-FFF2-40B4-BE49-F238E27FC236}">
                <a16:creationId xmlns:a16="http://schemas.microsoft.com/office/drawing/2014/main" id="{9C2BE909-F73C-6536-1011-AD7D887A09EF}"/>
              </a:ext>
            </a:extLst>
          </p:cNvPr>
          <p:cNvSpPr/>
          <p:nvPr/>
        </p:nvSpPr>
        <p:spPr>
          <a:xfrm>
            <a:off x="3167836" y="4288628"/>
            <a:ext cx="8577427" cy="199625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72" name="Imagen 71" descr="Forma&#10;&#10;Descripción generada automáticamente con confianza baja">
            <a:extLst>
              <a:ext uri="{FF2B5EF4-FFF2-40B4-BE49-F238E27FC236}">
                <a16:creationId xmlns:a16="http://schemas.microsoft.com/office/drawing/2014/main" id="{A818A5C8-13C1-15C7-E367-CEBB53E3E260}"/>
              </a:ext>
            </a:extLst>
          </p:cNvPr>
          <p:cNvPicPr>
            <a:picLocks noChangeAspect="1"/>
          </p:cNvPicPr>
          <p:nvPr/>
        </p:nvPicPr>
        <p:blipFill>
          <a:blip r:embed="rId9">
            <a:extLst>
              <a:ext uri="{28A0092B-C50C-407E-A947-70E740481C1C}">
                <a14:useLocalDpi xmlns:a14="http://schemas.microsoft.com/office/drawing/2010/main" val="0"/>
              </a:ext>
            </a:extLst>
          </a:blip>
          <a:srcRect t="47106" b="47244"/>
          <a:stretch/>
        </p:blipFill>
        <p:spPr>
          <a:xfrm rot="16200000" flipV="1">
            <a:off x="10809950" y="5249319"/>
            <a:ext cx="2030985" cy="101113"/>
          </a:xfrm>
          <a:prstGeom prst="rect">
            <a:avLst/>
          </a:prstGeom>
          <a:ln>
            <a:solidFill>
              <a:schemeClr val="tx1"/>
            </a:solidFill>
          </a:ln>
        </p:spPr>
      </p:pic>
      <p:sp>
        <p:nvSpPr>
          <p:cNvPr id="73" name="Rectángulo 72">
            <a:extLst>
              <a:ext uri="{FF2B5EF4-FFF2-40B4-BE49-F238E27FC236}">
                <a16:creationId xmlns:a16="http://schemas.microsoft.com/office/drawing/2014/main" id="{2FC977D9-8D7F-EAB5-E247-BDE0E213CAAF}"/>
              </a:ext>
            </a:extLst>
          </p:cNvPr>
          <p:cNvSpPr/>
          <p:nvPr/>
        </p:nvSpPr>
        <p:spPr>
          <a:xfrm>
            <a:off x="9306879" y="3772899"/>
            <a:ext cx="256912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74" name="Rectángulo 73">
            <a:extLst>
              <a:ext uri="{FF2B5EF4-FFF2-40B4-BE49-F238E27FC236}">
                <a16:creationId xmlns:a16="http://schemas.microsoft.com/office/drawing/2014/main" id="{A39F81BA-8F4B-475A-6D6B-F779E7421658}"/>
              </a:ext>
            </a:extLst>
          </p:cNvPr>
          <p:cNvSpPr/>
          <p:nvPr/>
        </p:nvSpPr>
        <p:spPr>
          <a:xfrm>
            <a:off x="7990262" y="3772899"/>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75" name="Imagen 74" descr="Icono&#10;&#10;Descripción generada automáticamente">
            <a:extLst>
              <a:ext uri="{FF2B5EF4-FFF2-40B4-BE49-F238E27FC236}">
                <a16:creationId xmlns:a16="http://schemas.microsoft.com/office/drawing/2014/main" id="{80874171-2945-19C6-6E80-7D2C543FE3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067091" y="3926320"/>
            <a:ext cx="438100" cy="438100"/>
          </a:xfrm>
          <a:prstGeom prst="rect">
            <a:avLst/>
          </a:prstGeom>
        </p:spPr>
      </p:pic>
      <p:sp>
        <p:nvSpPr>
          <p:cNvPr id="76" name="Rectángulo 75">
            <a:extLst>
              <a:ext uri="{FF2B5EF4-FFF2-40B4-BE49-F238E27FC236}">
                <a16:creationId xmlns:a16="http://schemas.microsoft.com/office/drawing/2014/main" id="{EA6943AD-2EAC-794F-3095-46269008C032}"/>
              </a:ext>
            </a:extLst>
          </p:cNvPr>
          <p:cNvSpPr/>
          <p:nvPr/>
        </p:nvSpPr>
        <p:spPr>
          <a:xfrm>
            <a:off x="9306649" y="3831325"/>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graphicFrame>
        <p:nvGraphicFramePr>
          <p:cNvPr id="77" name="Tabla 76">
            <a:extLst>
              <a:ext uri="{FF2B5EF4-FFF2-40B4-BE49-F238E27FC236}">
                <a16:creationId xmlns:a16="http://schemas.microsoft.com/office/drawing/2014/main" id="{9A04C33E-3131-F581-DC5E-BB7D7050BB2B}"/>
              </a:ext>
            </a:extLst>
          </p:cNvPr>
          <p:cNvGraphicFramePr>
            <a:graphicFrameLocks noGrp="1"/>
          </p:cNvGraphicFramePr>
          <p:nvPr>
            <p:extLst>
              <p:ext uri="{D42A27DB-BD31-4B8C-83A1-F6EECF244321}">
                <p14:modId xmlns:p14="http://schemas.microsoft.com/office/powerpoint/2010/main" val="2050872323"/>
              </p:ext>
            </p:extLst>
          </p:nvPr>
        </p:nvGraphicFramePr>
        <p:xfrm>
          <a:off x="3188423" y="4284383"/>
          <a:ext cx="8556840" cy="373342"/>
        </p:xfrm>
        <a:graphic>
          <a:graphicData uri="http://schemas.openxmlformats.org/drawingml/2006/table">
            <a:tbl>
              <a:tblPr firstRow="1" bandRow="1">
                <a:tableStyleId>{5940675A-B579-460E-94D1-54222C63F5DA}</a:tableStyleId>
              </a:tblPr>
              <a:tblGrid>
                <a:gridCol w="2852280">
                  <a:extLst>
                    <a:ext uri="{9D8B030D-6E8A-4147-A177-3AD203B41FA5}">
                      <a16:colId xmlns:a16="http://schemas.microsoft.com/office/drawing/2014/main" val="2791052404"/>
                    </a:ext>
                  </a:extLst>
                </a:gridCol>
                <a:gridCol w="2852280">
                  <a:extLst>
                    <a:ext uri="{9D8B030D-6E8A-4147-A177-3AD203B41FA5}">
                      <a16:colId xmlns:a16="http://schemas.microsoft.com/office/drawing/2014/main" val="3171110077"/>
                    </a:ext>
                  </a:extLst>
                </a:gridCol>
                <a:gridCol w="2852280">
                  <a:extLst>
                    <a:ext uri="{9D8B030D-6E8A-4147-A177-3AD203B41FA5}">
                      <a16:colId xmlns:a16="http://schemas.microsoft.com/office/drawing/2014/main" val="485236382"/>
                    </a:ext>
                  </a:extLst>
                </a:gridCol>
              </a:tblGrid>
              <a:tr h="373342">
                <a:tc>
                  <a:txBody>
                    <a:bodyPr/>
                    <a:lstStyle/>
                    <a:p>
                      <a:pPr algn="ctr"/>
                      <a:r>
                        <a:rPr lang="es-PE" dirty="0"/>
                        <a:t>CODIGO</a:t>
                      </a:r>
                    </a:p>
                  </a:txBody>
                  <a:tcPr/>
                </a:tc>
                <a:tc>
                  <a:txBody>
                    <a:bodyPr/>
                    <a:lstStyle/>
                    <a:p>
                      <a:pPr algn="ctr"/>
                      <a:r>
                        <a:rPr lang="es-PE" dirty="0"/>
                        <a:t>APELLIDOS</a:t>
                      </a:r>
                    </a:p>
                  </a:txBody>
                  <a:tcPr/>
                </a:tc>
                <a:tc>
                  <a:txBody>
                    <a:bodyPr/>
                    <a:lstStyle/>
                    <a:p>
                      <a:pPr algn="ctr"/>
                      <a:r>
                        <a:rPr lang="es-PE" dirty="0"/>
                        <a:t>NOMBRES</a:t>
                      </a:r>
                    </a:p>
                  </a:txBody>
                  <a:tcPr/>
                </a:tc>
                <a:extLst>
                  <a:ext uri="{0D108BD9-81ED-4DB2-BD59-A6C34878D82A}">
                    <a16:rowId xmlns:a16="http://schemas.microsoft.com/office/drawing/2014/main" val="2638930370"/>
                  </a:ext>
                </a:extLst>
              </a:tr>
            </a:tbl>
          </a:graphicData>
        </a:graphic>
      </p:graphicFrame>
      <p:sp>
        <p:nvSpPr>
          <p:cNvPr id="78" name="Rectángulo 77">
            <a:extLst>
              <a:ext uri="{FF2B5EF4-FFF2-40B4-BE49-F238E27FC236}">
                <a16:creationId xmlns:a16="http://schemas.microsoft.com/office/drawing/2014/main" id="{825EBCB7-EA5D-1594-C7C6-6ACB09540E38}"/>
              </a:ext>
            </a:extLst>
          </p:cNvPr>
          <p:cNvSpPr/>
          <p:nvPr/>
        </p:nvSpPr>
        <p:spPr>
          <a:xfrm>
            <a:off x="10420350" y="885865"/>
            <a:ext cx="1467113"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sp>
        <p:nvSpPr>
          <p:cNvPr id="79" name="Rectángulo 78">
            <a:extLst>
              <a:ext uri="{FF2B5EF4-FFF2-40B4-BE49-F238E27FC236}">
                <a16:creationId xmlns:a16="http://schemas.microsoft.com/office/drawing/2014/main" id="{E3360070-1C5B-24A5-28E5-02801C32B9C7}"/>
              </a:ext>
            </a:extLst>
          </p:cNvPr>
          <p:cNvSpPr/>
          <p:nvPr/>
        </p:nvSpPr>
        <p:spPr>
          <a:xfrm>
            <a:off x="3156672" y="3721807"/>
            <a:ext cx="3739428" cy="416431"/>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b="1" dirty="0">
                <a:solidFill>
                  <a:schemeClr val="bg1"/>
                </a:solidFill>
              </a:rPr>
              <a:t>LISTA DE ESTUDIANTES</a:t>
            </a:r>
          </a:p>
        </p:txBody>
      </p:sp>
    </p:spTree>
    <p:extLst>
      <p:ext uri="{BB962C8B-B14F-4D97-AF65-F5344CB8AC3E}">
        <p14:creationId xmlns:p14="http://schemas.microsoft.com/office/powerpoint/2010/main" val="8677671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5A61CA7-283D-13FD-EFB9-2993AA19DE72}"/>
              </a:ext>
            </a:extLst>
          </p:cNvPr>
          <p:cNvPicPr>
            <a:picLocks noChangeAspect="1"/>
          </p:cNvPicPr>
          <p:nvPr/>
        </p:nvPicPr>
        <p:blipFill>
          <a:blip r:embed="rId2"/>
          <a:srcRect l="27009" t="22435" r="52545" b="58435"/>
          <a:stretch/>
        </p:blipFill>
        <p:spPr>
          <a:xfrm>
            <a:off x="8242770" y="3961831"/>
            <a:ext cx="3021497" cy="159026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5" name="Rectángulo 4">
            <a:extLst>
              <a:ext uri="{FF2B5EF4-FFF2-40B4-BE49-F238E27FC236}">
                <a16:creationId xmlns:a16="http://schemas.microsoft.com/office/drawing/2014/main" id="{92A96237-0244-6FC5-D7FB-2F57CAC3BB3F}"/>
              </a:ext>
            </a:extLst>
          </p:cNvPr>
          <p:cNvSpPr/>
          <p:nvPr/>
        </p:nvSpPr>
        <p:spPr>
          <a:xfrm>
            <a:off x="3557673" y="1394394"/>
            <a:ext cx="1640193" cy="369332"/>
          </a:xfrm>
          <a:prstGeom prst="rect">
            <a:avLst/>
          </a:prstGeom>
          <a:noFill/>
        </p:spPr>
        <p:txBody>
          <a:bodyPr wrap="none" lIns="91440" tIns="45720" rIns="91440" bIns="45720">
            <a:spAutoFit/>
          </a:bodyPr>
          <a:lstStyle/>
          <a:p>
            <a:pPr algn="ctr"/>
            <a:r>
              <a:rPr lang="es-ES" dirty="0">
                <a:ln w="0">
                  <a:noFill/>
                </a:ln>
                <a:latin typeface="Poppins" panose="00000500000000000000" pitchFamily="2" charset="0"/>
                <a:cs typeface="Poppins" panose="00000500000000000000" pitchFamily="2" charset="0"/>
              </a:rPr>
              <a:t>Laboratorio 1</a:t>
            </a:r>
            <a:endParaRPr lang="es-ES" cap="none" spc="0" dirty="0">
              <a:ln w="0">
                <a:noFill/>
              </a:ln>
              <a:latin typeface="Poppins" panose="00000500000000000000" pitchFamily="2" charset="0"/>
              <a:cs typeface="Poppins" panose="00000500000000000000" pitchFamily="2" charset="0"/>
            </a:endParaRPr>
          </a:p>
        </p:txBody>
      </p:sp>
      <p:sp>
        <p:nvSpPr>
          <p:cNvPr id="6" name="Rectángulo 5">
            <a:extLst>
              <a:ext uri="{FF2B5EF4-FFF2-40B4-BE49-F238E27FC236}">
                <a16:creationId xmlns:a16="http://schemas.microsoft.com/office/drawing/2014/main" id="{3A9C8EF7-135C-EC60-517F-77FA7DA9A8BE}"/>
              </a:ext>
            </a:extLst>
          </p:cNvPr>
          <p:cNvSpPr/>
          <p:nvPr/>
        </p:nvSpPr>
        <p:spPr>
          <a:xfrm>
            <a:off x="3557674" y="1665526"/>
            <a:ext cx="3206327" cy="1200329"/>
          </a:xfrm>
          <a:prstGeom prst="rect">
            <a:avLst/>
          </a:prstGeom>
          <a:noFill/>
        </p:spPr>
        <p:txBody>
          <a:bodyPr wrap="none" lIns="91440" tIns="45720" rIns="91440" bIns="45720">
            <a:spAutoFit/>
          </a:bodyPr>
          <a:lstStyle/>
          <a:p>
            <a:r>
              <a:rPr lang="es-ES" dirty="0">
                <a:ln w="0">
                  <a:noFill/>
                </a:ln>
                <a:latin typeface="Poppins" panose="00000500000000000000" pitchFamily="2" charset="0"/>
                <a:cs typeface="Poppins" panose="00000500000000000000" pitchFamily="2" charset="0"/>
              </a:rPr>
              <a:t>Asignatura: Programación</a:t>
            </a:r>
          </a:p>
          <a:p>
            <a:r>
              <a:rPr lang="es-ES" dirty="0">
                <a:ln w="0">
                  <a:noFill/>
                </a:ln>
                <a:latin typeface="Poppins" panose="00000500000000000000" pitchFamily="2" charset="0"/>
                <a:cs typeface="Poppins" panose="00000500000000000000" pitchFamily="2" charset="0"/>
              </a:rPr>
              <a:t>Docente: Ivan Petrlick</a:t>
            </a:r>
          </a:p>
          <a:p>
            <a:r>
              <a:rPr lang="es-ES" dirty="0">
                <a:ln w="0">
                  <a:noFill/>
                </a:ln>
                <a:latin typeface="Poppins" panose="00000500000000000000" pitchFamily="2" charset="0"/>
                <a:cs typeface="Poppins" panose="00000500000000000000" pitchFamily="2" charset="0"/>
              </a:rPr>
              <a:t>Horario Inicio: 10:30</a:t>
            </a:r>
          </a:p>
          <a:p>
            <a:r>
              <a:rPr lang="es-ES" cap="none" spc="0" dirty="0">
                <a:ln w="0">
                  <a:noFill/>
                </a:ln>
                <a:latin typeface="Poppins" panose="00000500000000000000" pitchFamily="2" charset="0"/>
                <a:cs typeface="Poppins" panose="00000500000000000000" pitchFamily="2" charset="0"/>
              </a:rPr>
              <a:t>Horario Fin: 13:00</a:t>
            </a:r>
          </a:p>
        </p:txBody>
      </p:sp>
      <p:sp>
        <p:nvSpPr>
          <p:cNvPr id="7" name="Rectángulo 6">
            <a:extLst>
              <a:ext uri="{FF2B5EF4-FFF2-40B4-BE49-F238E27FC236}">
                <a16:creationId xmlns:a16="http://schemas.microsoft.com/office/drawing/2014/main" id="{9AF6E23A-0AEE-E4EB-0541-48A4933FA6A5}"/>
              </a:ext>
            </a:extLst>
          </p:cNvPr>
          <p:cNvSpPr/>
          <p:nvPr/>
        </p:nvSpPr>
        <p:spPr>
          <a:xfrm>
            <a:off x="7382717" y="1437077"/>
            <a:ext cx="2194833" cy="369332"/>
          </a:xfrm>
          <a:prstGeom prst="rect">
            <a:avLst/>
          </a:prstGeom>
          <a:noFill/>
        </p:spPr>
        <p:txBody>
          <a:bodyPr wrap="none" lIns="91440" tIns="45720" rIns="91440" bIns="45720">
            <a:spAutoFit/>
          </a:bodyPr>
          <a:lstStyle/>
          <a:p>
            <a:pPr algn="ctr"/>
            <a:r>
              <a:rPr lang="es-ES" dirty="0">
                <a:ln w="0">
                  <a:noFill/>
                </a:ln>
                <a:latin typeface="Poppins" panose="00000500000000000000" pitchFamily="2" charset="0"/>
                <a:cs typeface="Poppins" panose="00000500000000000000" pitchFamily="2" charset="0"/>
              </a:rPr>
              <a:t>Nro. Laboratorio: 1</a:t>
            </a:r>
            <a:endParaRPr lang="es-ES" cap="none" spc="0" dirty="0">
              <a:ln w="0">
                <a:noFill/>
              </a:ln>
              <a:latin typeface="Poppins" panose="00000500000000000000" pitchFamily="2" charset="0"/>
              <a:cs typeface="Poppins" panose="00000500000000000000" pitchFamily="2" charset="0"/>
            </a:endParaRPr>
          </a:p>
        </p:txBody>
      </p:sp>
      <p:sp>
        <p:nvSpPr>
          <p:cNvPr id="8" name="Rectángulo 7">
            <a:extLst>
              <a:ext uri="{FF2B5EF4-FFF2-40B4-BE49-F238E27FC236}">
                <a16:creationId xmlns:a16="http://schemas.microsoft.com/office/drawing/2014/main" id="{52FF57C0-CB7E-70D2-912A-D1AC7214C1C4}"/>
              </a:ext>
            </a:extLst>
          </p:cNvPr>
          <p:cNvSpPr/>
          <p:nvPr/>
        </p:nvSpPr>
        <p:spPr>
          <a:xfrm>
            <a:off x="7382717" y="1695841"/>
            <a:ext cx="3206327" cy="1200329"/>
          </a:xfrm>
          <a:prstGeom prst="rect">
            <a:avLst/>
          </a:prstGeom>
          <a:noFill/>
        </p:spPr>
        <p:txBody>
          <a:bodyPr wrap="none" lIns="91440" tIns="45720" rIns="91440" bIns="45720">
            <a:spAutoFit/>
          </a:bodyPr>
          <a:lstStyle/>
          <a:p>
            <a:r>
              <a:rPr lang="es-ES" dirty="0">
                <a:ln w="0">
                  <a:noFill/>
                </a:ln>
                <a:latin typeface="Poppins" panose="00000500000000000000" pitchFamily="2" charset="0"/>
                <a:cs typeface="Poppins" panose="00000500000000000000" pitchFamily="2" charset="0"/>
              </a:rPr>
              <a:t>Asignatura: Programación</a:t>
            </a:r>
          </a:p>
          <a:p>
            <a:r>
              <a:rPr lang="es-ES" dirty="0">
                <a:ln w="0">
                  <a:noFill/>
                </a:ln>
                <a:latin typeface="Poppins" panose="00000500000000000000" pitchFamily="2" charset="0"/>
                <a:cs typeface="Poppins" panose="00000500000000000000" pitchFamily="2" charset="0"/>
              </a:rPr>
              <a:t>Docente: Ivan Petrlick</a:t>
            </a:r>
          </a:p>
          <a:p>
            <a:r>
              <a:rPr lang="es-ES" dirty="0">
                <a:ln w="0">
                  <a:noFill/>
                </a:ln>
                <a:latin typeface="Poppins" panose="00000500000000000000" pitchFamily="2" charset="0"/>
                <a:cs typeface="Poppins" panose="00000500000000000000" pitchFamily="2" charset="0"/>
              </a:rPr>
              <a:t>Horario Inicio: 10:30</a:t>
            </a:r>
          </a:p>
          <a:p>
            <a:r>
              <a:rPr lang="es-ES" cap="none" spc="0" dirty="0">
                <a:ln w="0">
                  <a:noFill/>
                </a:ln>
                <a:latin typeface="Poppins" panose="00000500000000000000" pitchFamily="2" charset="0"/>
                <a:cs typeface="Poppins" panose="00000500000000000000" pitchFamily="2" charset="0"/>
              </a:rPr>
              <a:t>Horario Fin: 13:00</a:t>
            </a:r>
          </a:p>
        </p:txBody>
      </p:sp>
      <p:sp>
        <p:nvSpPr>
          <p:cNvPr id="9" name="Rectángulo 8">
            <a:extLst>
              <a:ext uri="{FF2B5EF4-FFF2-40B4-BE49-F238E27FC236}">
                <a16:creationId xmlns:a16="http://schemas.microsoft.com/office/drawing/2014/main" id="{CFA16A78-1539-BF40-368C-840F83BEC9DC}"/>
              </a:ext>
            </a:extLst>
          </p:cNvPr>
          <p:cNvSpPr/>
          <p:nvPr/>
        </p:nvSpPr>
        <p:spPr>
          <a:xfrm>
            <a:off x="3665847" y="270187"/>
            <a:ext cx="5065810" cy="1015663"/>
          </a:xfrm>
          <a:prstGeom prst="rect">
            <a:avLst/>
          </a:prstGeom>
          <a:noFill/>
        </p:spPr>
        <p:txBody>
          <a:bodyPr wrap="none" lIns="91440" tIns="45720" rIns="91440" bIns="45720">
            <a:spAutoFit/>
          </a:bodyPr>
          <a:lstStyle/>
          <a:p>
            <a:pPr algn="ctr"/>
            <a:r>
              <a:rPr lang="es-ES" sz="6000" dirty="0">
                <a:ln w="0">
                  <a:noFill/>
                </a:ln>
                <a:solidFill>
                  <a:srgbClr val="FF0000"/>
                </a:solidFill>
                <a:latin typeface="Poppins" panose="00000500000000000000" pitchFamily="2" charset="0"/>
                <a:cs typeface="Poppins" panose="00000500000000000000" pitchFamily="2" charset="0"/>
              </a:rPr>
              <a:t>EXPLICACIÓN</a:t>
            </a:r>
            <a:endParaRPr lang="es-ES" sz="6000" cap="none" spc="0" dirty="0">
              <a:ln w="0">
                <a:noFill/>
              </a:ln>
              <a:solidFill>
                <a:srgbClr val="FF0000"/>
              </a:solidFill>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330FE38D-E2CC-41F0-CB83-E36D50F934FD}"/>
              </a:ext>
            </a:extLst>
          </p:cNvPr>
          <p:cNvSpPr/>
          <p:nvPr/>
        </p:nvSpPr>
        <p:spPr>
          <a:xfrm>
            <a:off x="371148" y="3101165"/>
            <a:ext cx="6827743" cy="3416320"/>
          </a:xfrm>
          <a:prstGeom prst="rect">
            <a:avLst/>
          </a:prstGeom>
          <a:noFill/>
        </p:spPr>
        <p:txBody>
          <a:bodyPr wrap="square" lIns="91440" tIns="45720" rIns="91440" bIns="45720">
            <a:spAutoFit/>
          </a:bodyPr>
          <a:lstStyle/>
          <a:p>
            <a:pPr algn="just"/>
            <a:r>
              <a:rPr lang="es-ES" dirty="0">
                <a:ln w="0">
                  <a:noFill/>
                </a:ln>
                <a:latin typeface="Poppins" panose="00000500000000000000" pitchFamily="2" charset="0"/>
                <a:cs typeface="Poppins" panose="00000500000000000000" pitchFamily="2" charset="0"/>
              </a:rPr>
              <a:t>Según el modelo de abajo tanto: (</a:t>
            </a:r>
            <a:r>
              <a:rPr lang="es-ES" dirty="0" err="1">
                <a:ln w="0">
                  <a:noFill/>
                </a:ln>
                <a:latin typeface="Poppins" panose="00000500000000000000" pitchFamily="2" charset="0"/>
                <a:cs typeface="Poppins" panose="00000500000000000000" pitchFamily="2" charset="0"/>
              </a:rPr>
              <a:t>Nro.Laboratorio</a:t>
            </a:r>
            <a:r>
              <a:rPr lang="es-ES" dirty="0">
                <a:ln w="0">
                  <a:noFill/>
                </a:ln>
                <a:latin typeface="Poppins" panose="00000500000000000000" pitchFamily="2" charset="0"/>
                <a:cs typeface="Poppins" panose="00000500000000000000" pitchFamily="2" charset="0"/>
              </a:rPr>
              <a:t>, Asignatura, horario) son etiquetas. </a:t>
            </a:r>
            <a:r>
              <a:rPr lang="es-ES" cap="none" spc="0" dirty="0">
                <a:ln w="0">
                  <a:noFill/>
                </a:ln>
                <a:latin typeface="Poppins" panose="00000500000000000000" pitchFamily="2" charset="0"/>
                <a:cs typeface="Poppins" panose="00000500000000000000" pitchFamily="2" charset="0"/>
              </a:rPr>
              <a:t>Lo único que cambiaria seria los valores que van a su costado como (1, matemática, 08:00). </a:t>
            </a:r>
            <a:r>
              <a:rPr lang="es-ES" b="1" dirty="0">
                <a:ln w="0">
                  <a:noFill/>
                </a:ln>
                <a:latin typeface="Poppins" panose="00000500000000000000" pitchFamily="2" charset="0"/>
                <a:cs typeface="Poppins" panose="00000500000000000000" pitchFamily="2" charset="0"/>
              </a:rPr>
              <a:t>El modelo 2 es el de la derecha ese modelo es el que lleva actualmente, mi recomendación es que en el combo box de </a:t>
            </a:r>
            <a:r>
              <a:rPr lang="es-ES" b="1" dirty="0" err="1">
                <a:ln w="0">
                  <a:noFill/>
                </a:ln>
                <a:latin typeface="Poppins" panose="00000500000000000000" pitchFamily="2" charset="0"/>
                <a:cs typeface="Poppins" panose="00000500000000000000" pitchFamily="2" charset="0"/>
              </a:rPr>
              <a:t>laboratios</a:t>
            </a:r>
            <a:r>
              <a:rPr lang="es-ES" b="1" dirty="0">
                <a:ln w="0">
                  <a:noFill/>
                </a:ln>
                <a:latin typeface="Poppins" panose="00000500000000000000" pitchFamily="2" charset="0"/>
                <a:cs typeface="Poppins" panose="00000500000000000000" pitchFamily="2" charset="0"/>
              </a:rPr>
              <a:t> en vez de ir 1,2,3,..; vayan Laboratorio 1, Laboratorio 2, etc. Para q pueda funcionar mas adelante en el método exportar Excel </a:t>
            </a:r>
            <a:r>
              <a:rPr lang="es-ES" dirty="0">
                <a:ln w="0">
                  <a:noFill/>
                </a:ln>
                <a:latin typeface="Poppins" panose="00000500000000000000" pitchFamily="2" charset="0"/>
                <a:cs typeface="Poppins" panose="00000500000000000000" pitchFamily="2" charset="0"/>
              </a:rPr>
              <a:t>en el caso que se quiera filtrar por laboratorio. Recordar que el filtro afecta a todas la columnas, si otra columna tiene 1 y el registro </a:t>
            </a:r>
            <a:r>
              <a:rPr lang="es-ES" dirty="0" err="1">
                <a:ln w="0">
                  <a:noFill/>
                </a:ln>
                <a:latin typeface="Poppins" panose="00000500000000000000" pitchFamily="2" charset="0"/>
                <a:cs typeface="Poppins" panose="00000500000000000000" pitchFamily="2" charset="0"/>
              </a:rPr>
              <a:t>laboratio</a:t>
            </a:r>
            <a:r>
              <a:rPr lang="es-ES" dirty="0">
                <a:ln w="0">
                  <a:noFill/>
                </a:ln>
                <a:latin typeface="Poppins" panose="00000500000000000000" pitchFamily="2" charset="0"/>
                <a:cs typeface="Poppins" panose="00000500000000000000" pitchFamily="2" charset="0"/>
              </a:rPr>
              <a:t> esta como “1” no se podrá filtrar por laboratorio</a:t>
            </a:r>
            <a:endParaRPr lang="es-ES" cap="none" spc="0" dirty="0">
              <a:ln w="0">
                <a:noFill/>
              </a:ln>
              <a:latin typeface="Poppins" panose="00000500000000000000" pitchFamily="2" charset="0"/>
              <a:cs typeface="Poppins" panose="00000500000000000000" pitchFamily="2" charset="0"/>
            </a:endParaRPr>
          </a:p>
        </p:txBody>
      </p:sp>
      <p:sp>
        <p:nvSpPr>
          <p:cNvPr id="11" name="Rectángulo 10">
            <a:extLst>
              <a:ext uri="{FF2B5EF4-FFF2-40B4-BE49-F238E27FC236}">
                <a16:creationId xmlns:a16="http://schemas.microsoft.com/office/drawing/2014/main" id="{C18659CB-4190-C34D-41A6-C69727D82AA0}"/>
              </a:ext>
            </a:extLst>
          </p:cNvPr>
          <p:cNvSpPr/>
          <p:nvPr/>
        </p:nvSpPr>
        <p:spPr>
          <a:xfrm>
            <a:off x="371148" y="567516"/>
            <a:ext cx="2961067" cy="923330"/>
          </a:xfrm>
          <a:prstGeom prst="rect">
            <a:avLst/>
          </a:prstGeom>
          <a:noFill/>
        </p:spPr>
        <p:txBody>
          <a:bodyPr wrap="none" lIns="91440" tIns="45720" rIns="91440" bIns="45720">
            <a:spAutoFit/>
          </a:bodyPr>
          <a:lstStyle/>
          <a:p>
            <a:pPr algn="ctr"/>
            <a:r>
              <a:rPr lang="es-ES" sz="5400" b="1" cap="none" spc="0" dirty="0">
                <a:ln w="22225">
                  <a:solidFill>
                    <a:schemeClr val="accent2"/>
                  </a:solidFill>
                  <a:prstDash val="solid"/>
                </a:ln>
                <a:solidFill>
                  <a:schemeClr val="accent2">
                    <a:lumMod val="40000"/>
                    <a:lumOff val="60000"/>
                  </a:schemeClr>
                </a:solidFill>
                <a:effectLst/>
              </a:rPr>
              <a:t>modelo1</a:t>
            </a:r>
          </a:p>
        </p:txBody>
      </p:sp>
      <p:sp>
        <p:nvSpPr>
          <p:cNvPr id="12" name="Rectángulo 11">
            <a:extLst>
              <a:ext uri="{FF2B5EF4-FFF2-40B4-BE49-F238E27FC236}">
                <a16:creationId xmlns:a16="http://schemas.microsoft.com/office/drawing/2014/main" id="{86298CBB-A33C-0471-2DCF-6CFFD1F65913}"/>
              </a:ext>
            </a:extLst>
          </p:cNvPr>
          <p:cNvSpPr/>
          <p:nvPr/>
        </p:nvSpPr>
        <p:spPr>
          <a:xfrm>
            <a:off x="8859787" y="501379"/>
            <a:ext cx="2961067" cy="923330"/>
          </a:xfrm>
          <a:prstGeom prst="rect">
            <a:avLst/>
          </a:prstGeom>
          <a:noFill/>
        </p:spPr>
        <p:txBody>
          <a:bodyPr wrap="none" lIns="91440" tIns="45720" rIns="91440" bIns="45720">
            <a:spAutoFit/>
          </a:bodyPr>
          <a:lstStyle/>
          <a:p>
            <a:pPr algn="ctr"/>
            <a:r>
              <a:rPr lang="es-ES" sz="5400" b="1" cap="none" spc="0" dirty="0">
                <a:ln w="22225">
                  <a:solidFill>
                    <a:schemeClr val="accent2"/>
                  </a:solidFill>
                  <a:prstDash val="solid"/>
                </a:ln>
                <a:solidFill>
                  <a:schemeClr val="accent2">
                    <a:lumMod val="40000"/>
                    <a:lumOff val="60000"/>
                  </a:schemeClr>
                </a:solidFill>
                <a:effectLst/>
              </a:rPr>
              <a:t>modelo2</a:t>
            </a:r>
          </a:p>
        </p:txBody>
      </p:sp>
      <p:cxnSp>
        <p:nvCxnSpPr>
          <p:cNvPr id="14" name="Conector recto de flecha 13">
            <a:extLst>
              <a:ext uri="{FF2B5EF4-FFF2-40B4-BE49-F238E27FC236}">
                <a16:creationId xmlns:a16="http://schemas.microsoft.com/office/drawing/2014/main" id="{8FCA1153-C069-A485-8F76-0168DC80323A}"/>
              </a:ext>
            </a:extLst>
          </p:cNvPr>
          <p:cNvCxnSpPr>
            <a:stCxn id="5" idx="1"/>
          </p:cNvCxnSpPr>
          <p:nvPr/>
        </p:nvCxnSpPr>
        <p:spPr>
          <a:xfrm flipH="1">
            <a:off x="2448374" y="1579060"/>
            <a:ext cx="1109299" cy="5181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ángulo 14">
            <a:extLst>
              <a:ext uri="{FF2B5EF4-FFF2-40B4-BE49-F238E27FC236}">
                <a16:creationId xmlns:a16="http://schemas.microsoft.com/office/drawing/2014/main" id="{1696A1C8-2D33-619E-CD2B-11F1482354E3}"/>
              </a:ext>
            </a:extLst>
          </p:cNvPr>
          <p:cNvSpPr/>
          <p:nvPr/>
        </p:nvSpPr>
        <p:spPr>
          <a:xfrm>
            <a:off x="276951" y="1732394"/>
            <a:ext cx="2337499" cy="1200329"/>
          </a:xfrm>
          <a:prstGeom prst="rect">
            <a:avLst/>
          </a:prstGeom>
          <a:noFill/>
        </p:spPr>
        <p:txBody>
          <a:bodyPr wrap="none" lIns="91440" tIns="45720" rIns="91440" bIns="45720">
            <a:spAutoFit/>
          </a:bodyPr>
          <a:lstStyle/>
          <a:p>
            <a:pPr algn="ctr"/>
            <a:r>
              <a:rPr lang="es-ES" dirty="0">
                <a:ln w="0">
                  <a:noFill/>
                </a:ln>
                <a:latin typeface="Poppins" panose="00000500000000000000" pitchFamily="2" charset="0"/>
                <a:cs typeface="Poppins" panose="00000500000000000000" pitchFamily="2" charset="0"/>
              </a:rPr>
              <a:t>No es etiqueta</a:t>
            </a:r>
            <a:br>
              <a:rPr lang="es-ES" dirty="0">
                <a:ln w="0">
                  <a:noFill/>
                </a:ln>
                <a:latin typeface="Poppins" panose="00000500000000000000" pitchFamily="2" charset="0"/>
                <a:cs typeface="Poppins" panose="00000500000000000000" pitchFamily="2" charset="0"/>
              </a:rPr>
            </a:br>
            <a:r>
              <a:rPr lang="es-ES" dirty="0">
                <a:ln w="0">
                  <a:noFill/>
                </a:ln>
                <a:latin typeface="Poppins" panose="00000500000000000000" pitchFamily="2" charset="0"/>
                <a:cs typeface="Poppins" panose="00000500000000000000" pitchFamily="2" charset="0"/>
              </a:rPr>
              <a:t>es un dato como </a:t>
            </a:r>
          </a:p>
          <a:p>
            <a:pPr algn="ctr"/>
            <a:r>
              <a:rPr lang="es-ES" dirty="0">
                <a:ln w="0">
                  <a:noFill/>
                </a:ln>
                <a:latin typeface="Poppins" panose="00000500000000000000" pitchFamily="2" charset="0"/>
                <a:cs typeface="Poppins" panose="00000500000000000000" pitchFamily="2" charset="0"/>
              </a:rPr>
              <a:t>El nombre del </a:t>
            </a:r>
          </a:p>
          <a:p>
            <a:pPr algn="ctr"/>
            <a:r>
              <a:rPr lang="es-ES" cap="none" spc="0" dirty="0">
                <a:ln w="0">
                  <a:noFill/>
                </a:ln>
                <a:latin typeface="Poppins" panose="00000500000000000000" pitchFamily="2" charset="0"/>
                <a:cs typeface="Poppins" panose="00000500000000000000" pitchFamily="2" charset="0"/>
              </a:rPr>
              <a:t>Docente o materia</a:t>
            </a:r>
          </a:p>
        </p:txBody>
      </p:sp>
      <p:cxnSp>
        <p:nvCxnSpPr>
          <p:cNvPr id="16" name="Conector recto de flecha 15">
            <a:extLst>
              <a:ext uri="{FF2B5EF4-FFF2-40B4-BE49-F238E27FC236}">
                <a16:creationId xmlns:a16="http://schemas.microsoft.com/office/drawing/2014/main" id="{E1FF538D-0B0C-F42E-4BE4-7983E0C27530}"/>
              </a:ext>
            </a:extLst>
          </p:cNvPr>
          <p:cNvCxnSpPr>
            <a:cxnSpLocks/>
            <a:stCxn id="8" idx="2"/>
          </p:cNvCxnSpPr>
          <p:nvPr/>
        </p:nvCxnSpPr>
        <p:spPr>
          <a:xfrm>
            <a:off x="8985881" y="2896170"/>
            <a:ext cx="864289" cy="8519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97026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5" name="Rectángulo 14">
            <a:extLst>
              <a:ext uri="{FF2B5EF4-FFF2-40B4-BE49-F238E27FC236}">
                <a16:creationId xmlns:a16="http://schemas.microsoft.com/office/drawing/2014/main" id="{D442A5EA-D641-9887-86F5-48963FC31D19}"/>
              </a:ext>
            </a:extLst>
          </p:cNvPr>
          <p:cNvSpPr/>
          <p:nvPr/>
        </p:nvSpPr>
        <p:spPr>
          <a:xfrm>
            <a:off x="10073810" y="1108068"/>
            <a:ext cx="1798938" cy="382613"/>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Configuración</a:t>
            </a:r>
          </a:p>
        </p:txBody>
      </p:sp>
      <p:sp>
        <p:nvSpPr>
          <p:cNvPr id="2" name="Rectángulo 1">
            <a:extLst>
              <a:ext uri="{FF2B5EF4-FFF2-40B4-BE49-F238E27FC236}">
                <a16:creationId xmlns:a16="http://schemas.microsoft.com/office/drawing/2014/main" id="{C80E4EF1-2F7C-3AE7-18E0-08CFAC87E9B0}"/>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0" name="Rectángulo 9">
            <a:extLst>
              <a:ext uri="{FF2B5EF4-FFF2-40B4-BE49-F238E27FC236}">
                <a16:creationId xmlns:a16="http://schemas.microsoft.com/office/drawing/2014/main" id="{D15CF5DF-1532-A67E-3A21-D821BD528049}"/>
              </a:ext>
            </a:extLst>
          </p:cNvPr>
          <p:cNvSpPr/>
          <p:nvPr/>
        </p:nvSpPr>
        <p:spPr>
          <a:xfrm>
            <a:off x="-1" y="434921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7" name="Rectángulo 26">
            <a:extLst>
              <a:ext uri="{FF2B5EF4-FFF2-40B4-BE49-F238E27FC236}">
                <a16:creationId xmlns:a16="http://schemas.microsoft.com/office/drawing/2014/main" id="{29847B92-EA8D-5019-B637-CE29FB2C2518}"/>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8" name="Rectángulo 27">
            <a:extLst>
              <a:ext uri="{FF2B5EF4-FFF2-40B4-BE49-F238E27FC236}">
                <a16:creationId xmlns:a16="http://schemas.microsoft.com/office/drawing/2014/main" id="{35BBCB78-E86B-9A7F-CE99-6004A559C00C}"/>
              </a:ext>
            </a:extLst>
          </p:cNvPr>
          <p:cNvSpPr/>
          <p:nvPr/>
        </p:nvSpPr>
        <p:spPr>
          <a:xfrm>
            <a:off x="348813" y="3317068"/>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sp>
        <p:nvSpPr>
          <p:cNvPr id="31" name="Rectángulo 30">
            <a:extLst>
              <a:ext uri="{FF2B5EF4-FFF2-40B4-BE49-F238E27FC236}">
                <a16:creationId xmlns:a16="http://schemas.microsoft.com/office/drawing/2014/main" id="{04B87E08-48DA-9E03-69B1-0F9D306A0289}"/>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35" name="Rectángulo 34">
            <a:extLst>
              <a:ext uri="{FF2B5EF4-FFF2-40B4-BE49-F238E27FC236}">
                <a16:creationId xmlns:a16="http://schemas.microsoft.com/office/drawing/2014/main" id="{77D29C7A-0B53-7243-94FB-B4BC89B8302E}"/>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CONTROL DE EQUIPOS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00D322CA-07FE-833B-634B-B93DFA4F270D}"/>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37" name="Rectángulo 36">
            <a:extLst>
              <a:ext uri="{FF2B5EF4-FFF2-40B4-BE49-F238E27FC236}">
                <a16:creationId xmlns:a16="http://schemas.microsoft.com/office/drawing/2014/main" id="{64A24875-8E32-BAEE-2345-F86CC5FA4FE4}"/>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8" name="Imagen 37" descr="Dibujo de un animal con la boca abierta&#10;&#10;Descripción generada automáticamente con confianza baja">
            <a:extLst>
              <a:ext uri="{FF2B5EF4-FFF2-40B4-BE49-F238E27FC236}">
                <a16:creationId xmlns:a16="http://schemas.microsoft.com/office/drawing/2014/main" id="{9FE53A98-EFCE-3773-8625-1B7F3B7FF9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39" name="Rectángulo: esquinas redondeadas 38">
            <a:extLst>
              <a:ext uri="{FF2B5EF4-FFF2-40B4-BE49-F238E27FC236}">
                <a16:creationId xmlns:a16="http://schemas.microsoft.com/office/drawing/2014/main" id="{FA9D57ED-6F48-0382-4500-06900B4A1D4B}"/>
              </a:ext>
            </a:extLst>
          </p:cNvPr>
          <p:cNvSpPr/>
          <p:nvPr/>
        </p:nvSpPr>
        <p:spPr>
          <a:xfrm>
            <a:off x="3053739" y="860089"/>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EQUIPOS DISPONIBLES</a:t>
            </a:r>
          </a:p>
        </p:txBody>
      </p:sp>
      <p:grpSp>
        <p:nvGrpSpPr>
          <p:cNvPr id="40" name="Grupo 39">
            <a:extLst>
              <a:ext uri="{FF2B5EF4-FFF2-40B4-BE49-F238E27FC236}">
                <a16:creationId xmlns:a16="http://schemas.microsoft.com/office/drawing/2014/main" id="{F7B62AB6-23B6-CA5D-61CB-4E589E77AD9D}"/>
              </a:ext>
            </a:extLst>
          </p:cNvPr>
          <p:cNvGrpSpPr>
            <a:grpSpLocks noGrp="1" noUngrp="1" noRot="1" noMove="1" noResize="1"/>
          </p:cNvGrpSpPr>
          <p:nvPr/>
        </p:nvGrpSpPr>
        <p:grpSpPr>
          <a:xfrm>
            <a:off x="3135690" y="1678032"/>
            <a:ext cx="8760257" cy="4814322"/>
            <a:chOff x="3111412" y="2162613"/>
            <a:chExt cx="8760257" cy="4354749"/>
          </a:xfrm>
        </p:grpSpPr>
        <p:sp>
          <p:nvSpPr>
            <p:cNvPr id="41" name="Rectángulo 40">
              <a:extLst>
                <a:ext uri="{FF2B5EF4-FFF2-40B4-BE49-F238E27FC236}">
                  <a16:creationId xmlns:a16="http://schemas.microsoft.com/office/drawing/2014/main" id="{AA75D0F2-891C-7F19-26EC-AE53F0E4E9E5}"/>
                </a:ext>
              </a:extLst>
            </p:cNvPr>
            <p:cNvSpPr>
              <a:spLocks noGrp="1" noRot="1" noMove="1" noResize="1" noEditPoints="1" noAdjustHandles="1" noChangeArrowheads="1" noChangeShapeType="1"/>
            </p:cNvSpPr>
            <p:nvPr/>
          </p:nvSpPr>
          <p:spPr>
            <a:xfrm>
              <a:off x="3111412" y="2173684"/>
              <a:ext cx="8737058" cy="4332608"/>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42" name="Imagen 41" descr="Forma&#10;&#10;Descripción generada automáticamente con confianza baja">
              <a:extLst>
                <a:ext uri="{FF2B5EF4-FFF2-40B4-BE49-F238E27FC236}">
                  <a16:creationId xmlns:a16="http://schemas.microsoft.com/office/drawing/2014/main" id="{59A13B8F-879E-C8AB-C9E2-BF12CE544D90}"/>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40542" r="40180"/>
            <a:stretch/>
          </p:blipFill>
          <p:spPr>
            <a:xfrm>
              <a:off x="11540932" y="2162613"/>
              <a:ext cx="330737" cy="4354749"/>
            </a:xfrm>
            <a:prstGeom prst="rect">
              <a:avLst/>
            </a:prstGeom>
          </p:spPr>
        </p:pic>
        <p:cxnSp>
          <p:nvCxnSpPr>
            <p:cNvPr id="43" name="Conector recto 42">
              <a:extLst>
                <a:ext uri="{FF2B5EF4-FFF2-40B4-BE49-F238E27FC236}">
                  <a16:creationId xmlns:a16="http://schemas.microsoft.com/office/drawing/2014/main" id="{4C31DFF6-0075-A0BC-EAFA-549E4B3A8446}"/>
                </a:ext>
              </a:extLst>
            </p:cNvPr>
            <p:cNvCxnSpPr>
              <a:cxnSpLocks noGrp="1" noRot="1" noMove="1" noResize="1" noEditPoints="1" noAdjustHandles="1" noChangeArrowheads="1" noChangeShapeType="1"/>
            </p:cNvCxnSpPr>
            <p:nvPr/>
          </p:nvCxnSpPr>
          <p:spPr>
            <a:xfrm>
              <a:off x="3111412" y="2600619"/>
              <a:ext cx="8406320" cy="0"/>
            </a:xfrm>
            <a:prstGeom prst="line">
              <a:avLst/>
            </a:prstGeom>
          </p:spPr>
          <p:style>
            <a:lnRef idx="2">
              <a:schemeClr val="dk1"/>
            </a:lnRef>
            <a:fillRef idx="0">
              <a:schemeClr val="dk1"/>
            </a:fillRef>
            <a:effectRef idx="1">
              <a:schemeClr val="dk1"/>
            </a:effectRef>
            <a:fontRef idx="minor">
              <a:schemeClr val="tx1"/>
            </a:fontRef>
          </p:style>
        </p:cxnSp>
      </p:grpSp>
      <p:sp>
        <p:nvSpPr>
          <p:cNvPr id="44" name="Rectángulo 43">
            <a:extLst>
              <a:ext uri="{FF2B5EF4-FFF2-40B4-BE49-F238E27FC236}">
                <a16:creationId xmlns:a16="http://schemas.microsoft.com/office/drawing/2014/main" id="{5A2AA914-B0E4-BBD5-B4FA-8F7DF8A94B33}"/>
              </a:ext>
            </a:extLst>
          </p:cNvPr>
          <p:cNvSpPr/>
          <p:nvPr/>
        </p:nvSpPr>
        <p:spPr>
          <a:xfrm>
            <a:off x="3580793" y="1772754"/>
            <a:ext cx="8869855"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             TIPO              COD.PATRIMONIAL               NÚMERO DE SERIE                ESTADO</a:t>
            </a:r>
            <a:endParaRPr lang="es-ES" sz="1400" b="1" cap="none" spc="0" dirty="0">
              <a:ln w="0">
                <a:noFill/>
              </a:ln>
              <a:latin typeface="Poppins" panose="00000500000000000000" pitchFamily="2" charset="0"/>
              <a:cs typeface="Poppins" panose="00000500000000000000" pitchFamily="2" charset="0"/>
            </a:endParaRPr>
          </a:p>
        </p:txBody>
      </p:sp>
      <p:pic>
        <p:nvPicPr>
          <p:cNvPr id="45" name="Imagen 44" descr="Icono&#10;&#10;Descripción generada automáticamente">
            <a:extLst>
              <a:ext uri="{FF2B5EF4-FFF2-40B4-BE49-F238E27FC236}">
                <a16:creationId xmlns:a16="http://schemas.microsoft.com/office/drawing/2014/main" id="{8E66DCC3-3D79-A2A0-9C11-B0B63DCA89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92666" y="4684382"/>
            <a:ext cx="361970" cy="361970"/>
          </a:xfrm>
          <a:prstGeom prst="rect">
            <a:avLst/>
          </a:prstGeom>
        </p:spPr>
      </p:pic>
      <p:sp>
        <p:nvSpPr>
          <p:cNvPr id="46" name="Rectángulo 45">
            <a:extLst>
              <a:ext uri="{FF2B5EF4-FFF2-40B4-BE49-F238E27FC236}">
                <a16:creationId xmlns:a16="http://schemas.microsoft.com/office/drawing/2014/main" id="{144FF76A-BBAA-14C7-674C-2E0F7F8A1B98}"/>
              </a:ext>
            </a:extLst>
          </p:cNvPr>
          <p:cNvSpPr/>
          <p:nvPr/>
        </p:nvSpPr>
        <p:spPr>
          <a:xfrm>
            <a:off x="3053739" y="240602"/>
            <a:ext cx="3956211" cy="523220"/>
          </a:xfrm>
          <a:prstGeom prst="rect">
            <a:avLst/>
          </a:prstGeom>
          <a:noFill/>
        </p:spPr>
        <p:txBody>
          <a:bodyPr wrap="squar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CONTROL DE EQUIPOS</a:t>
            </a:r>
          </a:p>
        </p:txBody>
      </p:sp>
      <p:pic>
        <p:nvPicPr>
          <p:cNvPr id="47" name="Imagen 46" descr="Icono&#10;&#10;Descripción generada automáticamente">
            <a:extLst>
              <a:ext uri="{FF2B5EF4-FFF2-40B4-BE49-F238E27FC236}">
                <a16:creationId xmlns:a16="http://schemas.microsoft.com/office/drawing/2014/main" id="{50A07D39-809E-BCA9-6E65-C06FE1EEC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575636" y="1316062"/>
            <a:ext cx="361970" cy="361970"/>
          </a:xfrm>
          <a:prstGeom prst="rect">
            <a:avLst/>
          </a:prstGeom>
        </p:spPr>
      </p:pic>
      <p:sp>
        <p:nvSpPr>
          <p:cNvPr id="3" name="Rectángulo 2">
            <a:extLst>
              <a:ext uri="{FF2B5EF4-FFF2-40B4-BE49-F238E27FC236}">
                <a16:creationId xmlns:a16="http://schemas.microsoft.com/office/drawing/2014/main" id="{CA2452AB-5B6D-58EF-9D8C-2F956B373D9D}"/>
              </a:ext>
            </a:extLst>
          </p:cNvPr>
          <p:cNvSpPr/>
          <p:nvPr/>
        </p:nvSpPr>
        <p:spPr>
          <a:xfrm>
            <a:off x="8064559" y="1115125"/>
            <a:ext cx="1798938" cy="382612"/>
          </a:xfrm>
          <a:prstGeom prst="rect">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EXPORTAR A EXCEL</a:t>
            </a:r>
          </a:p>
        </p:txBody>
      </p:sp>
      <p:pic>
        <p:nvPicPr>
          <p:cNvPr id="6" name="Imagen 5" descr="Icono&#10;&#10;Descripción generada automáticamente">
            <a:extLst>
              <a:ext uri="{FF2B5EF4-FFF2-40B4-BE49-F238E27FC236}">
                <a16:creationId xmlns:a16="http://schemas.microsoft.com/office/drawing/2014/main" id="{0EE2710F-6C98-415D-C08C-AE2ACD852A3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26423" y="1415723"/>
            <a:ext cx="438100" cy="438100"/>
          </a:xfrm>
          <a:prstGeom prst="rect">
            <a:avLst/>
          </a:prstGeom>
        </p:spPr>
      </p:pic>
      <p:sp>
        <p:nvSpPr>
          <p:cNvPr id="11" name="Rectángulo 10">
            <a:extLst>
              <a:ext uri="{FF2B5EF4-FFF2-40B4-BE49-F238E27FC236}">
                <a16:creationId xmlns:a16="http://schemas.microsoft.com/office/drawing/2014/main" id="{54578297-90F3-5820-7AA8-83F03094B2CE}"/>
              </a:ext>
            </a:extLst>
          </p:cNvPr>
          <p:cNvSpPr/>
          <p:nvPr/>
        </p:nvSpPr>
        <p:spPr>
          <a:xfrm>
            <a:off x="3618537" y="4053290"/>
            <a:ext cx="7650620" cy="1200329"/>
          </a:xfrm>
          <a:prstGeom prst="rect">
            <a:avLst/>
          </a:prstGeom>
          <a:noFill/>
        </p:spPr>
        <p:txBody>
          <a:bodyPr wrap="none" lIns="91440" tIns="45720" rIns="91440" bIns="45720">
            <a:spAutoFit/>
          </a:bodyPr>
          <a:lstStyle/>
          <a:p>
            <a:pPr algn="ctr"/>
            <a:r>
              <a:rPr lang="es-ES" sz="2400" b="0" cap="none" spc="0" dirty="0">
                <a:ln w="0"/>
                <a:solidFill>
                  <a:schemeClr val="tx1"/>
                </a:solidFill>
                <a:effectLst>
                  <a:outerShdw blurRad="38100" dist="19050" dir="2700000" algn="tl" rotWithShape="0">
                    <a:schemeClr val="dk1">
                      <a:alpha val="40000"/>
                    </a:schemeClr>
                  </a:outerShdw>
                </a:effectLst>
              </a:rPr>
              <a:t>EL BTN “EXPORTAR A EXCEL” ES SOLO UN PUENTE</a:t>
            </a:r>
          </a:p>
          <a:p>
            <a:pPr algn="ctr"/>
            <a:r>
              <a:rPr lang="es-ES" sz="2400" dirty="0">
                <a:ln w="0"/>
                <a:effectLst>
                  <a:outerShdw blurRad="38100" dist="19050" dir="2700000" algn="tl" rotWithShape="0">
                    <a:schemeClr val="dk1">
                      <a:alpha val="40000"/>
                    </a:schemeClr>
                  </a:outerShdw>
                </a:effectLst>
              </a:rPr>
              <a:t>A OTRA PANEL, DONDE SE ENCUENTRA EL VERDADERO</a:t>
            </a:r>
          </a:p>
          <a:p>
            <a:pPr algn="ctr"/>
            <a:r>
              <a:rPr lang="es-ES" sz="2400" b="0" cap="none" spc="0" dirty="0">
                <a:ln w="0"/>
                <a:solidFill>
                  <a:schemeClr val="tx1"/>
                </a:solidFill>
                <a:effectLst>
                  <a:outerShdw blurRad="38100" dist="19050" dir="2700000" algn="tl" rotWithShape="0">
                    <a:schemeClr val="dk1">
                      <a:alpha val="40000"/>
                    </a:schemeClr>
                  </a:outerShdw>
                </a:effectLst>
              </a:rPr>
              <a:t>BTN EXPORTAR A EXCEL</a:t>
            </a:r>
          </a:p>
        </p:txBody>
      </p:sp>
      <p:sp>
        <p:nvSpPr>
          <p:cNvPr id="12" name="Rectángulo 11">
            <a:extLst>
              <a:ext uri="{FF2B5EF4-FFF2-40B4-BE49-F238E27FC236}">
                <a16:creationId xmlns:a16="http://schemas.microsoft.com/office/drawing/2014/main" id="{B6CDE706-3DCE-739C-BCB8-0A3BBB04E455}"/>
              </a:ext>
            </a:extLst>
          </p:cNvPr>
          <p:cNvSpPr/>
          <p:nvPr/>
        </p:nvSpPr>
        <p:spPr>
          <a:xfrm>
            <a:off x="3351306" y="2753166"/>
            <a:ext cx="8106129" cy="1200329"/>
          </a:xfrm>
          <a:prstGeom prst="rect">
            <a:avLst/>
          </a:prstGeom>
          <a:noFill/>
        </p:spPr>
        <p:txBody>
          <a:bodyPr wrap="none" lIns="91440" tIns="45720" rIns="91440" bIns="45720">
            <a:spAutoFit/>
          </a:bodyPr>
          <a:lstStyle/>
          <a:p>
            <a:pPr algn="ctr"/>
            <a:r>
              <a:rPr lang="es-ES" sz="2400" b="0" cap="none" spc="0" dirty="0">
                <a:ln w="0"/>
                <a:solidFill>
                  <a:schemeClr val="tx1"/>
                </a:solidFill>
                <a:effectLst>
                  <a:outerShdw blurRad="38100" dist="19050" dir="2700000" algn="tl" rotWithShape="0">
                    <a:schemeClr val="dk1">
                      <a:alpha val="40000"/>
                    </a:schemeClr>
                  </a:outerShdw>
                </a:effectLst>
              </a:rPr>
              <a:t>ESTE PANEL SOLO TE MUESTRA LOS EQUIPOS OPERATIVOS</a:t>
            </a:r>
          </a:p>
          <a:p>
            <a:pPr algn="ctr"/>
            <a:r>
              <a:rPr lang="es-ES" sz="2400" dirty="0">
                <a:ln w="0"/>
                <a:effectLst>
                  <a:outerShdw blurRad="38100" dist="19050" dir="2700000" algn="tl" rotWithShape="0">
                    <a:schemeClr val="dk1">
                      <a:alpha val="40000"/>
                    </a:schemeClr>
                  </a:outerShdw>
                </a:effectLst>
              </a:rPr>
              <a:t>PARA UN CHEQUEO RAPIDO, SI QUIERES EXPORTAR DAR</a:t>
            </a:r>
          </a:p>
          <a:p>
            <a:pPr algn="ctr"/>
            <a:r>
              <a:rPr lang="es-ES" sz="2400" b="0" cap="none" spc="0" dirty="0">
                <a:ln w="0"/>
                <a:solidFill>
                  <a:schemeClr val="tx1"/>
                </a:solidFill>
                <a:effectLst>
                  <a:outerShdw blurRad="38100" dist="19050" dir="2700000" algn="tl" rotWithShape="0">
                    <a:schemeClr val="dk1">
                      <a:alpha val="40000"/>
                    </a:schemeClr>
                  </a:outerShdw>
                </a:effectLst>
              </a:rPr>
              <a:t>AL BTN EXCEL</a:t>
            </a:r>
          </a:p>
        </p:txBody>
      </p:sp>
    </p:spTree>
    <p:extLst>
      <p:ext uri="{BB962C8B-B14F-4D97-AF65-F5344CB8AC3E}">
        <p14:creationId xmlns:p14="http://schemas.microsoft.com/office/powerpoint/2010/main" val="27612882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AAF97-BD34-43BF-E37F-6A63921EE2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0ABDF2-AECC-598C-6489-7C8E830F16EE}"/>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03961BF-DAFD-D0C1-3D6B-BA4AB7FB88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E80EACED-BB2A-45F3-189B-B2A4A55416B3}"/>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 name="Rectángulo 1">
            <a:extLst>
              <a:ext uri="{FF2B5EF4-FFF2-40B4-BE49-F238E27FC236}">
                <a16:creationId xmlns:a16="http://schemas.microsoft.com/office/drawing/2014/main" id="{B370873A-5D48-C56E-30C9-7F5CA3DA86A2}"/>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0" name="Rectángulo 9">
            <a:extLst>
              <a:ext uri="{FF2B5EF4-FFF2-40B4-BE49-F238E27FC236}">
                <a16:creationId xmlns:a16="http://schemas.microsoft.com/office/drawing/2014/main" id="{E374E6EB-EB15-E4E0-4BF8-DDB3B4C0D34D}"/>
              </a:ext>
            </a:extLst>
          </p:cNvPr>
          <p:cNvSpPr/>
          <p:nvPr/>
        </p:nvSpPr>
        <p:spPr>
          <a:xfrm>
            <a:off x="-1" y="434921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7" name="Rectángulo 26">
            <a:extLst>
              <a:ext uri="{FF2B5EF4-FFF2-40B4-BE49-F238E27FC236}">
                <a16:creationId xmlns:a16="http://schemas.microsoft.com/office/drawing/2014/main" id="{847D0A62-7DCB-7CF5-5547-69431AF8A91B}"/>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8" name="Rectángulo 27">
            <a:extLst>
              <a:ext uri="{FF2B5EF4-FFF2-40B4-BE49-F238E27FC236}">
                <a16:creationId xmlns:a16="http://schemas.microsoft.com/office/drawing/2014/main" id="{2BE60846-EF4E-EB99-6227-C1315AC3531A}"/>
              </a:ext>
            </a:extLst>
          </p:cNvPr>
          <p:cNvSpPr/>
          <p:nvPr/>
        </p:nvSpPr>
        <p:spPr>
          <a:xfrm>
            <a:off x="348813" y="3317068"/>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sp>
        <p:nvSpPr>
          <p:cNvPr id="31" name="Rectángulo 30">
            <a:extLst>
              <a:ext uri="{FF2B5EF4-FFF2-40B4-BE49-F238E27FC236}">
                <a16:creationId xmlns:a16="http://schemas.microsoft.com/office/drawing/2014/main" id="{D0670609-E4AA-C79A-B8F0-08336E9D8185}"/>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35" name="Rectángulo 34">
            <a:extLst>
              <a:ext uri="{FF2B5EF4-FFF2-40B4-BE49-F238E27FC236}">
                <a16:creationId xmlns:a16="http://schemas.microsoft.com/office/drawing/2014/main" id="{E92B9F5F-9C9C-1754-5A2A-99201B504502}"/>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CONTROL DE EQUIPOS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C0642EDE-7885-B06F-643D-E91E7B10C353}"/>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37" name="Rectángulo 36">
            <a:extLst>
              <a:ext uri="{FF2B5EF4-FFF2-40B4-BE49-F238E27FC236}">
                <a16:creationId xmlns:a16="http://schemas.microsoft.com/office/drawing/2014/main" id="{E462573D-03E6-BD70-1AE6-E22BE3982C7F}"/>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8" name="Imagen 37" descr="Dibujo de un animal con la boca abierta&#10;&#10;Descripción generada automáticamente con confianza baja">
            <a:extLst>
              <a:ext uri="{FF2B5EF4-FFF2-40B4-BE49-F238E27FC236}">
                <a16:creationId xmlns:a16="http://schemas.microsoft.com/office/drawing/2014/main" id="{EA1D5C57-F58D-E85B-6E92-992275B329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39" name="Rectángulo: esquinas redondeadas 38">
            <a:extLst>
              <a:ext uri="{FF2B5EF4-FFF2-40B4-BE49-F238E27FC236}">
                <a16:creationId xmlns:a16="http://schemas.microsoft.com/office/drawing/2014/main" id="{3F57863F-3687-C6C6-2D68-64A1439F9D96}"/>
              </a:ext>
            </a:extLst>
          </p:cNvPr>
          <p:cNvSpPr/>
          <p:nvPr/>
        </p:nvSpPr>
        <p:spPr>
          <a:xfrm>
            <a:off x="3053739" y="860089"/>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LISTA DE EQUIPOS REGISTRADOS</a:t>
            </a:r>
          </a:p>
        </p:txBody>
      </p:sp>
      <p:pic>
        <p:nvPicPr>
          <p:cNvPr id="45" name="Imagen 44" descr="Icono&#10;&#10;Descripción generada automáticamente">
            <a:extLst>
              <a:ext uri="{FF2B5EF4-FFF2-40B4-BE49-F238E27FC236}">
                <a16:creationId xmlns:a16="http://schemas.microsoft.com/office/drawing/2014/main" id="{57906164-EEEF-F263-745E-BC60F7F853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31035" y="4682142"/>
            <a:ext cx="361970" cy="361970"/>
          </a:xfrm>
          <a:prstGeom prst="rect">
            <a:avLst/>
          </a:prstGeom>
        </p:spPr>
      </p:pic>
      <p:sp>
        <p:nvSpPr>
          <p:cNvPr id="46" name="Rectángulo 45">
            <a:extLst>
              <a:ext uri="{FF2B5EF4-FFF2-40B4-BE49-F238E27FC236}">
                <a16:creationId xmlns:a16="http://schemas.microsoft.com/office/drawing/2014/main" id="{0FE76AC6-BA84-88FE-8CE8-0F3458D5E6C9}"/>
              </a:ext>
            </a:extLst>
          </p:cNvPr>
          <p:cNvSpPr/>
          <p:nvPr/>
        </p:nvSpPr>
        <p:spPr>
          <a:xfrm>
            <a:off x="3053739" y="240602"/>
            <a:ext cx="3956211" cy="523220"/>
          </a:xfrm>
          <a:prstGeom prst="rect">
            <a:avLst/>
          </a:prstGeom>
          <a:noFill/>
        </p:spPr>
        <p:txBody>
          <a:bodyPr wrap="squar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CONTROL DE EQUIPOS</a:t>
            </a:r>
          </a:p>
        </p:txBody>
      </p:sp>
      <p:sp>
        <p:nvSpPr>
          <p:cNvPr id="3" name="Rectángulo 2">
            <a:extLst>
              <a:ext uri="{FF2B5EF4-FFF2-40B4-BE49-F238E27FC236}">
                <a16:creationId xmlns:a16="http://schemas.microsoft.com/office/drawing/2014/main" id="{9989C830-08D7-CCA5-14FA-AD7666CF84D6}"/>
              </a:ext>
            </a:extLst>
          </p:cNvPr>
          <p:cNvSpPr/>
          <p:nvPr/>
        </p:nvSpPr>
        <p:spPr>
          <a:xfrm>
            <a:off x="8458150" y="1431728"/>
            <a:ext cx="1798938" cy="382612"/>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tx1"/>
                </a:solidFill>
              </a:rPr>
              <a:t>EXPORTAR A EXCEL</a:t>
            </a:r>
          </a:p>
        </p:txBody>
      </p:sp>
      <p:sp>
        <p:nvSpPr>
          <p:cNvPr id="8" name="Rectángulo 7">
            <a:extLst>
              <a:ext uri="{FF2B5EF4-FFF2-40B4-BE49-F238E27FC236}">
                <a16:creationId xmlns:a16="http://schemas.microsoft.com/office/drawing/2014/main" id="{821F7EEA-98AA-AC82-8FF7-555DBDB75634}"/>
              </a:ext>
            </a:extLst>
          </p:cNvPr>
          <p:cNvSpPr/>
          <p:nvPr/>
        </p:nvSpPr>
        <p:spPr>
          <a:xfrm>
            <a:off x="10395924" y="1445757"/>
            <a:ext cx="1465634" cy="38261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sp>
        <p:nvSpPr>
          <p:cNvPr id="9" name="Rectángulo 8">
            <a:extLst>
              <a:ext uri="{FF2B5EF4-FFF2-40B4-BE49-F238E27FC236}">
                <a16:creationId xmlns:a16="http://schemas.microsoft.com/office/drawing/2014/main" id="{0F3BE34F-3D55-ACE3-F1CE-24C99EB9F674}"/>
              </a:ext>
            </a:extLst>
          </p:cNvPr>
          <p:cNvSpPr/>
          <p:nvPr/>
        </p:nvSpPr>
        <p:spPr>
          <a:xfrm>
            <a:off x="3010263" y="2064228"/>
            <a:ext cx="8737058" cy="417261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11" name="Imagen 10" descr="Forma&#10;&#10;Descripción generada automáticamente con confianza baja">
            <a:extLst>
              <a:ext uri="{FF2B5EF4-FFF2-40B4-BE49-F238E27FC236}">
                <a16:creationId xmlns:a16="http://schemas.microsoft.com/office/drawing/2014/main" id="{8F7EF929-DF23-BA22-3D4F-EBA7DCDF96F1}"/>
              </a:ext>
            </a:extLst>
          </p:cNvPr>
          <p:cNvPicPr>
            <a:picLocks noChangeAspect="1"/>
          </p:cNvPicPr>
          <p:nvPr/>
        </p:nvPicPr>
        <p:blipFill>
          <a:blip r:embed="rId5">
            <a:extLst>
              <a:ext uri="{28A0092B-C50C-407E-A947-70E740481C1C}">
                <a14:useLocalDpi xmlns:a14="http://schemas.microsoft.com/office/drawing/2010/main" val="0"/>
              </a:ext>
            </a:extLst>
          </a:blip>
          <a:srcRect t="47106" b="47244"/>
          <a:stretch/>
        </p:blipFill>
        <p:spPr>
          <a:xfrm rot="5400000" flipV="1">
            <a:off x="9724614" y="4058969"/>
            <a:ext cx="4243743" cy="183130"/>
          </a:xfrm>
          <a:prstGeom prst="rect">
            <a:avLst/>
          </a:prstGeom>
        </p:spPr>
      </p:pic>
      <p:graphicFrame>
        <p:nvGraphicFramePr>
          <p:cNvPr id="12" name="Tabla 11">
            <a:extLst>
              <a:ext uri="{FF2B5EF4-FFF2-40B4-BE49-F238E27FC236}">
                <a16:creationId xmlns:a16="http://schemas.microsoft.com/office/drawing/2014/main" id="{4DDD7124-F80B-C950-3F89-CF683C623A5F}"/>
              </a:ext>
            </a:extLst>
          </p:cNvPr>
          <p:cNvGraphicFramePr>
            <a:graphicFrameLocks noGrp="1"/>
          </p:cNvGraphicFramePr>
          <p:nvPr>
            <p:extLst>
              <p:ext uri="{D42A27DB-BD31-4B8C-83A1-F6EECF244321}">
                <p14:modId xmlns:p14="http://schemas.microsoft.com/office/powerpoint/2010/main" val="261532730"/>
              </p:ext>
            </p:extLst>
          </p:nvPr>
        </p:nvGraphicFramePr>
        <p:xfrm>
          <a:off x="3010262" y="2063730"/>
          <a:ext cx="8744658" cy="274320"/>
        </p:xfrm>
        <a:graphic>
          <a:graphicData uri="http://schemas.openxmlformats.org/drawingml/2006/table">
            <a:tbl>
              <a:tblPr firstRow="1" bandRow="1">
                <a:tableStyleId>{5940675A-B579-460E-94D1-54222C63F5DA}</a:tableStyleId>
              </a:tblPr>
              <a:tblGrid>
                <a:gridCol w="1457443">
                  <a:extLst>
                    <a:ext uri="{9D8B030D-6E8A-4147-A177-3AD203B41FA5}">
                      <a16:colId xmlns:a16="http://schemas.microsoft.com/office/drawing/2014/main" val="26644584"/>
                    </a:ext>
                  </a:extLst>
                </a:gridCol>
                <a:gridCol w="1457443">
                  <a:extLst>
                    <a:ext uri="{9D8B030D-6E8A-4147-A177-3AD203B41FA5}">
                      <a16:colId xmlns:a16="http://schemas.microsoft.com/office/drawing/2014/main" val="4081335451"/>
                    </a:ext>
                  </a:extLst>
                </a:gridCol>
                <a:gridCol w="1457443">
                  <a:extLst>
                    <a:ext uri="{9D8B030D-6E8A-4147-A177-3AD203B41FA5}">
                      <a16:colId xmlns:a16="http://schemas.microsoft.com/office/drawing/2014/main" val="2807122850"/>
                    </a:ext>
                  </a:extLst>
                </a:gridCol>
                <a:gridCol w="1457443">
                  <a:extLst>
                    <a:ext uri="{9D8B030D-6E8A-4147-A177-3AD203B41FA5}">
                      <a16:colId xmlns:a16="http://schemas.microsoft.com/office/drawing/2014/main" val="2362622836"/>
                    </a:ext>
                  </a:extLst>
                </a:gridCol>
                <a:gridCol w="1457443">
                  <a:extLst>
                    <a:ext uri="{9D8B030D-6E8A-4147-A177-3AD203B41FA5}">
                      <a16:colId xmlns:a16="http://schemas.microsoft.com/office/drawing/2014/main" val="1723234723"/>
                    </a:ext>
                  </a:extLst>
                </a:gridCol>
                <a:gridCol w="1457443">
                  <a:extLst>
                    <a:ext uri="{9D8B030D-6E8A-4147-A177-3AD203B41FA5}">
                      <a16:colId xmlns:a16="http://schemas.microsoft.com/office/drawing/2014/main" val="1005152080"/>
                    </a:ext>
                  </a:extLst>
                </a:gridCol>
              </a:tblGrid>
              <a:tr h="273712">
                <a:tc>
                  <a:txBody>
                    <a:bodyPr/>
                    <a:lstStyle/>
                    <a:p>
                      <a:pPr algn="ctr"/>
                      <a:r>
                        <a:rPr lang="es-PE" sz="1200" dirty="0"/>
                        <a:t>LAB</a:t>
                      </a:r>
                    </a:p>
                  </a:txBody>
                  <a:tcPr/>
                </a:tc>
                <a:tc>
                  <a:txBody>
                    <a:bodyPr/>
                    <a:lstStyle/>
                    <a:p>
                      <a:pPr algn="ctr"/>
                      <a:r>
                        <a:rPr lang="es-PE" sz="1200" dirty="0"/>
                        <a:t>TIPO</a:t>
                      </a:r>
                    </a:p>
                  </a:txBody>
                  <a:tcPr/>
                </a:tc>
                <a:tc>
                  <a:txBody>
                    <a:bodyPr/>
                    <a:lstStyle/>
                    <a:p>
                      <a:pPr algn="ctr"/>
                      <a:r>
                        <a:rPr lang="es-PE" sz="1200" dirty="0"/>
                        <a:t>Código Patri.</a:t>
                      </a:r>
                    </a:p>
                  </a:txBody>
                  <a:tcPr/>
                </a:tc>
                <a:tc>
                  <a:txBody>
                    <a:bodyPr/>
                    <a:lstStyle/>
                    <a:p>
                      <a:pPr algn="ctr"/>
                      <a:r>
                        <a:rPr lang="es-PE" sz="1200" dirty="0"/>
                        <a:t>Hora Inicio</a:t>
                      </a:r>
                    </a:p>
                  </a:txBody>
                  <a:tcPr/>
                </a:tc>
                <a:tc>
                  <a:txBody>
                    <a:bodyPr/>
                    <a:lstStyle/>
                    <a:p>
                      <a:pPr algn="ctr"/>
                      <a:r>
                        <a:rPr lang="es-PE" sz="1200" dirty="0"/>
                        <a:t>Número de Serie</a:t>
                      </a:r>
                    </a:p>
                  </a:txBody>
                  <a:tcPr/>
                </a:tc>
                <a:tc>
                  <a:txBody>
                    <a:bodyPr/>
                    <a:lstStyle/>
                    <a:p>
                      <a:pPr algn="ctr"/>
                      <a:r>
                        <a:rPr lang="es-PE" sz="1200" dirty="0"/>
                        <a:t>Estado</a:t>
                      </a:r>
                    </a:p>
                  </a:txBody>
                  <a:tcPr/>
                </a:tc>
                <a:extLst>
                  <a:ext uri="{0D108BD9-81ED-4DB2-BD59-A6C34878D82A}">
                    <a16:rowId xmlns:a16="http://schemas.microsoft.com/office/drawing/2014/main" val="3345665735"/>
                  </a:ext>
                </a:extLst>
              </a:tr>
            </a:tbl>
          </a:graphicData>
        </a:graphic>
      </p:graphicFrame>
      <p:sp>
        <p:nvSpPr>
          <p:cNvPr id="17" name="Rectángulo 16">
            <a:extLst>
              <a:ext uri="{FF2B5EF4-FFF2-40B4-BE49-F238E27FC236}">
                <a16:creationId xmlns:a16="http://schemas.microsoft.com/office/drawing/2014/main" id="{0880EED3-306D-03D9-5F59-308194F34C30}"/>
              </a:ext>
            </a:extLst>
          </p:cNvPr>
          <p:cNvSpPr/>
          <p:nvPr/>
        </p:nvSpPr>
        <p:spPr>
          <a:xfrm>
            <a:off x="4366603" y="1563960"/>
            <a:ext cx="2999953" cy="259597"/>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8" name="Rectángulo 17">
            <a:extLst>
              <a:ext uri="{FF2B5EF4-FFF2-40B4-BE49-F238E27FC236}">
                <a16:creationId xmlns:a16="http://schemas.microsoft.com/office/drawing/2014/main" id="{61BCB6CA-CB08-B3D8-0A74-395FF61649EF}"/>
              </a:ext>
            </a:extLst>
          </p:cNvPr>
          <p:cNvSpPr/>
          <p:nvPr/>
        </p:nvSpPr>
        <p:spPr>
          <a:xfrm>
            <a:off x="2952779" y="1473673"/>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19" name="Imagen 18" descr="Icono&#10;&#10;Descripción generada automáticamente">
            <a:extLst>
              <a:ext uri="{FF2B5EF4-FFF2-40B4-BE49-F238E27FC236}">
                <a16:creationId xmlns:a16="http://schemas.microsoft.com/office/drawing/2014/main" id="{EEBB1EA5-4080-4D0F-9B30-AE4FC9E0855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11689" y="1560820"/>
            <a:ext cx="438100" cy="438100"/>
          </a:xfrm>
          <a:prstGeom prst="rect">
            <a:avLst/>
          </a:prstGeom>
        </p:spPr>
      </p:pic>
      <p:sp>
        <p:nvSpPr>
          <p:cNvPr id="20" name="Rectángulo 19">
            <a:extLst>
              <a:ext uri="{FF2B5EF4-FFF2-40B4-BE49-F238E27FC236}">
                <a16:creationId xmlns:a16="http://schemas.microsoft.com/office/drawing/2014/main" id="{65D6E67A-2359-A598-3BA2-3D0768946373}"/>
              </a:ext>
            </a:extLst>
          </p:cNvPr>
          <p:cNvSpPr/>
          <p:nvPr/>
        </p:nvSpPr>
        <p:spPr>
          <a:xfrm>
            <a:off x="4337099" y="1539871"/>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21" name="Rectángulo 20">
            <a:extLst>
              <a:ext uri="{FF2B5EF4-FFF2-40B4-BE49-F238E27FC236}">
                <a16:creationId xmlns:a16="http://schemas.microsoft.com/office/drawing/2014/main" id="{8C8C4015-0961-460C-34D3-14DF48C28855}"/>
              </a:ext>
            </a:extLst>
          </p:cNvPr>
          <p:cNvSpPr/>
          <p:nvPr/>
        </p:nvSpPr>
        <p:spPr>
          <a:xfrm>
            <a:off x="3167591" y="2785933"/>
            <a:ext cx="8564396" cy="1938992"/>
          </a:xfrm>
          <a:prstGeom prst="rect">
            <a:avLst/>
          </a:prstGeom>
          <a:noFill/>
        </p:spPr>
        <p:txBody>
          <a:bodyPr wrap="none" lIns="91440" tIns="45720" rIns="91440" bIns="45720">
            <a:spAutoFit/>
          </a:bodyPr>
          <a:lstStyle/>
          <a:p>
            <a:pPr algn="ctr"/>
            <a:r>
              <a:rPr lang="es-ES" sz="2400" b="0" cap="none" spc="0" dirty="0">
                <a:ln w="0"/>
                <a:solidFill>
                  <a:schemeClr val="tx1"/>
                </a:solidFill>
                <a:effectLst>
                  <a:outerShdw blurRad="38100" dist="19050" dir="2700000" algn="tl" rotWithShape="0">
                    <a:schemeClr val="dk1">
                      <a:alpha val="40000"/>
                    </a:schemeClr>
                  </a:outerShdw>
                </a:effectLst>
              </a:rPr>
              <a:t>SI DESEAS EXPORTAR LOS EQUIPOS OPERATIVOS, ESCRIBE </a:t>
            </a:r>
          </a:p>
          <a:p>
            <a:pPr algn="ctr"/>
            <a:r>
              <a:rPr lang="es-ES" sz="2400" dirty="0">
                <a:ln w="0"/>
                <a:effectLst>
                  <a:outerShdw blurRad="38100" dist="19050" dir="2700000" algn="tl" rotWithShape="0">
                    <a:schemeClr val="dk1">
                      <a:alpha val="40000"/>
                    </a:schemeClr>
                  </a:outerShdw>
                </a:effectLst>
              </a:rPr>
              <a:t>OPERATIVOS EN EL BUSCAR, TMB PUEDES EXPORTAR POR</a:t>
            </a:r>
          </a:p>
          <a:p>
            <a:pPr algn="ctr"/>
            <a:r>
              <a:rPr lang="es-ES" sz="2400" b="0" cap="none" spc="0" dirty="0">
                <a:ln w="0"/>
                <a:solidFill>
                  <a:schemeClr val="tx1"/>
                </a:solidFill>
                <a:effectLst>
                  <a:outerShdw blurRad="38100" dist="19050" dir="2700000" algn="tl" rotWithShape="0">
                    <a:schemeClr val="dk1">
                      <a:alpha val="40000"/>
                    </a:schemeClr>
                  </a:outerShdw>
                </a:effectLst>
              </a:rPr>
              <a:t>LABORATORIO</a:t>
            </a:r>
            <a:r>
              <a:rPr lang="es-ES" sz="2400" dirty="0">
                <a:ln w="0"/>
                <a:effectLst>
                  <a:outerShdw blurRad="38100" dist="19050" dir="2700000" algn="tl" rotWithShape="0">
                    <a:schemeClr val="dk1">
                      <a:alpha val="40000"/>
                    </a:schemeClr>
                  </a:outerShdw>
                </a:effectLst>
              </a:rPr>
              <a:t>, </a:t>
            </a:r>
          </a:p>
          <a:p>
            <a:pPr algn="ctr"/>
            <a:r>
              <a:rPr lang="es-ES" sz="2400" b="0" cap="none" spc="0" dirty="0">
                <a:ln w="0"/>
                <a:solidFill>
                  <a:schemeClr val="tx1"/>
                </a:solidFill>
                <a:effectLst>
                  <a:outerShdw blurRad="38100" dist="19050" dir="2700000" algn="tl" rotWithShape="0">
                    <a:schemeClr val="dk1">
                      <a:alpha val="40000"/>
                    </a:schemeClr>
                  </a:outerShdw>
                </a:effectLst>
              </a:rPr>
              <a:t>IMPORTANTE: QUE EN LA COLUMNA “LAB” NO DIGA 1,2,3,ETC.</a:t>
            </a:r>
          </a:p>
          <a:p>
            <a:pPr algn="ctr"/>
            <a:r>
              <a:rPr lang="es-ES" sz="2400" dirty="0">
                <a:ln w="0"/>
                <a:effectLst>
                  <a:outerShdw blurRad="38100" dist="19050" dir="2700000" algn="tl" rotWithShape="0">
                    <a:schemeClr val="dk1">
                      <a:alpha val="40000"/>
                    </a:schemeClr>
                  </a:outerShdw>
                </a:effectLst>
              </a:rPr>
              <a:t>SINO LABORATORIO 1, LABORATORIO 2, ETC.</a:t>
            </a:r>
            <a:endParaRPr lang="es-ES" sz="2400" b="0" cap="none" spc="0" dirty="0">
              <a:ln w="0"/>
              <a:solidFill>
                <a:schemeClr val="tx1"/>
              </a:solidFill>
              <a:effectLst>
                <a:outerShdw blurRad="38100" dist="19050" dir="2700000" algn="tl" rotWithShape="0">
                  <a:schemeClr val="dk1">
                    <a:alpha val="40000"/>
                  </a:schemeClr>
                </a:outerShdw>
              </a:effectLst>
            </a:endParaRPr>
          </a:p>
        </p:txBody>
      </p:sp>
      <p:pic>
        <p:nvPicPr>
          <p:cNvPr id="6" name="Imagen 5" descr="Icono&#10;&#10;Descripción generada automáticamente">
            <a:extLst>
              <a:ext uri="{FF2B5EF4-FFF2-40B4-BE49-F238E27FC236}">
                <a16:creationId xmlns:a16="http://schemas.microsoft.com/office/drawing/2014/main" id="{0E8FB92C-E1A5-C065-F140-4E98AE68AA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625687" y="1598847"/>
            <a:ext cx="438100" cy="438100"/>
          </a:xfrm>
          <a:prstGeom prst="rect">
            <a:avLst/>
          </a:prstGeom>
        </p:spPr>
      </p:pic>
      <p:pic>
        <p:nvPicPr>
          <p:cNvPr id="13" name="Imagen 12" descr="Icono&#10;&#10;Descripción generada automáticamente">
            <a:extLst>
              <a:ext uri="{FF2B5EF4-FFF2-40B4-BE49-F238E27FC236}">
                <a16:creationId xmlns:a16="http://schemas.microsoft.com/office/drawing/2014/main" id="{48CAEE33-44C0-DA0B-668D-A783BB7860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10054" y="1673027"/>
            <a:ext cx="364515" cy="361970"/>
          </a:xfrm>
          <a:prstGeom prst="rect">
            <a:avLst/>
          </a:prstGeom>
        </p:spPr>
      </p:pic>
      <p:pic>
        <p:nvPicPr>
          <p:cNvPr id="14" name="Imagen 13" descr="Icono&#10;&#10;Descripción generada automáticamente">
            <a:extLst>
              <a:ext uri="{FF2B5EF4-FFF2-40B4-BE49-F238E27FC236}">
                <a16:creationId xmlns:a16="http://schemas.microsoft.com/office/drawing/2014/main" id="{74637A7A-50A0-7AE0-0B5D-0322F7B4768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41642" y="6288602"/>
            <a:ext cx="438100" cy="438100"/>
          </a:xfrm>
          <a:prstGeom prst="rect">
            <a:avLst/>
          </a:prstGeom>
        </p:spPr>
      </p:pic>
    </p:spTree>
    <p:extLst>
      <p:ext uri="{BB962C8B-B14F-4D97-AF65-F5344CB8AC3E}">
        <p14:creationId xmlns:p14="http://schemas.microsoft.com/office/powerpoint/2010/main" val="2712913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5B37-32D9-AEB2-6F5F-7F6AB3409A2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4C220AA-6DE6-390C-7186-BBE4FB4D173C}"/>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DB793C68-07A5-3636-1D94-8B2024B75F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6" name="Rectángulo 5">
            <a:extLst>
              <a:ext uri="{FF2B5EF4-FFF2-40B4-BE49-F238E27FC236}">
                <a16:creationId xmlns:a16="http://schemas.microsoft.com/office/drawing/2014/main" id="{7D5F7280-0242-D758-E22F-0BCAFE86E9A5}"/>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7" name="Rectángulo 6">
            <a:extLst>
              <a:ext uri="{FF2B5EF4-FFF2-40B4-BE49-F238E27FC236}">
                <a16:creationId xmlns:a16="http://schemas.microsoft.com/office/drawing/2014/main" id="{08CC31B8-6351-0187-A77A-00F1E829F518}"/>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4D1C1CDC-8EFC-AC1B-4B58-977D30000ACB}"/>
              </a:ext>
            </a:extLst>
          </p:cNvPr>
          <p:cNvSpPr/>
          <p:nvPr/>
        </p:nvSpPr>
        <p:spPr>
          <a:xfrm>
            <a:off x="3019451" y="316201"/>
            <a:ext cx="3978974"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CONTROL DE EQUIPOS</a:t>
            </a:r>
          </a:p>
        </p:txBody>
      </p:sp>
      <p:sp>
        <p:nvSpPr>
          <p:cNvPr id="10" name="Rectángulo 9">
            <a:extLst>
              <a:ext uri="{FF2B5EF4-FFF2-40B4-BE49-F238E27FC236}">
                <a16:creationId xmlns:a16="http://schemas.microsoft.com/office/drawing/2014/main" id="{6F4A4633-FE44-40A1-E188-CC502C75671C}"/>
              </a:ext>
            </a:extLst>
          </p:cNvPr>
          <p:cNvSpPr/>
          <p:nvPr/>
        </p:nvSpPr>
        <p:spPr>
          <a:xfrm>
            <a:off x="3189053" y="4196781"/>
            <a:ext cx="8737058" cy="2376834"/>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12264A1D-89EE-F64D-7C7E-3CDE5CAA2992}"/>
              </a:ext>
            </a:extLst>
          </p:cNvPr>
          <p:cNvSpPr/>
          <p:nvPr/>
        </p:nvSpPr>
        <p:spPr>
          <a:xfrm>
            <a:off x="-1" y="4358130"/>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esquinas redondeadas 11">
            <a:extLst>
              <a:ext uri="{FF2B5EF4-FFF2-40B4-BE49-F238E27FC236}">
                <a16:creationId xmlns:a16="http://schemas.microsoft.com/office/drawing/2014/main" id="{5C6EC73B-54D7-75CB-6A75-C6C67CFEDE49}"/>
              </a:ext>
            </a:extLst>
          </p:cNvPr>
          <p:cNvSpPr/>
          <p:nvPr/>
        </p:nvSpPr>
        <p:spPr>
          <a:xfrm>
            <a:off x="3339830" y="3879514"/>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LISTA DE EQUIPOS REGISTRADOS</a:t>
            </a:r>
          </a:p>
        </p:txBody>
      </p:sp>
      <p:sp>
        <p:nvSpPr>
          <p:cNvPr id="15" name="Rectángulo 14">
            <a:extLst>
              <a:ext uri="{FF2B5EF4-FFF2-40B4-BE49-F238E27FC236}">
                <a16:creationId xmlns:a16="http://schemas.microsoft.com/office/drawing/2014/main" id="{478A7031-F27A-9945-B52E-B96BA3C8AFFF}"/>
              </a:ext>
            </a:extLst>
          </p:cNvPr>
          <p:cNvSpPr>
            <a:spLocks/>
          </p:cNvSpPr>
          <p:nvPr/>
        </p:nvSpPr>
        <p:spPr>
          <a:xfrm>
            <a:off x="3189053" y="1302014"/>
            <a:ext cx="8737058" cy="2216616"/>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475FF214-6B17-7EC1-0052-E80468043C57}"/>
              </a:ext>
            </a:extLst>
          </p:cNvPr>
          <p:cNvSpPr/>
          <p:nvPr/>
        </p:nvSpPr>
        <p:spPr>
          <a:xfrm>
            <a:off x="4245069" y="2544293"/>
            <a:ext cx="1678665"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a:t>
            </a:r>
            <a:r>
              <a:rPr lang="es-ES" sz="1400" b="1" dirty="0">
                <a:ln w="0">
                  <a:noFill/>
                </a:ln>
                <a:solidFill>
                  <a:schemeClr val="accent2"/>
                </a:solidFill>
                <a:latin typeface="Poppins" panose="00000500000000000000" pitchFamily="2" charset="0"/>
                <a:cs typeface="Poppins" panose="00000500000000000000" pitchFamily="2" charset="0"/>
              </a:rPr>
              <a:t>úmero de Serie</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AD5C6398-237B-9D54-EA26-1E58BE363717}"/>
              </a:ext>
            </a:extLst>
          </p:cNvPr>
          <p:cNvSpPr/>
          <p:nvPr/>
        </p:nvSpPr>
        <p:spPr>
          <a:xfrm>
            <a:off x="3442969" y="1047557"/>
            <a:ext cx="281205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REGISTRO DE EQUIPOS</a:t>
            </a:r>
          </a:p>
        </p:txBody>
      </p:sp>
      <p:sp>
        <p:nvSpPr>
          <p:cNvPr id="17" name="Rectángulo 16">
            <a:extLst>
              <a:ext uri="{FF2B5EF4-FFF2-40B4-BE49-F238E27FC236}">
                <a16:creationId xmlns:a16="http://schemas.microsoft.com/office/drawing/2014/main" id="{53A4D1F8-CBB9-A596-D828-77D9B8DED9A3}"/>
              </a:ext>
            </a:extLst>
          </p:cNvPr>
          <p:cNvSpPr/>
          <p:nvPr/>
        </p:nvSpPr>
        <p:spPr>
          <a:xfrm>
            <a:off x="10480894" y="687082"/>
            <a:ext cx="1385479" cy="368983"/>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18" name="Rectángulo 17">
            <a:extLst>
              <a:ext uri="{FF2B5EF4-FFF2-40B4-BE49-F238E27FC236}">
                <a16:creationId xmlns:a16="http://schemas.microsoft.com/office/drawing/2014/main" id="{9772E97B-C628-AFA1-82A1-93BA4A6FF63C}"/>
              </a:ext>
            </a:extLst>
          </p:cNvPr>
          <p:cNvSpPr/>
          <p:nvPr/>
        </p:nvSpPr>
        <p:spPr>
          <a:xfrm>
            <a:off x="7894225" y="2904829"/>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9" name="Rectángulo 18">
            <a:extLst>
              <a:ext uri="{FF2B5EF4-FFF2-40B4-BE49-F238E27FC236}">
                <a16:creationId xmlns:a16="http://schemas.microsoft.com/office/drawing/2014/main" id="{2379801D-7662-D028-839E-471F811835C2}"/>
              </a:ext>
            </a:extLst>
          </p:cNvPr>
          <p:cNvSpPr/>
          <p:nvPr/>
        </p:nvSpPr>
        <p:spPr>
          <a:xfrm>
            <a:off x="7879102" y="2566066"/>
            <a:ext cx="1922321"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Código Patrimonial</a:t>
            </a:r>
          </a:p>
        </p:txBody>
      </p:sp>
      <p:sp>
        <p:nvSpPr>
          <p:cNvPr id="23" name="Rectángulo 22">
            <a:extLst>
              <a:ext uri="{FF2B5EF4-FFF2-40B4-BE49-F238E27FC236}">
                <a16:creationId xmlns:a16="http://schemas.microsoft.com/office/drawing/2014/main" id="{7F104C1C-C143-0E1D-5B09-3282A3DE6507}"/>
              </a:ext>
            </a:extLst>
          </p:cNvPr>
          <p:cNvSpPr/>
          <p:nvPr/>
        </p:nvSpPr>
        <p:spPr>
          <a:xfrm>
            <a:off x="4416590" y="1658272"/>
            <a:ext cx="1507144"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Tipo de Equipo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6" name="Rectángulo 25">
            <a:extLst>
              <a:ext uri="{FF2B5EF4-FFF2-40B4-BE49-F238E27FC236}">
                <a16:creationId xmlns:a16="http://schemas.microsoft.com/office/drawing/2014/main" id="{BA55F4A1-4F09-A43D-B231-43BCAD3B200B}"/>
              </a:ext>
            </a:extLst>
          </p:cNvPr>
          <p:cNvSpPr/>
          <p:nvPr/>
        </p:nvSpPr>
        <p:spPr>
          <a:xfrm>
            <a:off x="7067819" y="1658271"/>
            <a:ext cx="1218603"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cxnSp>
        <p:nvCxnSpPr>
          <p:cNvPr id="31" name="Conector recto 30">
            <a:extLst>
              <a:ext uri="{FF2B5EF4-FFF2-40B4-BE49-F238E27FC236}">
                <a16:creationId xmlns:a16="http://schemas.microsoft.com/office/drawing/2014/main" id="{04AAA063-1BBC-6778-7A6F-FF43A720CCB0}"/>
              </a:ext>
            </a:extLst>
          </p:cNvPr>
          <p:cNvCxnSpPr>
            <a:cxnSpLocks/>
          </p:cNvCxnSpPr>
          <p:nvPr/>
        </p:nvCxnSpPr>
        <p:spPr>
          <a:xfrm>
            <a:off x="3189052" y="4767026"/>
            <a:ext cx="8737059" cy="0"/>
          </a:xfrm>
          <a:prstGeom prst="line">
            <a:avLst/>
          </a:prstGeom>
        </p:spPr>
        <p:style>
          <a:lnRef idx="2">
            <a:schemeClr val="dk1"/>
          </a:lnRef>
          <a:fillRef idx="0">
            <a:schemeClr val="dk1"/>
          </a:fillRef>
          <a:effectRef idx="1">
            <a:schemeClr val="dk1"/>
          </a:effectRef>
          <a:fontRef idx="minor">
            <a:schemeClr val="tx1"/>
          </a:fontRef>
        </p:style>
      </p:cxnSp>
      <p:sp>
        <p:nvSpPr>
          <p:cNvPr id="34" name="Rectángulo 33">
            <a:extLst>
              <a:ext uri="{FF2B5EF4-FFF2-40B4-BE49-F238E27FC236}">
                <a16:creationId xmlns:a16="http://schemas.microsoft.com/office/drawing/2014/main" id="{24D21349-021D-1480-8F35-28B8FFB08711}"/>
              </a:ext>
            </a:extLst>
          </p:cNvPr>
          <p:cNvSpPr/>
          <p:nvPr/>
        </p:nvSpPr>
        <p:spPr>
          <a:xfrm>
            <a:off x="385267" y="5842870"/>
            <a:ext cx="1901953" cy="731760"/>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CERRAR SESIÓN</a:t>
            </a:r>
          </a:p>
        </p:txBody>
      </p:sp>
      <p:sp>
        <p:nvSpPr>
          <p:cNvPr id="35" name="Rectángulo 34">
            <a:extLst>
              <a:ext uri="{FF2B5EF4-FFF2-40B4-BE49-F238E27FC236}">
                <a16:creationId xmlns:a16="http://schemas.microsoft.com/office/drawing/2014/main" id="{D6A284C0-3875-21F0-DDA9-8418288CB0B6}"/>
              </a:ext>
            </a:extLst>
          </p:cNvPr>
          <p:cNvSpPr/>
          <p:nvPr/>
        </p:nvSpPr>
        <p:spPr>
          <a:xfrm>
            <a:off x="375598" y="3407420"/>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pic>
        <p:nvPicPr>
          <p:cNvPr id="37" name="Imagen 36" descr="Icono&#10;&#10;Descripción generada automáticamente">
            <a:extLst>
              <a:ext uri="{FF2B5EF4-FFF2-40B4-BE49-F238E27FC236}">
                <a16:creationId xmlns:a16="http://schemas.microsoft.com/office/drawing/2014/main" id="{05ED01B9-629F-17A3-49F2-4B6CB08BBA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9566" y="3380945"/>
            <a:ext cx="438100" cy="438100"/>
          </a:xfrm>
          <a:prstGeom prst="rect">
            <a:avLst/>
          </a:prstGeom>
        </p:spPr>
      </p:pic>
      <p:sp>
        <p:nvSpPr>
          <p:cNvPr id="42" name="Rectángulo 41">
            <a:extLst>
              <a:ext uri="{FF2B5EF4-FFF2-40B4-BE49-F238E27FC236}">
                <a16:creationId xmlns:a16="http://schemas.microsoft.com/office/drawing/2014/main" id="{6A76CF67-2523-EE1E-62C4-9941F0277653}"/>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3" name="Rectángulo 42">
            <a:extLst>
              <a:ext uri="{FF2B5EF4-FFF2-40B4-BE49-F238E27FC236}">
                <a16:creationId xmlns:a16="http://schemas.microsoft.com/office/drawing/2014/main" id="{69227B41-F9ED-124F-7BCB-2665811E7C2A}"/>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CONTROL DE EQUIPOS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sp>
        <p:nvSpPr>
          <p:cNvPr id="45" name="Rectángulo 44">
            <a:extLst>
              <a:ext uri="{FF2B5EF4-FFF2-40B4-BE49-F238E27FC236}">
                <a16:creationId xmlns:a16="http://schemas.microsoft.com/office/drawing/2014/main" id="{C75FBC27-2F5D-0E38-D329-02CA4E94B35F}"/>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0D4736D4-0D44-3F4A-A120-86C57E60EC1E}"/>
              </a:ext>
            </a:extLst>
          </p:cNvPr>
          <p:cNvPicPr>
            <a:picLocks noChangeAspect="1"/>
          </p:cNvPicPr>
          <p:nvPr/>
        </p:nvPicPr>
        <p:blipFill>
          <a:blip r:embed="rId4">
            <a:extLst>
              <a:ext uri="{28A0092B-C50C-407E-A947-70E740481C1C}">
                <a14:useLocalDpi xmlns:a14="http://schemas.microsoft.com/office/drawing/2010/main" val="0"/>
              </a:ext>
            </a:extLst>
          </a:blip>
          <a:srcRect t="47106" b="47244"/>
          <a:stretch/>
        </p:blipFill>
        <p:spPr>
          <a:xfrm flipV="1">
            <a:off x="3144976" y="6417656"/>
            <a:ext cx="8801552" cy="137712"/>
          </a:xfrm>
          <a:prstGeom prst="rect">
            <a:avLst/>
          </a:prstGeom>
        </p:spPr>
      </p:pic>
      <p:sp>
        <p:nvSpPr>
          <p:cNvPr id="33" name="Rectángulo 32">
            <a:extLst>
              <a:ext uri="{FF2B5EF4-FFF2-40B4-BE49-F238E27FC236}">
                <a16:creationId xmlns:a16="http://schemas.microsoft.com/office/drawing/2014/main" id="{5E3DD97B-C074-9C05-C418-52BFF9D4AA33}"/>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C5ADEC84-1549-F155-3717-1ADD8401A240}"/>
              </a:ext>
            </a:extLst>
          </p:cNvPr>
          <p:cNvSpPr/>
          <p:nvPr/>
        </p:nvSpPr>
        <p:spPr>
          <a:xfrm>
            <a:off x="8929463" y="678573"/>
            <a:ext cx="1385479" cy="368983"/>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MODIFICAR</a:t>
            </a:r>
          </a:p>
        </p:txBody>
      </p:sp>
      <p:sp>
        <p:nvSpPr>
          <p:cNvPr id="8" name="Rectángulo 7">
            <a:extLst>
              <a:ext uri="{FF2B5EF4-FFF2-40B4-BE49-F238E27FC236}">
                <a16:creationId xmlns:a16="http://schemas.microsoft.com/office/drawing/2014/main" id="{72B43396-73E3-3D87-DC4C-E0FEE57CCB35}"/>
              </a:ext>
            </a:extLst>
          </p:cNvPr>
          <p:cNvSpPr/>
          <p:nvPr/>
        </p:nvSpPr>
        <p:spPr>
          <a:xfrm>
            <a:off x="7374629" y="678572"/>
            <a:ext cx="1385479" cy="368983"/>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sp>
        <p:nvSpPr>
          <p:cNvPr id="13" name="Rectángulo 12">
            <a:extLst>
              <a:ext uri="{FF2B5EF4-FFF2-40B4-BE49-F238E27FC236}">
                <a16:creationId xmlns:a16="http://schemas.microsoft.com/office/drawing/2014/main" id="{4CC80353-34CA-8841-DF16-96338F775F79}"/>
              </a:ext>
            </a:extLst>
          </p:cNvPr>
          <p:cNvSpPr>
            <a:spLocks noGrp="1" noRot="1" noMove="1" noResize="1" noEditPoints="1" noAdjustHandles="1" noChangeArrowheads="1" noChangeShapeType="1"/>
          </p:cNvSpPr>
          <p:nvPr/>
        </p:nvSpPr>
        <p:spPr>
          <a:xfrm>
            <a:off x="8919472" y="3811913"/>
            <a:ext cx="2999953" cy="259597"/>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8" name="Rectángulo 37">
            <a:extLst>
              <a:ext uri="{FF2B5EF4-FFF2-40B4-BE49-F238E27FC236}">
                <a16:creationId xmlns:a16="http://schemas.microsoft.com/office/drawing/2014/main" id="{D3D7FD1A-F58F-4822-79DC-219C298682E6}"/>
              </a:ext>
            </a:extLst>
          </p:cNvPr>
          <p:cNvSpPr/>
          <p:nvPr/>
        </p:nvSpPr>
        <p:spPr>
          <a:xfrm>
            <a:off x="7505648" y="3721626"/>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39" name="Imagen 38" descr="Dibujo de un animal con la boca abierta&#10;&#10;Descripción generada automáticamente con confianza baja">
            <a:extLst>
              <a:ext uri="{FF2B5EF4-FFF2-40B4-BE49-F238E27FC236}">
                <a16:creationId xmlns:a16="http://schemas.microsoft.com/office/drawing/2014/main" id="{FF9AB07E-7623-C15E-89D9-3F2F9BEAC7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pic>
        <p:nvPicPr>
          <p:cNvPr id="40" name="Imagen 39" descr="Icono&#10;&#10;Descripción generada automáticamente">
            <a:extLst>
              <a:ext uri="{FF2B5EF4-FFF2-40B4-BE49-F238E27FC236}">
                <a16:creationId xmlns:a16="http://schemas.microsoft.com/office/drawing/2014/main" id="{F0A744BB-912C-46D3-66BE-74DA43FB23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51533" y="802355"/>
            <a:ext cx="438100" cy="438100"/>
          </a:xfrm>
          <a:prstGeom prst="rect">
            <a:avLst/>
          </a:prstGeom>
        </p:spPr>
      </p:pic>
      <p:pic>
        <p:nvPicPr>
          <p:cNvPr id="44" name="Imagen 43" descr="Icono&#10;&#10;Descripción generada automáticamente">
            <a:extLst>
              <a:ext uri="{FF2B5EF4-FFF2-40B4-BE49-F238E27FC236}">
                <a16:creationId xmlns:a16="http://schemas.microsoft.com/office/drawing/2014/main" id="{49873044-404C-EF83-1C10-2BDCA416C5C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62292" y="4687716"/>
            <a:ext cx="361970" cy="361970"/>
          </a:xfrm>
          <a:prstGeom prst="rect">
            <a:avLst/>
          </a:prstGeom>
        </p:spPr>
      </p:pic>
      <p:pic>
        <p:nvPicPr>
          <p:cNvPr id="46" name="Imagen 45" descr="Icono&#10;&#10;Descripción generada automáticamente">
            <a:extLst>
              <a:ext uri="{FF2B5EF4-FFF2-40B4-BE49-F238E27FC236}">
                <a16:creationId xmlns:a16="http://schemas.microsoft.com/office/drawing/2014/main" id="{A26B78D1-68D3-40FE-3862-C1AE39EC15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40031" y="931066"/>
            <a:ext cx="342174" cy="303186"/>
          </a:xfrm>
          <a:prstGeom prst="rect">
            <a:avLst/>
          </a:prstGeom>
        </p:spPr>
      </p:pic>
      <p:pic>
        <p:nvPicPr>
          <p:cNvPr id="47" name="Imagen 46" descr="Icono&#10;&#10;Descripción generada automáticamente">
            <a:extLst>
              <a:ext uri="{FF2B5EF4-FFF2-40B4-BE49-F238E27FC236}">
                <a16:creationId xmlns:a16="http://schemas.microsoft.com/office/drawing/2014/main" id="{F4255FAA-F281-6D36-2AD0-FE8DC85A56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90512" y="6373375"/>
            <a:ext cx="361970" cy="361970"/>
          </a:xfrm>
          <a:prstGeom prst="rect">
            <a:avLst/>
          </a:prstGeom>
        </p:spPr>
      </p:pic>
      <p:sp>
        <p:nvSpPr>
          <p:cNvPr id="49" name="Rectángulo 48">
            <a:extLst>
              <a:ext uri="{FF2B5EF4-FFF2-40B4-BE49-F238E27FC236}">
                <a16:creationId xmlns:a16="http://schemas.microsoft.com/office/drawing/2014/main" id="{6F1EAAD9-B5DD-4DE6-F6D9-5E85D4DDC764}"/>
              </a:ext>
            </a:extLst>
          </p:cNvPr>
          <p:cNvSpPr/>
          <p:nvPr/>
        </p:nvSpPr>
        <p:spPr>
          <a:xfrm>
            <a:off x="4297353" y="2925685"/>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8" name="Rectángulo 47">
            <a:extLst>
              <a:ext uri="{FF2B5EF4-FFF2-40B4-BE49-F238E27FC236}">
                <a16:creationId xmlns:a16="http://schemas.microsoft.com/office/drawing/2014/main" id="{8DBEAABD-D0E9-2216-8A47-E467906C3BF2}"/>
              </a:ext>
            </a:extLst>
          </p:cNvPr>
          <p:cNvSpPr/>
          <p:nvPr/>
        </p:nvSpPr>
        <p:spPr>
          <a:xfrm>
            <a:off x="4275841" y="2902074"/>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55" name="Rectángulo 54">
            <a:extLst>
              <a:ext uri="{FF2B5EF4-FFF2-40B4-BE49-F238E27FC236}">
                <a16:creationId xmlns:a16="http://schemas.microsoft.com/office/drawing/2014/main" id="{E52B9AAE-1BBA-F514-CFE4-13D0FC633D6E}"/>
              </a:ext>
            </a:extLst>
          </p:cNvPr>
          <p:cNvSpPr/>
          <p:nvPr/>
        </p:nvSpPr>
        <p:spPr>
          <a:xfrm>
            <a:off x="9729212" y="1658271"/>
            <a:ext cx="86050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Estado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pic>
        <p:nvPicPr>
          <p:cNvPr id="60" name="Imagen 59" descr="Icono&#10;&#10;Descripción generada automáticamente">
            <a:extLst>
              <a:ext uri="{FF2B5EF4-FFF2-40B4-BE49-F238E27FC236}">
                <a16:creationId xmlns:a16="http://schemas.microsoft.com/office/drawing/2014/main" id="{AA77E792-76F0-F0BC-6597-AF2B994F16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4558" y="3808773"/>
            <a:ext cx="438100" cy="438100"/>
          </a:xfrm>
          <a:prstGeom prst="rect">
            <a:avLst/>
          </a:prstGeom>
        </p:spPr>
      </p:pic>
      <p:pic>
        <p:nvPicPr>
          <p:cNvPr id="62" name="Imagen 61">
            <a:extLst>
              <a:ext uri="{FF2B5EF4-FFF2-40B4-BE49-F238E27FC236}">
                <a16:creationId xmlns:a16="http://schemas.microsoft.com/office/drawing/2014/main" id="{56AD2FCC-9F6C-E3C0-91A0-7CE68CCF06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298527" y="2083280"/>
            <a:ext cx="1743270" cy="274451"/>
          </a:xfrm>
          <a:prstGeom prst="rect">
            <a:avLst/>
          </a:prstGeom>
        </p:spPr>
      </p:pic>
      <p:sp>
        <p:nvSpPr>
          <p:cNvPr id="1024" name="Rectángulo 1023">
            <a:extLst>
              <a:ext uri="{FF2B5EF4-FFF2-40B4-BE49-F238E27FC236}">
                <a16:creationId xmlns:a16="http://schemas.microsoft.com/office/drawing/2014/main" id="{51520451-BF31-282A-0CB1-769E146737F0}"/>
              </a:ext>
            </a:extLst>
          </p:cNvPr>
          <p:cNvSpPr/>
          <p:nvPr/>
        </p:nvSpPr>
        <p:spPr>
          <a:xfrm>
            <a:off x="8889968" y="3787824"/>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pic>
        <p:nvPicPr>
          <p:cNvPr id="2" name="Imagen 1">
            <a:extLst>
              <a:ext uri="{FF2B5EF4-FFF2-40B4-BE49-F238E27FC236}">
                <a16:creationId xmlns:a16="http://schemas.microsoft.com/office/drawing/2014/main" id="{7C508EB6-2D97-2B11-8A0D-3E608FB4150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05486" y="2092989"/>
            <a:ext cx="1743270" cy="274451"/>
          </a:xfrm>
          <a:prstGeom prst="rect">
            <a:avLst/>
          </a:prstGeom>
        </p:spPr>
      </p:pic>
      <p:pic>
        <p:nvPicPr>
          <p:cNvPr id="20" name="Imagen 19">
            <a:extLst>
              <a:ext uri="{FF2B5EF4-FFF2-40B4-BE49-F238E27FC236}">
                <a16:creationId xmlns:a16="http://schemas.microsoft.com/office/drawing/2014/main" id="{4D8E86AD-E70B-DA8D-AF6F-097D529E4F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12445" y="2081320"/>
            <a:ext cx="1743270" cy="274451"/>
          </a:xfrm>
          <a:prstGeom prst="rect">
            <a:avLst/>
          </a:prstGeom>
        </p:spPr>
      </p:pic>
      <p:pic>
        <p:nvPicPr>
          <p:cNvPr id="21" name="Imagen 20" descr="Icono&#10;&#10;Descripción generada automáticamente">
            <a:extLst>
              <a:ext uri="{FF2B5EF4-FFF2-40B4-BE49-F238E27FC236}">
                <a16:creationId xmlns:a16="http://schemas.microsoft.com/office/drawing/2014/main" id="{40B7B163-6D83-7B7B-2176-3CF87B43B4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12772" y="2186526"/>
            <a:ext cx="361970" cy="361970"/>
          </a:xfrm>
          <a:prstGeom prst="rect">
            <a:avLst/>
          </a:prstGeom>
        </p:spPr>
      </p:pic>
      <p:pic>
        <p:nvPicPr>
          <p:cNvPr id="22" name="Imagen 21" descr="Icono&#10;&#10;Descripción generada automáticamente">
            <a:extLst>
              <a:ext uri="{FF2B5EF4-FFF2-40B4-BE49-F238E27FC236}">
                <a16:creationId xmlns:a16="http://schemas.microsoft.com/office/drawing/2014/main" id="{2AF9107D-9C95-2FA6-15B2-81136F469A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8239" y="2965229"/>
            <a:ext cx="438100" cy="438100"/>
          </a:xfrm>
          <a:prstGeom prst="rect">
            <a:avLst/>
          </a:prstGeom>
        </p:spPr>
      </p:pic>
      <p:sp>
        <p:nvSpPr>
          <p:cNvPr id="27" name="Rectángulo 26">
            <a:extLst>
              <a:ext uri="{FF2B5EF4-FFF2-40B4-BE49-F238E27FC236}">
                <a16:creationId xmlns:a16="http://schemas.microsoft.com/office/drawing/2014/main" id="{30EA60C3-C839-A0C6-89B3-AF3F9557CCC4}"/>
              </a:ext>
            </a:extLst>
          </p:cNvPr>
          <p:cNvSpPr/>
          <p:nvPr/>
        </p:nvSpPr>
        <p:spPr>
          <a:xfrm>
            <a:off x="3851495" y="4393414"/>
            <a:ext cx="8869855"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             TIPO              COD.PATRIMONIAL               NÚMERO DE SERIE                ESTADO</a:t>
            </a:r>
            <a:endParaRPr lang="es-ES" sz="1400" b="1" cap="none" spc="0" dirty="0">
              <a:ln w="0">
                <a:noFill/>
              </a:ln>
              <a:latin typeface="Poppins" panose="00000500000000000000" pitchFamily="2" charset="0"/>
              <a:cs typeface="Poppins" panose="00000500000000000000" pitchFamily="2" charset="0"/>
            </a:endParaRPr>
          </a:p>
        </p:txBody>
      </p:sp>
      <p:sp>
        <p:nvSpPr>
          <p:cNvPr id="24" name="Rectángulo 23">
            <a:extLst>
              <a:ext uri="{FF2B5EF4-FFF2-40B4-BE49-F238E27FC236}">
                <a16:creationId xmlns:a16="http://schemas.microsoft.com/office/drawing/2014/main" id="{550F5DE2-481F-50AB-E821-6E636329BD1B}"/>
              </a:ext>
            </a:extLst>
          </p:cNvPr>
          <p:cNvSpPr/>
          <p:nvPr/>
        </p:nvSpPr>
        <p:spPr>
          <a:xfrm>
            <a:off x="10489670" y="178850"/>
            <a:ext cx="1385479" cy="368983"/>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pic>
        <p:nvPicPr>
          <p:cNvPr id="25" name="Imagen 24" descr="Icono&#10;&#10;Descripción generada automáticamente">
            <a:extLst>
              <a:ext uri="{FF2B5EF4-FFF2-40B4-BE49-F238E27FC236}">
                <a16:creationId xmlns:a16="http://schemas.microsoft.com/office/drawing/2014/main" id="{1982ABAF-BD65-2BDC-2F6D-1FA26C5C54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49732" y="248982"/>
            <a:ext cx="438100" cy="438100"/>
          </a:xfrm>
          <a:prstGeom prst="rect">
            <a:avLst/>
          </a:prstGeom>
        </p:spPr>
      </p:pic>
    </p:spTree>
    <p:extLst>
      <p:ext uri="{BB962C8B-B14F-4D97-AF65-F5344CB8AC3E}">
        <p14:creationId xmlns:p14="http://schemas.microsoft.com/office/powerpoint/2010/main" val="2972517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54B85-ACCA-18A0-4DEE-B054280AA159}"/>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D546EC17-7A9D-178E-E671-FA7839F89F27}"/>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F5653226-9B20-87BC-D322-8D04EA6617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FCCB9EB8-EDA6-B642-E46F-4338C7ED4F7E}"/>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5D49612F-9917-8BC0-0334-CC6BB899E281}"/>
              </a:ext>
            </a:extLst>
          </p:cNvPr>
          <p:cNvSpPr/>
          <p:nvPr/>
        </p:nvSpPr>
        <p:spPr>
          <a:xfrm>
            <a:off x="2996346" y="298770"/>
            <a:ext cx="503214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HORARIOS DE LABORATORIO</a:t>
            </a:r>
            <a:endParaRPr lang="es-ES" sz="2800" b="1"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587F877A-51BC-4BA0-EAF3-B859C2B21D08}"/>
              </a:ext>
            </a:extLst>
          </p:cNvPr>
          <p:cNvSpPr>
            <a:spLocks noGrp="1" noRot="1" noMove="1" noResize="1" noEditPoints="1" noAdjustHandles="1" noChangeArrowheads="1" noChangeShapeType="1"/>
          </p:cNvSpPr>
          <p:nvPr/>
        </p:nvSpPr>
        <p:spPr>
          <a:xfrm>
            <a:off x="3073218" y="1451872"/>
            <a:ext cx="8754972" cy="214061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 name="Rectángulo 1">
            <a:extLst>
              <a:ext uri="{FF2B5EF4-FFF2-40B4-BE49-F238E27FC236}">
                <a16:creationId xmlns:a16="http://schemas.microsoft.com/office/drawing/2014/main" id="{7E8E57DC-271D-057F-7B18-E9DEB6582452}"/>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F6D5A8B3-572C-0E1B-02BF-EE47742D55EE}"/>
              </a:ext>
            </a:extLst>
          </p:cNvPr>
          <p:cNvSpPr/>
          <p:nvPr/>
        </p:nvSpPr>
        <p:spPr>
          <a:xfrm>
            <a:off x="-11627" y="4891695"/>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5" name="Rectángulo 24">
            <a:extLst>
              <a:ext uri="{FF2B5EF4-FFF2-40B4-BE49-F238E27FC236}">
                <a16:creationId xmlns:a16="http://schemas.microsoft.com/office/drawing/2014/main" id="{D7BEC0FF-B679-9F86-7353-3BCF0553B63C}"/>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6" name="Rectángulo 25">
            <a:extLst>
              <a:ext uri="{FF2B5EF4-FFF2-40B4-BE49-F238E27FC236}">
                <a16:creationId xmlns:a16="http://schemas.microsoft.com/office/drawing/2014/main" id="{56471E4A-4DA5-DD45-F5CE-170ADC49979A}"/>
              </a:ext>
            </a:extLst>
          </p:cNvPr>
          <p:cNvSpPr/>
          <p:nvPr/>
        </p:nvSpPr>
        <p:spPr>
          <a:xfrm>
            <a:off x="363811" y="3395801"/>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pic>
        <p:nvPicPr>
          <p:cNvPr id="27" name="Imagen 26" descr="Icono&#10;&#10;Descripción generada automáticamente">
            <a:extLst>
              <a:ext uri="{FF2B5EF4-FFF2-40B4-BE49-F238E27FC236}">
                <a16:creationId xmlns:a16="http://schemas.microsoft.com/office/drawing/2014/main" id="{008CB97A-BFA9-ADF5-6EEA-73E40EAAB8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9303" y="6347849"/>
            <a:ext cx="438100" cy="438100"/>
          </a:xfrm>
          <a:prstGeom prst="rect">
            <a:avLst/>
          </a:prstGeom>
        </p:spPr>
      </p:pic>
      <p:sp>
        <p:nvSpPr>
          <p:cNvPr id="28" name="Rectángulo 27">
            <a:extLst>
              <a:ext uri="{FF2B5EF4-FFF2-40B4-BE49-F238E27FC236}">
                <a16:creationId xmlns:a16="http://schemas.microsoft.com/office/drawing/2014/main" id="{0D646F4D-FB81-CEE2-AE2D-E71D6CA07319}"/>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35" name="Rectángulo 34">
            <a:extLst>
              <a:ext uri="{FF2B5EF4-FFF2-40B4-BE49-F238E27FC236}">
                <a16:creationId xmlns:a16="http://schemas.microsoft.com/office/drawing/2014/main" id="{4874698B-76B3-EBB2-0A3E-8BDE4E92D2C3}"/>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37" name="Rectángulo 36">
            <a:extLst>
              <a:ext uri="{FF2B5EF4-FFF2-40B4-BE49-F238E27FC236}">
                <a16:creationId xmlns:a16="http://schemas.microsoft.com/office/drawing/2014/main" id="{D2E9C351-9538-D686-2BDE-F390B99AA97E}"/>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42" name="Rectángulo 41">
            <a:extLst>
              <a:ext uri="{FF2B5EF4-FFF2-40B4-BE49-F238E27FC236}">
                <a16:creationId xmlns:a16="http://schemas.microsoft.com/office/drawing/2014/main" id="{11780201-B55B-0616-D69B-2DE2E7B934B9}"/>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43" name="Imagen 42" descr="Dibujo de un animal con la boca abierta&#10;&#10;Descripción generada automáticamente con confianza baja">
            <a:extLst>
              <a:ext uri="{FF2B5EF4-FFF2-40B4-BE49-F238E27FC236}">
                <a16:creationId xmlns:a16="http://schemas.microsoft.com/office/drawing/2014/main" id="{6803B562-91AE-FCFB-4B5A-119C9083C5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pic>
        <p:nvPicPr>
          <p:cNvPr id="23" name="Imagen 22" descr="Icono&#10;&#10;Descripción generada automáticamente">
            <a:extLst>
              <a:ext uri="{FF2B5EF4-FFF2-40B4-BE49-F238E27FC236}">
                <a16:creationId xmlns:a16="http://schemas.microsoft.com/office/drawing/2014/main" id="{95217304-C06B-0115-BBE0-8A18ECE71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82926" y="5251241"/>
            <a:ext cx="361970" cy="361970"/>
          </a:xfrm>
          <a:prstGeom prst="rect">
            <a:avLst/>
          </a:prstGeom>
        </p:spPr>
      </p:pic>
      <p:sp>
        <p:nvSpPr>
          <p:cNvPr id="13" name="Rectángulo 12">
            <a:extLst>
              <a:ext uri="{FF2B5EF4-FFF2-40B4-BE49-F238E27FC236}">
                <a16:creationId xmlns:a16="http://schemas.microsoft.com/office/drawing/2014/main" id="{E8DD9DF8-215E-F006-A633-1DB10EB339CF}"/>
              </a:ext>
            </a:extLst>
          </p:cNvPr>
          <p:cNvSpPr/>
          <p:nvPr/>
        </p:nvSpPr>
        <p:spPr>
          <a:xfrm>
            <a:off x="3036236" y="880411"/>
            <a:ext cx="3785497" cy="425637"/>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DATOS DE LA NUEVA CLASE</a:t>
            </a:r>
          </a:p>
        </p:txBody>
      </p:sp>
      <p:sp>
        <p:nvSpPr>
          <p:cNvPr id="70" name="Rectángulo 69">
            <a:extLst>
              <a:ext uri="{FF2B5EF4-FFF2-40B4-BE49-F238E27FC236}">
                <a16:creationId xmlns:a16="http://schemas.microsoft.com/office/drawing/2014/main" id="{CB1AEDDF-FDF0-EF2A-1FE9-9E77AB5BFC69}"/>
              </a:ext>
            </a:extLst>
          </p:cNvPr>
          <p:cNvSpPr/>
          <p:nvPr/>
        </p:nvSpPr>
        <p:spPr>
          <a:xfrm>
            <a:off x="3243144" y="1534996"/>
            <a:ext cx="1007006"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Docente</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72" name="Rectángulo 71">
            <a:extLst>
              <a:ext uri="{FF2B5EF4-FFF2-40B4-BE49-F238E27FC236}">
                <a16:creationId xmlns:a16="http://schemas.microsoft.com/office/drawing/2014/main" id="{95BDBCE3-18A5-CD05-E7A1-330E8C4F02E6}"/>
              </a:ext>
            </a:extLst>
          </p:cNvPr>
          <p:cNvSpPr/>
          <p:nvPr/>
        </p:nvSpPr>
        <p:spPr>
          <a:xfrm>
            <a:off x="3243144" y="2170548"/>
            <a:ext cx="1308763"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Asignatura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73" name="Rectángulo 72">
            <a:extLst>
              <a:ext uri="{FF2B5EF4-FFF2-40B4-BE49-F238E27FC236}">
                <a16:creationId xmlns:a16="http://schemas.microsoft.com/office/drawing/2014/main" id="{A6AA3BD2-0956-C86C-38FF-BC6AD8239981}"/>
              </a:ext>
            </a:extLst>
          </p:cNvPr>
          <p:cNvSpPr/>
          <p:nvPr/>
        </p:nvSpPr>
        <p:spPr>
          <a:xfrm>
            <a:off x="3272742" y="2757922"/>
            <a:ext cx="1340437"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Nro. Clases</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75" name="Rectángulo 74">
            <a:extLst>
              <a:ext uri="{FF2B5EF4-FFF2-40B4-BE49-F238E27FC236}">
                <a16:creationId xmlns:a16="http://schemas.microsoft.com/office/drawing/2014/main" id="{0D8BC53F-78FD-C22F-A443-F40E0AE1E532}"/>
              </a:ext>
            </a:extLst>
          </p:cNvPr>
          <p:cNvSpPr/>
          <p:nvPr/>
        </p:nvSpPr>
        <p:spPr>
          <a:xfrm>
            <a:off x="7548961" y="2225747"/>
            <a:ext cx="1794302" cy="307777"/>
          </a:xfrm>
          <a:prstGeom prst="rect">
            <a:avLst/>
          </a:prstGeom>
          <a:noFill/>
        </p:spPr>
        <p:txBody>
          <a:bodyPr wrap="squar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Hora Inicio – Dia X</a:t>
            </a:r>
          </a:p>
        </p:txBody>
      </p:sp>
      <p:sp>
        <p:nvSpPr>
          <p:cNvPr id="76" name="Rectángulo 75">
            <a:extLst>
              <a:ext uri="{FF2B5EF4-FFF2-40B4-BE49-F238E27FC236}">
                <a16:creationId xmlns:a16="http://schemas.microsoft.com/office/drawing/2014/main" id="{9109EE77-19B5-1936-9182-B83FFFB25C9B}"/>
              </a:ext>
            </a:extLst>
          </p:cNvPr>
          <p:cNvSpPr/>
          <p:nvPr/>
        </p:nvSpPr>
        <p:spPr>
          <a:xfrm>
            <a:off x="7533719" y="1608551"/>
            <a:ext cx="1848354"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Fecha de Inicio (X)</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79" name="Rectángulo 78">
            <a:extLst>
              <a:ext uri="{FF2B5EF4-FFF2-40B4-BE49-F238E27FC236}">
                <a16:creationId xmlns:a16="http://schemas.microsoft.com/office/drawing/2014/main" id="{837AA03D-2B7F-3037-013A-12816AD53B0C}"/>
              </a:ext>
            </a:extLst>
          </p:cNvPr>
          <p:cNvSpPr/>
          <p:nvPr/>
        </p:nvSpPr>
        <p:spPr>
          <a:xfrm>
            <a:off x="7638040" y="2570015"/>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400" dirty="0"/>
              <a:t>TIPO STRING</a:t>
            </a:r>
          </a:p>
        </p:txBody>
      </p:sp>
      <p:pic>
        <p:nvPicPr>
          <p:cNvPr id="82" name="Imagen 81">
            <a:extLst>
              <a:ext uri="{FF2B5EF4-FFF2-40B4-BE49-F238E27FC236}">
                <a16:creationId xmlns:a16="http://schemas.microsoft.com/office/drawing/2014/main" id="{0854E7D3-813E-8FB7-EB44-BBA80E4740F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346521" y="3058135"/>
            <a:ext cx="2234585" cy="274451"/>
          </a:xfrm>
          <a:prstGeom prst="rect">
            <a:avLst/>
          </a:prstGeom>
        </p:spPr>
      </p:pic>
      <p:pic>
        <p:nvPicPr>
          <p:cNvPr id="83" name="Imagen 82">
            <a:extLst>
              <a:ext uri="{FF2B5EF4-FFF2-40B4-BE49-F238E27FC236}">
                <a16:creationId xmlns:a16="http://schemas.microsoft.com/office/drawing/2014/main" id="{8B1B5568-4E9C-077E-781B-2E0FCC37DE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363710" y="1856589"/>
            <a:ext cx="2234584" cy="274451"/>
          </a:xfrm>
          <a:prstGeom prst="rect">
            <a:avLst/>
          </a:prstGeom>
        </p:spPr>
      </p:pic>
      <p:sp>
        <p:nvSpPr>
          <p:cNvPr id="84" name="Rectángulo 83">
            <a:extLst>
              <a:ext uri="{FF2B5EF4-FFF2-40B4-BE49-F238E27FC236}">
                <a16:creationId xmlns:a16="http://schemas.microsoft.com/office/drawing/2014/main" id="{64F2D25F-857D-9793-E5C2-CA42D87D4C33}"/>
              </a:ext>
            </a:extLst>
          </p:cNvPr>
          <p:cNvSpPr/>
          <p:nvPr/>
        </p:nvSpPr>
        <p:spPr>
          <a:xfrm>
            <a:off x="7548961" y="2850710"/>
            <a:ext cx="1794302" cy="307777"/>
          </a:xfrm>
          <a:prstGeom prst="rect">
            <a:avLst/>
          </a:prstGeom>
          <a:noFill/>
        </p:spPr>
        <p:txBody>
          <a:bodyPr wrap="square" lIns="91440" tIns="45720" rIns="91440" bIns="45720">
            <a:spAutoFit/>
          </a:bodyPr>
          <a:lstStyle/>
          <a:p>
            <a:r>
              <a:rPr lang="es-ES" sz="1400" b="1" cap="none" spc="0" dirty="0">
                <a:ln w="0">
                  <a:noFill/>
                </a:ln>
                <a:solidFill>
                  <a:schemeClr val="accent2"/>
                </a:solidFill>
                <a:latin typeface="Poppins" panose="00000500000000000000" pitchFamily="2" charset="0"/>
                <a:cs typeface="Poppins" panose="00000500000000000000" pitchFamily="2" charset="0"/>
              </a:rPr>
              <a:t>Hora Fin – Dia X</a:t>
            </a:r>
          </a:p>
        </p:txBody>
      </p:sp>
      <p:sp>
        <p:nvSpPr>
          <p:cNvPr id="86" name="Rectángulo 85">
            <a:extLst>
              <a:ext uri="{FF2B5EF4-FFF2-40B4-BE49-F238E27FC236}">
                <a16:creationId xmlns:a16="http://schemas.microsoft.com/office/drawing/2014/main" id="{90EBA2C4-30FC-408E-F085-CAF6179CE126}"/>
              </a:ext>
            </a:extLst>
          </p:cNvPr>
          <p:cNvSpPr/>
          <p:nvPr/>
        </p:nvSpPr>
        <p:spPr>
          <a:xfrm>
            <a:off x="7637740" y="1906559"/>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200" dirty="0"/>
              <a:t>TIPO CALENDAR</a:t>
            </a:r>
          </a:p>
        </p:txBody>
      </p:sp>
      <p:sp>
        <p:nvSpPr>
          <p:cNvPr id="87" name="Rectángulo 86">
            <a:extLst>
              <a:ext uri="{FF2B5EF4-FFF2-40B4-BE49-F238E27FC236}">
                <a16:creationId xmlns:a16="http://schemas.microsoft.com/office/drawing/2014/main" id="{3C8617FA-3FDE-45B0-2B15-5B9468B3D8DB}"/>
              </a:ext>
            </a:extLst>
          </p:cNvPr>
          <p:cNvSpPr/>
          <p:nvPr/>
        </p:nvSpPr>
        <p:spPr>
          <a:xfrm>
            <a:off x="9612834" y="2182739"/>
            <a:ext cx="1794302" cy="307777"/>
          </a:xfrm>
          <a:prstGeom prst="rect">
            <a:avLst/>
          </a:prstGeom>
          <a:noFill/>
        </p:spPr>
        <p:txBody>
          <a:bodyPr wrap="squar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Hora Inicio – Dia Y</a:t>
            </a:r>
          </a:p>
        </p:txBody>
      </p:sp>
      <p:sp>
        <p:nvSpPr>
          <p:cNvPr id="88" name="Rectángulo 87">
            <a:extLst>
              <a:ext uri="{FF2B5EF4-FFF2-40B4-BE49-F238E27FC236}">
                <a16:creationId xmlns:a16="http://schemas.microsoft.com/office/drawing/2014/main" id="{439F6179-D2C9-3ADA-A130-78E56E76A758}"/>
              </a:ext>
            </a:extLst>
          </p:cNvPr>
          <p:cNvSpPr/>
          <p:nvPr/>
        </p:nvSpPr>
        <p:spPr>
          <a:xfrm>
            <a:off x="9593108" y="1593480"/>
            <a:ext cx="1848354" cy="307777"/>
          </a:xfrm>
          <a:prstGeom prst="rect">
            <a:avLst/>
          </a:prstGeom>
          <a:noFill/>
        </p:spPr>
        <p:txBody>
          <a:bodyPr wrap="square" lIns="91440" tIns="45720" rIns="91440" bIns="45720">
            <a:spAutoFit/>
          </a:bodyPr>
          <a:lstStyle/>
          <a:p>
            <a:r>
              <a:rPr lang="es-ES" sz="1400" b="1" dirty="0">
                <a:ln w="0">
                  <a:noFill/>
                </a:ln>
                <a:solidFill>
                  <a:schemeClr val="accent2"/>
                </a:solidFill>
                <a:latin typeface="Poppins" panose="00000500000000000000" pitchFamily="2" charset="0"/>
                <a:cs typeface="Poppins" panose="00000500000000000000" pitchFamily="2" charset="0"/>
              </a:rPr>
              <a:t>Fecha de Inicio (Y)</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90" name="Rectángulo 89">
            <a:extLst>
              <a:ext uri="{FF2B5EF4-FFF2-40B4-BE49-F238E27FC236}">
                <a16:creationId xmlns:a16="http://schemas.microsoft.com/office/drawing/2014/main" id="{1215D3A0-0DDC-5DDC-1C40-695132728E73}"/>
              </a:ext>
            </a:extLst>
          </p:cNvPr>
          <p:cNvSpPr/>
          <p:nvPr/>
        </p:nvSpPr>
        <p:spPr>
          <a:xfrm>
            <a:off x="9612834" y="2807702"/>
            <a:ext cx="1794302" cy="307777"/>
          </a:xfrm>
          <a:prstGeom prst="rect">
            <a:avLst/>
          </a:prstGeom>
          <a:noFill/>
        </p:spPr>
        <p:txBody>
          <a:bodyPr wrap="square" lIns="91440" tIns="45720" rIns="91440" bIns="45720">
            <a:spAutoFit/>
          </a:bodyPr>
          <a:lstStyle/>
          <a:p>
            <a:r>
              <a:rPr lang="es-ES" sz="1400" b="1" cap="none" spc="0" dirty="0">
                <a:ln w="0">
                  <a:noFill/>
                </a:ln>
                <a:solidFill>
                  <a:schemeClr val="accent2"/>
                </a:solidFill>
                <a:latin typeface="Poppins" panose="00000500000000000000" pitchFamily="2" charset="0"/>
                <a:cs typeface="Poppins" panose="00000500000000000000" pitchFamily="2" charset="0"/>
              </a:rPr>
              <a:t>Hora Fin – Dia Y</a:t>
            </a:r>
          </a:p>
        </p:txBody>
      </p:sp>
      <p:sp>
        <p:nvSpPr>
          <p:cNvPr id="92" name="Rectángulo 91">
            <a:extLst>
              <a:ext uri="{FF2B5EF4-FFF2-40B4-BE49-F238E27FC236}">
                <a16:creationId xmlns:a16="http://schemas.microsoft.com/office/drawing/2014/main" id="{E2B29CC5-A136-977F-5A10-67302F64CBF9}"/>
              </a:ext>
            </a:extLst>
          </p:cNvPr>
          <p:cNvSpPr/>
          <p:nvPr/>
        </p:nvSpPr>
        <p:spPr>
          <a:xfrm>
            <a:off x="9674330" y="1936030"/>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200" dirty="0"/>
              <a:t>TIPO CALENDAR</a:t>
            </a:r>
          </a:p>
        </p:txBody>
      </p:sp>
      <p:sp>
        <p:nvSpPr>
          <p:cNvPr id="93" name="Rectángulo 92">
            <a:extLst>
              <a:ext uri="{FF2B5EF4-FFF2-40B4-BE49-F238E27FC236}">
                <a16:creationId xmlns:a16="http://schemas.microsoft.com/office/drawing/2014/main" id="{335D7284-FB4E-15CC-0A7B-3F2CC597BE88}"/>
              </a:ext>
            </a:extLst>
          </p:cNvPr>
          <p:cNvSpPr/>
          <p:nvPr/>
        </p:nvSpPr>
        <p:spPr>
          <a:xfrm>
            <a:off x="9984923" y="808450"/>
            <a:ext cx="1880813" cy="40448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CONFIGURACION</a:t>
            </a:r>
          </a:p>
        </p:txBody>
      </p:sp>
      <p:pic>
        <p:nvPicPr>
          <p:cNvPr id="22" name="Imagen 21" descr="Icono&#10;&#10;Descripción generada automáticamente">
            <a:extLst>
              <a:ext uri="{FF2B5EF4-FFF2-40B4-BE49-F238E27FC236}">
                <a16:creationId xmlns:a16="http://schemas.microsoft.com/office/drawing/2014/main" id="{94FF5B81-B5D2-256F-9687-9CCAB144AE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82508" y="989682"/>
            <a:ext cx="438100" cy="438100"/>
          </a:xfrm>
          <a:prstGeom prst="rect">
            <a:avLst/>
          </a:prstGeom>
        </p:spPr>
      </p:pic>
      <p:pic>
        <p:nvPicPr>
          <p:cNvPr id="97" name="Imagen 96">
            <a:extLst>
              <a:ext uri="{FF2B5EF4-FFF2-40B4-BE49-F238E27FC236}">
                <a16:creationId xmlns:a16="http://schemas.microsoft.com/office/drawing/2014/main" id="{E21608E7-0533-6281-8FCE-9B184A83E6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4536" y="1878600"/>
            <a:ext cx="1413419" cy="274451"/>
          </a:xfrm>
          <a:prstGeom prst="rect">
            <a:avLst/>
          </a:prstGeom>
        </p:spPr>
      </p:pic>
      <p:sp>
        <p:nvSpPr>
          <p:cNvPr id="98" name="Rectángulo 97">
            <a:extLst>
              <a:ext uri="{FF2B5EF4-FFF2-40B4-BE49-F238E27FC236}">
                <a16:creationId xmlns:a16="http://schemas.microsoft.com/office/drawing/2014/main" id="{9EC7B09D-6AB2-ADD3-3309-EC0C882D42B7}"/>
              </a:ext>
            </a:extLst>
          </p:cNvPr>
          <p:cNvSpPr/>
          <p:nvPr/>
        </p:nvSpPr>
        <p:spPr>
          <a:xfrm>
            <a:off x="5822353" y="1528563"/>
            <a:ext cx="1007006" cy="307777"/>
          </a:xfrm>
          <a:prstGeom prst="rect">
            <a:avLst/>
          </a:prstGeom>
          <a:noFill/>
        </p:spPr>
        <p:txBody>
          <a:bodyPr wrap="squar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a:t>
            </a:r>
            <a:r>
              <a:rPr lang="es-ES" sz="1400" b="1" dirty="0">
                <a:ln w="0">
                  <a:noFill/>
                </a:ln>
                <a:solidFill>
                  <a:schemeClr val="accent2"/>
                </a:solidFill>
                <a:latin typeface="Poppins" panose="00000500000000000000" pitchFamily="2" charset="0"/>
                <a:cs typeface="Poppins" panose="00000500000000000000" pitchFamily="2" charset="0"/>
              </a:rPr>
              <a:t>. LAB</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02" name="Rectángulo 101">
            <a:extLst>
              <a:ext uri="{FF2B5EF4-FFF2-40B4-BE49-F238E27FC236}">
                <a16:creationId xmlns:a16="http://schemas.microsoft.com/office/drawing/2014/main" id="{67459602-E560-5332-820E-490EED658F09}"/>
              </a:ext>
            </a:extLst>
          </p:cNvPr>
          <p:cNvSpPr/>
          <p:nvPr/>
        </p:nvSpPr>
        <p:spPr>
          <a:xfrm>
            <a:off x="5839790" y="2203141"/>
            <a:ext cx="661518" cy="307777"/>
          </a:xfrm>
          <a:prstGeom prst="rect">
            <a:avLst/>
          </a:prstGeom>
          <a:noFill/>
        </p:spPr>
        <p:txBody>
          <a:bodyPr wrap="square" lIns="91440" tIns="45720" rIns="91440" bIns="45720">
            <a:spAutoFit/>
          </a:bodyPr>
          <a:lstStyle/>
          <a:p>
            <a:r>
              <a:rPr lang="es-ES" sz="1400" b="1" cap="none" spc="0" dirty="0">
                <a:ln w="0">
                  <a:noFill/>
                </a:ln>
                <a:solidFill>
                  <a:schemeClr val="accent2"/>
                </a:solidFill>
                <a:latin typeface="Poppins" panose="00000500000000000000" pitchFamily="2" charset="0"/>
                <a:cs typeface="Poppins" panose="00000500000000000000" pitchFamily="2" charset="0"/>
              </a:rPr>
              <a:t>Dia X</a:t>
            </a:r>
          </a:p>
        </p:txBody>
      </p:sp>
      <p:sp>
        <p:nvSpPr>
          <p:cNvPr id="104" name="Rectángulo 103">
            <a:extLst>
              <a:ext uri="{FF2B5EF4-FFF2-40B4-BE49-F238E27FC236}">
                <a16:creationId xmlns:a16="http://schemas.microsoft.com/office/drawing/2014/main" id="{332BEB46-1935-0971-0D78-835641892D58}"/>
              </a:ext>
            </a:extLst>
          </p:cNvPr>
          <p:cNvSpPr/>
          <p:nvPr/>
        </p:nvSpPr>
        <p:spPr>
          <a:xfrm>
            <a:off x="5838168" y="2779932"/>
            <a:ext cx="661518" cy="307777"/>
          </a:xfrm>
          <a:prstGeom prst="rect">
            <a:avLst/>
          </a:prstGeom>
          <a:noFill/>
        </p:spPr>
        <p:txBody>
          <a:bodyPr wrap="square" lIns="91440" tIns="45720" rIns="91440" bIns="45720">
            <a:spAutoFit/>
          </a:bodyPr>
          <a:lstStyle/>
          <a:p>
            <a:r>
              <a:rPr lang="es-ES" sz="1400" b="1" cap="none" spc="0" dirty="0">
                <a:ln w="0">
                  <a:noFill/>
                </a:ln>
                <a:solidFill>
                  <a:schemeClr val="accent2"/>
                </a:solidFill>
                <a:latin typeface="Poppins" panose="00000500000000000000" pitchFamily="2" charset="0"/>
                <a:cs typeface="Poppins" panose="00000500000000000000" pitchFamily="2" charset="0"/>
              </a:rPr>
              <a:t>Dia Y</a:t>
            </a:r>
          </a:p>
        </p:txBody>
      </p:sp>
      <p:sp>
        <p:nvSpPr>
          <p:cNvPr id="105" name="Rectángulo 104">
            <a:extLst>
              <a:ext uri="{FF2B5EF4-FFF2-40B4-BE49-F238E27FC236}">
                <a16:creationId xmlns:a16="http://schemas.microsoft.com/office/drawing/2014/main" id="{D75CA2A4-B760-8728-8537-048DD54049AF}"/>
              </a:ext>
            </a:extLst>
          </p:cNvPr>
          <p:cNvSpPr/>
          <p:nvPr/>
        </p:nvSpPr>
        <p:spPr>
          <a:xfrm>
            <a:off x="9727872" y="2568768"/>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400" dirty="0"/>
              <a:t>TIPO STRING</a:t>
            </a:r>
          </a:p>
        </p:txBody>
      </p:sp>
      <p:sp>
        <p:nvSpPr>
          <p:cNvPr id="106" name="Rectángulo 105">
            <a:extLst>
              <a:ext uri="{FF2B5EF4-FFF2-40B4-BE49-F238E27FC236}">
                <a16:creationId xmlns:a16="http://schemas.microsoft.com/office/drawing/2014/main" id="{030837B7-A536-C066-C102-A84F75B5F7F8}"/>
              </a:ext>
            </a:extLst>
          </p:cNvPr>
          <p:cNvSpPr/>
          <p:nvPr/>
        </p:nvSpPr>
        <p:spPr>
          <a:xfrm>
            <a:off x="7638695" y="3120401"/>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400" dirty="0"/>
              <a:t>TIPO STRING</a:t>
            </a:r>
          </a:p>
        </p:txBody>
      </p:sp>
      <p:sp>
        <p:nvSpPr>
          <p:cNvPr id="107" name="Rectángulo 106">
            <a:extLst>
              <a:ext uri="{FF2B5EF4-FFF2-40B4-BE49-F238E27FC236}">
                <a16:creationId xmlns:a16="http://schemas.microsoft.com/office/drawing/2014/main" id="{A2E3205E-DD9C-8DC4-C423-EB01E68FA936}"/>
              </a:ext>
            </a:extLst>
          </p:cNvPr>
          <p:cNvSpPr/>
          <p:nvPr/>
        </p:nvSpPr>
        <p:spPr>
          <a:xfrm>
            <a:off x="9707252" y="3147703"/>
            <a:ext cx="1671310"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r>
              <a:rPr lang="es-PE" sz="1400" dirty="0"/>
              <a:t>TIPO STRING</a:t>
            </a:r>
          </a:p>
        </p:txBody>
      </p:sp>
      <p:pic>
        <p:nvPicPr>
          <p:cNvPr id="6" name="Imagen 5">
            <a:extLst>
              <a:ext uri="{FF2B5EF4-FFF2-40B4-BE49-F238E27FC236}">
                <a16:creationId xmlns:a16="http://schemas.microsoft.com/office/drawing/2014/main" id="{6E8D264A-FCDA-D022-DD05-1BC9C42702BE}"/>
              </a:ext>
            </a:extLst>
          </p:cNvPr>
          <p:cNvPicPr>
            <a:picLocks noChangeAspect="1"/>
          </p:cNvPicPr>
          <p:nvPr/>
        </p:nvPicPr>
        <p:blipFill>
          <a:blip r:embed="rId7"/>
          <a:srcRect l="43869" t="56106" r="14547" b="19887"/>
          <a:stretch/>
        </p:blipFill>
        <p:spPr>
          <a:xfrm>
            <a:off x="2952460" y="3915787"/>
            <a:ext cx="9037811" cy="2934884"/>
          </a:xfrm>
          <a:prstGeom prst="rect">
            <a:avLst/>
          </a:prstGeom>
        </p:spPr>
      </p:pic>
      <p:sp>
        <p:nvSpPr>
          <p:cNvPr id="8" name="Rectángulo 7">
            <a:extLst>
              <a:ext uri="{FF2B5EF4-FFF2-40B4-BE49-F238E27FC236}">
                <a16:creationId xmlns:a16="http://schemas.microsoft.com/office/drawing/2014/main" id="{398A0E0F-9D3A-F354-B445-371427E8D05B}"/>
              </a:ext>
            </a:extLst>
          </p:cNvPr>
          <p:cNvSpPr/>
          <p:nvPr/>
        </p:nvSpPr>
        <p:spPr>
          <a:xfrm>
            <a:off x="9091268" y="3974723"/>
            <a:ext cx="2718397" cy="259597"/>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2" name="Rectángulo 11">
            <a:extLst>
              <a:ext uri="{FF2B5EF4-FFF2-40B4-BE49-F238E27FC236}">
                <a16:creationId xmlns:a16="http://schemas.microsoft.com/office/drawing/2014/main" id="{5B4917C1-075A-4824-57E2-91D6020D0954}"/>
              </a:ext>
            </a:extLst>
          </p:cNvPr>
          <p:cNvSpPr/>
          <p:nvPr/>
        </p:nvSpPr>
        <p:spPr>
          <a:xfrm>
            <a:off x="7796890" y="3930160"/>
            <a:ext cx="1204176" cy="369332"/>
          </a:xfrm>
          <a:prstGeom prst="rect">
            <a:avLst/>
          </a:prstGeom>
          <a:noFill/>
        </p:spPr>
        <p:txBody>
          <a:bodyPr wrap="none" lIns="91440" tIns="45720" rIns="91440" bIns="45720">
            <a:spAutoFit/>
          </a:bodyPr>
          <a:lstStyle/>
          <a:p>
            <a:pPr algn="ctr"/>
            <a:r>
              <a:rPr lang="es-ES" b="1" cap="none" spc="0" dirty="0">
                <a:ln w="0">
                  <a:noFill/>
                </a:ln>
                <a:latin typeface="Poppins" panose="00000500000000000000" pitchFamily="2" charset="0"/>
                <a:cs typeface="Poppins" panose="00000500000000000000" pitchFamily="2" charset="0"/>
              </a:rPr>
              <a:t>BUSCAR :</a:t>
            </a:r>
          </a:p>
        </p:txBody>
      </p:sp>
      <p:pic>
        <p:nvPicPr>
          <p:cNvPr id="17" name="Imagen 16" descr="Icono&#10;&#10;Descripción generada automáticamente">
            <a:extLst>
              <a:ext uri="{FF2B5EF4-FFF2-40B4-BE49-F238E27FC236}">
                <a16:creationId xmlns:a16="http://schemas.microsoft.com/office/drawing/2014/main" id="{E05C755C-54CD-CA39-CBAB-7A1625C423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8582" y="4064488"/>
            <a:ext cx="438100" cy="438100"/>
          </a:xfrm>
          <a:prstGeom prst="rect">
            <a:avLst/>
          </a:prstGeom>
        </p:spPr>
      </p:pic>
      <p:sp>
        <p:nvSpPr>
          <p:cNvPr id="19" name="Rectángulo 18">
            <a:extLst>
              <a:ext uri="{FF2B5EF4-FFF2-40B4-BE49-F238E27FC236}">
                <a16:creationId xmlns:a16="http://schemas.microsoft.com/office/drawing/2014/main" id="{6BD7B25D-BB86-8495-C5D2-D2CA79829F29}"/>
              </a:ext>
            </a:extLst>
          </p:cNvPr>
          <p:cNvSpPr/>
          <p:nvPr/>
        </p:nvSpPr>
        <p:spPr>
          <a:xfrm>
            <a:off x="9061764" y="3950634"/>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pic>
        <p:nvPicPr>
          <p:cNvPr id="20" name="Imagen 19">
            <a:extLst>
              <a:ext uri="{FF2B5EF4-FFF2-40B4-BE49-F238E27FC236}">
                <a16:creationId xmlns:a16="http://schemas.microsoft.com/office/drawing/2014/main" id="{AF31325C-53BD-4E29-6D18-F863CDD40F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3147" y="2475401"/>
            <a:ext cx="1413419" cy="274451"/>
          </a:xfrm>
          <a:prstGeom prst="rect">
            <a:avLst/>
          </a:prstGeom>
        </p:spPr>
      </p:pic>
      <p:pic>
        <p:nvPicPr>
          <p:cNvPr id="21" name="Imagen 20">
            <a:extLst>
              <a:ext uri="{FF2B5EF4-FFF2-40B4-BE49-F238E27FC236}">
                <a16:creationId xmlns:a16="http://schemas.microsoft.com/office/drawing/2014/main" id="{C2367E6B-40FE-CA8D-6802-4122080304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3146" y="3045140"/>
            <a:ext cx="1413419" cy="274451"/>
          </a:xfrm>
          <a:prstGeom prst="rect">
            <a:avLst/>
          </a:prstGeom>
        </p:spPr>
      </p:pic>
      <p:pic>
        <p:nvPicPr>
          <p:cNvPr id="56" name="Imagen 55">
            <a:extLst>
              <a:ext uri="{FF2B5EF4-FFF2-40B4-BE49-F238E27FC236}">
                <a16:creationId xmlns:a16="http://schemas.microsoft.com/office/drawing/2014/main" id="{EC647072-9DEA-2E71-50AC-21AD974BB8C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363710" y="2501555"/>
            <a:ext cx="2204887" cy="274451"/>
          </a:xfrm>
          <a:prstGeom prst="rect">
            <a:avLst/>
          </a:prstGeom>
        </p:spPr>
      </p:pic>
      <p:sp>
        <p:nvSpPr>
          <p:cNvPr id="3" name="Rectángulo 2">
            <a:extLst>
              <a:ext uri="{FF2B5EF4-FFF2-40B4-BE49-F238E27FC236}">
                <a16:creationId xmlns:a16="http://schemas.microsoft.com/office/drawing/2014/main" id="{376B9B2C-2FEE-5502-4AED-5C6891E28221}"/>
              </a:ext>
            </a:extLst>
          </p:cNvPr>
          <p:cNvSpPr/>
          <p:nvPr/>
        </p:nvSpPr>
        <p:spPr>
          <a:xfrm>
            <a:off x="9984923" y="275170"/>
            <a:ext cx="1880813" cy="411103"/>
          </a:xfrm>
          <a:prstGeom prst="rect">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bg1"/>
                </a:solidFill>
              </a:rPr>
              <a:t>EXPORTAR A EXCEL</a:t>
            </a:r>
          </a:p>
        </p:txBody>
      </p:sp>
      <p:sp>
        <p:nvSpPr>
          <p:cNvPr id="24" name="Rectángulo 23">
            <a:extLst>
              <a:ext uri="{FF2B5EF4-FFF2-40B4-BE49-F238E27FC236}">
                <a16:creationId xmlns:a16="http://schemas.microsoft.com/office/drawing/2014/main" id="{B15000E4-3C1F-CC2E-35D8-A41A71692BFA}"/>
              </a:ext>
            </a:extLst>
          </p:cNvPr>
          <p:cNvSpPr/>
          <p:nvPr/>
        </p:nvSpPr>
        <p:spPr>
          <a:xfrm>
            <a:off x="8184867" y="815630"/>
            <a:ext cx="1603764" cy="412712"/>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400" dirty="0">
                <a:solidFill>
                  <a:schemeClr val="tx1"/>
                </a:solidFill>
              </a:rPr>
              <a:t>CREAR CLASE</a:t>
            </a:r>
          </a:p>
        </p:txBody>
      </p:sp>
      <p:pic>
        <p:nvPicPr>
          <p:cNvPr id="59" name="Imagen 58">
            <a:extLst>
              <a:ext uri="{FF2B5EF4-FFF2-40B4-BE49-F238E27FC236}">
                <a16:creationId xmlns:a16="http://schemas.microsoft.com/office/drawing/2014/main" id="{B3500A9D-D338-28F5-C04A-A7A1BB03DCCC}"/>
              </a:ext>
            </a:extLst>
          </p:cNvPr>
          <p:cNvPicPr>
            <a:picLocks noChangeAspect="1"/>
          </p:cNvPicPr>
          <p:nvPr/>
        </p:nvPicPr>
        <p:blipFill>
          <a:blip r:embed="rId8"/>
          <a:srcRect l="29406" t="60504" r="13415" b="13541"/>
          <a:stretch/>
        </p:blipFill>
        <p:spPr>
          <a:xfrm>
            <a:off x="3120618" y="4465243"/>
            <a:ext cx="8677858" cy="2215739"/>
          </a:xfrm>
          <a:prstGeom prst="rect">
            <a:avLst/>
          </a:prstGeom>
        </p:spPr>
      </p:pic>
      <p:pic>
        <p:nvPicPr>
          <p:cNvPr id="60" name="Imagen 59" descr="Icono&#10;&#10;Descripción generada automáticamente">
            <a:extLst>
              <a:ext uri="{FF2B5EF4-FFF2-40B4-BE49-F238E27FC236}">
                <a16:creationId xmlns:a16="http://schemas.microsoft.com/office/drawing/2014/main" id="{EABAFDEA-4671-0BFF-8DAE-55B165681DC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484117" y="1060434"/>
            <a:ext cx="361970" cy="361970"/>
          </a:xfrm>
          <a:prstGeom prst="rect">
            <a:avLst/>
          </a:prstGeom>
        </p:spPr>
      </p:pic>
      <p:pic>
        <p:nvPicPr>
          <p:cNvPr id="61" name="Imagen 60" descr="Icono&#10;&#10;Descripción generada automáticamente">
            <a:extLst>
              <a:ext uri="{FF2B5EF4-FFF2-40B4-BE49-F238E27FC236}">
                <a16:creationId xmlns:a16="http://schemas.microsoft.com/office/drawing/2014/main" id="{E2936C28-7418-AA66-333F-E33352D7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0239" y="3201539"/>
            <a:ext cx="361970" cy="361970"/>
          </a:xfrm>
          <a:prstGeom prst="rect">
            <a:avLst/>
          </a:prstGeom>
        </p:spPr>
      </p:pic>
      <p:pic>
        <p:nvPicPr>
          <p:cNvPr id="62" name="Imagen 61" descr="Icono&#10;&#10;Descripción generada automáticamente">
            <a:extLst>
              <a:ext uri="{FF2B5EF4-FFF2-40B4-BE49-F238E27FC236}">
                <a16:creationId xmlns:a16="http://schemas.microsoft.com/office/drawing/2014/main" id="{01BEB42E-6DE8-DD19-462F-6DC8FA2F3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2216" y="2554830"/>
            <a:ext cx="361970" cy="361970"/>
          </a:xfrm>
          <a:prstGeom prst="rect">
            <a:avLst/>
          </a:prstGeom>
        </p:spPr>
      </p:pic>
      <p:pic>
        <p:nvPicPr>
          <p:cNvPr id="63" name="Imagen 62" descr="Icono&#10;&#10;Descripción generada automáticamente">
            <a:extLst>
              <a:ext uri="{FF2B5EF4-FFF2-40B4-BE49-F238E27FC236}">
                <a16:creationId xmlns:a16="http://schemas.microsoft.com/office/drawing/2014/main" id="{03C9EEE8-A78A-2986-829C-D5FE5411BB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74174" y="2576607"/>
            <a:ext cx="438100" cy="438100"/>
          </a:xfrm>
          <a:prstGeom prst="rect">
            <a:avLst/>
          </a:prstGeom>
        </p:spPr>
      </p:pic>
      <p:pic>
        <p:nvPicPr>
          <p:cNvPr id="64" name="Imagen 63" descr="Icono&#10;&#10;Descripción generada automáticamente">
            <a:extLst>
              <a:ext uri="{FF2B5EF4-FFF2-40B4-BE49-F238E27FC236}">
                <a16:creationId xmlns:a16="http://schemas.microsoft.com/office/drawing/2014/main" id="{6EEA5F85-BB75-5DBC-458E-F5C36D6A2A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63888" y="4022675"/>
            <a:ext cx="438100" cy="438100"/>
          </a:xfrm>
          <a:prstGeom prst="rect">
            <a:avLst/>
          </a:prstGeom>
        </p:spPr>
      </p:pic>
    </p:spTree>
    <p:extLst>
      <p:ext uri="{BB962C8B-B14F-4D97-AF65-F5344CB8AC3E}">
        <p14:creationId xmlns:p14="http://schemas.microsoft.com/office/powerpoint/2010/main" val="747070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2BB4D80-0FDC-7062-89B9-935DA21BF305}"/>
              </a:ext>
            </a:extLst>
          </p:cNvPr>
          <p:cNvPicPr>
            <a:picLocks noChangeAspect="1"/>
          </p:cNvPicPr>
          <p:nvPr/>
        </p:nvPicPr>
        <p:blipFill>
          <a:blip r:embed="rId2"/>
          <a:srcRect l="26821" t="6666" r="27037" b="16280"/>
          <a:stretch/>
        </p:blipFill>
        <p:spPr>
          <a:xfrm>
            <a:off x="3283226" y="1007840"/>
            <a:ext cx="5625548" cy="528432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8" name="Rectángulo 7">
            <a:extLst>
              <a:ext uri="{FF2B5EF4-FFF2-40B4-BE49-F238E27FC236}">
                <a16:creationId xmlns:a16="http://schemas.microsoft.com/office/drawing/2014/main" id="{1910FEA1-0B98-0F7E-6347-8578CFF1ABD4}"/>
              </a:ext>
            </a:extLst>
          </p:cNvPr>
          <p:cNvSpPr/>
          <p:nvPr/>
        </p:nvSpPr>
        <p:spPr>
          <a:xfrm>
            <a:off x="2897239" y="335007"/>
            <a:ext cx="6397522" cy="461665"/>
          </a:xfrm>
          <a:prstGeom prst="rect">
            <a:avLst/>
          </a:prstGeom>
          <a:noFill/>
        </p:spPr>
        <p:txBody>
          <a:bodyPr wrap="none" lIns="91440" tIns="45720" rIns="91440" bIns="45720">
            <a:spAutoFit/>
          </a:bodyPr>
          <a:lstStyle/>
          <a:p>
            <a:pPr algn="ctr"/>
            <a:r>
              <a:rPr lang="es-ES" sz="2400" dirty="0">
                <a:ln w="0"/>
                <a:effectLst>
                  <a:outerShdw blurRad="38100" dist="19050" dir="2700000" algn="tl" rotWithShape="0">
                    <a:schemeClr val="dk1">
                      <a:alpha val="40000"/>
                    </a:schemeClr>
                  </a:outerShdw>
                </a:effectLst>
              </a:rPr>
              <a:t>Ventana </a:t>
            </a:r>
            <a:r>
              <a:rPr lang="es-ES" sz="2400" dirty="0" err="1">
                <a:ln w="0"/>
                <a:effectLst>
                  <a:outerShdw blurRad="38100" dist="19050" dir="2700000" algn="tl" rotWithShape="0">
                    <a:schemeClr val="dk1">
                      <a:alpha val="40000"/>
                    </a:schemeClr>
                  </a:outerShdw>
                </a:effectLst>
              </a:rPr>
              <a:t>InternalFrame</a:t>
            </a:r>
            <a:r>
              <a:rPr lang="es-ES" sz="2400" dirty="0">
                <a:ln w="0"/>
                <a:effectLst>
                  <a:outerShdw blurRad="38100" dist="19050" dir="2700000" algn="tl" rotWithShape="0">
                    <a:schemeClr val="dk1">
                      <a:alpha val="40000"/>
                    </a:schemeClr>
                  </a:outerShdw>
                </a:effectLst>
              </a:rPr>
              <a:t>: Gestor de Laboratorios</a:t>
            </a:r>
            <a:endParaRPr lang="es-ES" sz="2400" b="0"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712709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B595B-EBFF-FAEC-4FF7-545B4DCDAEA9}"/>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D6A3F691-1F1E-76D6-B212-61EFE91659D8}"/>
              </a:ext>
            </a:extLst>
          </p:cNvPr>
          <p:cNvPicPr>
            <a:picLocks noChangeAspect="1"/>
          </p:cNvPicPr>
          <p:nvPr/>
        </p:nvPicPr>
        <p:blipFill>
          <a:blip r:embed="rId2"/>
          <a:srcRect l="27065" t="7171" r="26794" b="17578"/>
          <a:stretch/>
        </p:blipFill>
        <p:spPr>
          <a:xfrm>
            <a:off x="3283225" y="1212944"/>
            <a:ext cx="5625549" cy="516069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2" name="Rectángulo 1">
            <a:extLst>
              <a:ext uri="{FF2B5EF4-FFF2-40B4-BE49-F238E27FC236}">
                <a16:creationId xmlns:a16="http://schemas.microsoft.com/office/drawing/2014/main" id="{708306E4-A0CD-C82A-7D6A-6F27AF5A52A0}"/>
              </a:ext>
            </a:extLst>
          </p:cNvPr>
          <p:cNvSpPr/>
          <p:nvPr/>
        </p:nvSpPr>
        <p:spPr>
          <a:xfrm>
            <a:off x="2955589" y="380275"/>
            <a:ext cx="6280823" cy="461665"/>
          </a:xfrm>
          <a:prstGeom prst="rect">
            <a:avLst/>
          </a:prstGeom>
          <a:noFill/>
        </p:spPr>
        <p:txBody>
          <a:bodyPr wrap="none" lIns="91440" tIns="45720" rIns="91440" bIns="45720">
            <a:spAutoFit/>
          </a:bodyPr>
          <a:lstStyle/>
          <a:p>
            <a:pPr algn="ctr"/>
            <a:r>
              <a:rPr lang="es-ES" sz="2400" dirty="0">
                <a:ln w="0"/>
                <a:effectLst>
                  <a:outerShdw blurRad="38100" dist="19050" dir="2700000" algn="tl" rotWithShape="0">
                    <a:schemeClr val="dk1">
                      <a:alpha val="40000"/>
                    </a:schemeClr>
                  </a:outerShdw>
                </a:effectLst>
              </a:rPr>
              <a:t>Ventana </a:t>
            </a:r>
            <a:r>
              <a:rPr lang="es-ES" sz="2400" dirty="0" err="1">
                <a:ln w="0"/>
                <a:effectLst>
                  <a:outerShdw blurRad="38100" dist="19050" dir="2700000" algn="tl" rotWithShape="0">
                    <a:schemeClr val="dk1">
                      <a:alpha val="40000"/>
                    </a:schemeClr>
                  </a:outerShdw>
                </a:effectLst>
              </a:rPr>
              <a:t>InternalFrame</a:t>
            </a:r>
            <a:r>
              <a:rPr lang="es-ES" sz="2400" dirty="0">
                <a:ln w="0"/>
                <a:effectLst>
                  <a:outerShdw blurRad="38100" dist="19050" dir="2700000" algn="tl" rotWithShape="0">
                    <a:schemeClr val="dk1">
                      <a:alpha val="40000"/>
                    </a:schemeClr>
                  </a:outerShdw>
                </a:effectLst>
              </a:rPr>
              <a:t>: Gestor de Asignaturas</a:t>
            </a:r>
            <a:endParaRPr lang="es-ES" sz="2400" b="0"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6782414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7876CDD-03C4-A707-321E-8BB367EA3F52}"/>
              </a:ext>
            </a:extLst>
          </p:cNvPr>
          <p:cNvSpPr/>
          <p:nvPr/>
        </p:nvSpPr>
        <p:spPr>
          <a:xfrm>
            <a:off x="1248884" y="2322068"/>
            <a:ext cx="4169731" cy="3046988"/>
          </a:xfrm>
          <a:prstGeom prst="rect">
            <a:avLst/>
          </a:prstGeom>
          <a:noFill/>
        </p:spPr>
        <p:txBody>
          <a:bodyPr wrap="none" lIns="91440" tIns="45720" rIns="91440" bIns="45720">
            <a:spAutoFit/>
          </a:bodyPr>
          <a:lstStyle/>
          <a:p>
            <a:r>
              <a:rPr lang="es-ES" sz="2400" dirty="0">
                <a:ln w="0"/>
                <a:effectLst>
                  <a:outerShdw blurRad="38100" dist="19050" dir="2700000" algn="tl" rotWithShape="0">
                    <a:schemeClr val="dk1">
                      <a:alpha val="40000"/>
                    </a:schemeClr>
                  </a:outerShdw>
                </a:effectLst>
              </a:rPr>
              <a:t>15^(12) = 1 mod 13</a:t>
            </a:r>
          </a:p>
          <a:p>
            <a:r>
              <a:rPr lang="es-ES" sz="2400" b="0" cap="none" spc="0" dirty="0">
                <a:ln w="0"/>
                <a:solidFill>
                  <a:schemeClr val="tx1"/>
                </a:solidFill>
                <a:effectLst>
                  <a:outerShdw blurRad="38100" dist="19050" dir="2700000" algn="tl" rotWithShape="0">
                    <a:schemeClr val="dk1">
                      <a:alpha val="40000"/>
                    </a:schemeClr>
                  </a:outerShdw>
                </a:effectLst>
              </a:rPr>
              <a:t>15^(90) = r mod 13</a:t>
            </a:r>
          </a:p>
          <a:p>
            <a:r>
              <a:rPr lang="es-ES" sz="2400" dirty="0">
                <a:ln w="0"/>
                <a:effectLst>
                  <a:outerShdw blurRad="38100" dist="19050" dir="2700000" algn="tl" rotWithShape="0">
                    <a:schemeClr val="dk1">
                      <a:alpha val="40000"/>
                    </a:schemeClr>
                  </a:outerShdw>
                </a:effectLst>
              </a:rPr>
              <a:t>(15^(12))^7) * 15^6 = r mod 13</a:t>
            </a:r>
          </a:p>
          <a:p>
            <a:r>
              <a:rPr lang="es-ES" sz="2400" b="0" cap="none" spc="0" dirty="0">
                <a:ln w="0"/>
                <a:solidFill>
                  <a:schemeClr val="tx1"/>
                </a:solidFill>
                <a:effectLst>
                  <a:outerShdw blurRad="38100" dist="19050" dir="2700000" algn="tl" rotWithShape="0">
                    <a:schemeClr val="dk1">
                      <a:alpha val="40000"/>
                    </a:schemeClr>
                  </a:outerShdw>
                </a:effectLst>
              </a:rPr>
              <a:t>1^7 * 15^ 6 = r mod 13</a:t>
            </a:r>
          </a:p>
          <a:p>
            <a:r>
              <a:rPr lang="es-ES" sz="2400" b="0" cap="none" spc="0" dirty="0">
                <a:ln w="0"/>
                <a:solidFill>
                  <a:schemeClr val="tx1"/>
                </a:solidFill>
                <a:effectLst>
                  <a:outerShdw blurRad="38100" dist="19050" dir="2700000" algn="tl" rotWithShape="0">
                    <a:schemeClr val="dk1">
                      <a:alpha val="40000"/>
                    </a:schemeClr>
                  </a:outerShdw>
                </a:effectLst>
              </a:rPr>
              <a:t>2^6 = r mod 13</a:t>
            </a:r>
          </a:p>
          <a:p>
            <a:r>
              <a:rPr lang="es-ES" sz="2400" dirty="0">
                <a:ln w="0"/>
                <a:effectLst>
                  <a:outerShdw blurRad="38100" dist="19050" dir="2700000" algn="tl" rotWithShape="0">
                    <a:schemeClr val="dk1">
                      <a:alpha val="40000"/>
                    </a:schemeClr>
                  </a:outerShdw>
                </a:effectLst>
              </a:rPr>
              <a:t>64 = r mod 13</a:t>
            </a:r>
          </a:p>
          <a:p>
            <a:pPr marL="457200" indent="-457200">
              <a:buAutoNum type="arabicPlain" startAt="12"/>
            </a:pPr>
            <a:r>
              <a:rPr lang="es-ES" sz="2400" b="0" cap="none" spc="0" dirty="0">
                <a:ln w="0"/>
                <a:solidFill>
                  <a:schemeClr val="tx1"/>
                </a:solidFill>
                <a:effectLst>
                  <a:outerShdw blurRad="38100" dist="19050" dir="2700000" algn="tl" rotWithShape="0">
                    <a:schemeClr val="dk1">
                      <a:alpha val="40000"/>
                    </a:schemeClr>
                  </a:outerShdw>
                </a:effectLst>
              </a:rPr>
              <a:t>= r mod 13</a:t>
            </a:r>
          </a:p>
          <a:p>
            <a:r>
              <a:rPr lang="es-ES" sz="2400" b="0" cap="none" spc="0" dirty="0">
                <a:ln w="0"/>
                <a:solidFill>
                  <a:schemeClr val="tx1"/>
                </a:solidFill>
                <a:effectLst>
                  <a:outerShdw blurRad="38100" dist="19050" dir="2700000" algn="tl" rotWithShape="0">
                    <a:schemeClr val="dk1">
                      <a:alpha val="40000"/>
                    </a:schemeClr>
                  </a:outerShdw>
                </a:effectLst>
              </a:rPr>
              <a:t>R = 12.</a:t>
            </a:r>
          </a:p>
        </p:txBody>
      </p:sp>
      <p:pic>
        <p:nvPicPr>
          <p:cNvPr id="6" name="Imagen 5">
            <a:extLst>
              <a:ext uri="{FF2B5EF4-FFF2-40B4-BE49-F238E27FC236}">
                <a16:creationId xmlns:a16="http://schemas.microsoft.com/office/drawing/2014/main" id="{BF27368B-7209-CEB0-325A-04DE4123AB2B}"/>
              </a:ext>
            </a:extLst>
          </p:cNvPr>
          <p:cNvPicPr>
            <a:picLocks noChangeAspect="1"/>
          </p:cNvPicPr>
          <p:nvPr/>
        </p:nvPicPr>
        <p:blipFill>
          <a:blip r:embed="rId2"/>
          <a:stretch>
            <a:fillRect/>
          </a:stretch>
        </p:blipFill>
        <p:spPr>
          <a:xfrm>
            <a:off x="352425" y="333375"/>
            <a:ext cx="5962650" cy="1581150"/>
          </a:xfrm>
          <a:prstGeom prst="rect">
            <a:avLst/>
          </a:prstGeom>
        </p:spPr>
      </p:pic>
      <p:pic>
        <p:nvPicPr>
          <p:cNvPr id="8" name="Imagen 7">
            <a:extLst>
              <a:ext uri="{FF2B5EF4-FFF2-40B4-BE49-F238E27FC236}">
                <a16:creationId xmlns:a16="http://schemas.microsoft.com/office/drawing/2014/main" id="{40C9AECD-BDC3-38E0-F31C-1538C1ECB5F2}"/>
              </a:ext>
            </a:extLst>
          </p:cNvPr>
          <p:cNvPicPr>
            <a:picLocks noChangeAspect="1"/>
          </p:cNvPicPr>
          <p:nvPr/>
        </p:nvPicPr>
        <p:blipFill>
          <a:blip r:embed="rId3"/>
          <a:stretch>
            <a:fillRect/>
          </a:stretch>
        </p:blipFill>
        <p:spPr>
          <a:xfrm>
            <a:off x="6777037" y="333375"/>
            <a:ext cx="5062538" cy="5035681"/>
          </a:xfrm>
          <a:prstGeom prst="rect">
            <a:avLst/>
          </a:prstGeom>
        </p:spPr>
      </p:pic>
    </p:spTree>
    <p:extLst>
      <p:ext uri="{BB962C8B-B14F-4D97-AF65-F5344CB8AC3E}">
        <p14:creationId xmlns:p14="http://schemas.microsoft.com/office/powerpoint/2010/main" val="355317352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7058</TotalTime>
  <Words>1297</Words>
  <Application>Microsoft Office PowerPoint</Application>
  <PresentationFormat>Panorámica</PresentationFormat>
  <Paragraphs>338</Paragraphs>
  <Slides>23</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23</vt:i4>
      </vt:variant>
    </vt:vector>
  </HeadingPairs>
  <TitlesOfParts>
    <vt:vector size="28" baseType="lpstr">
      <vt:lpstr>Aptos</vt:lpstr>
      <vt:lpstr>Aptos Display</vt:lpstr>
      <vt:lpstr>Arial</vt:lpstr>
      <vt:lpstr>Poppins</vt:lpstr>
      <vt:lpstr>Tema de Office</vt:lpstr>
      <vt:lpstr>Presentación de PowerPoint</vt:lpstr>
      <vt:lpstr>Ventanas de Errores del Login</vt:lpstr>
      <vt:lpstr>Ventanas de Cierre</vt:lpstr>
      <vt:lpstr>Ventanas de Confirmación del CRUD</vt:lpstr>
      <vt:lpstr>Ventanas de ERROR del CRUD</vt:lpstr>
      <vt:lpstr>Presentación de PowerPoint</vt:lpstr>
      <vt:lpstr>Presentación de PowerPoint</vt:lpstr>
      <vt:lpstr>EXPLICACIÓN: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W10</dc:creator>
  <cp:lastModifiedBy>W10</cp:lastModifiedBy>
  <cp:revision>29</cp:revision>
  <dcterms:created xsi:type="dcterms:W3CDTF">2024-10-08T11:49:06Z</dcterms:created>
  <dcterms:modified xsi:type="dcterms:W3CDTF">2024-12-12T08:39:25Z</dcterms:modified>
</cp:coreProperties>
</file>